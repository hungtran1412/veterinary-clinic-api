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2"/>
  </p:notesMasterIdLst>
  <p:sldIdLst>
    <p:sldId id="337" r:id="rId2"/>
    <p:sldId id="429" r:id="rId3"/>
    <p:sldId id="428" r:id="rId4"/>
    <p:sldId id="320" r:id="rId5"/>
    <p:sldId id="408" r:id="rId6"/>
    <p:sldId id="430" r:id="rId7"/>
    <p:sldId id="431" r:id="rId8"/>
    <p:sldId id="432" r:id="rId9"/>
    <p:sldId id="433" r:id="rId10"/>
    <p:sldId id="434" r:id="rId11"/>
    <p:sldId id="436" r:id="rId12"/>
    <p:sldId id="437" r:id="rId13"/>
    <p:sldId id="438" r:id="rId14"/>
    <p:sldId id="439" r:id="rId15"/>
    <p:sldId id="440" r:id="rId16"/>
    <p:sldId id="441" r:id="rId17"/>
    <p:sldId id="442" r:id="rId18"/>
    <p:sldId id="446" r:id="rId19"/>
    <p:sldId id="447" r:id="rId20"/>
    <p:sldId id="470" r:id="rId21"/>
    <p:sldId id="471" r:id="rId22"/>
    <p:sldId id="472" r:id="rId23"/>
    <p:sldId id="448" r:id="rId24"/>
    <p:sldId id="449" r:id="rId25"/>
    <p:sldId id="473" r:id="rId26"/>
    <p:sldId id="455" r:id="rId27"/>
    <p:sldId id="456" r:id="rId28"/>
    <p:sldId id="457" r:id="rId29"/>
    <p:sldId id="458" r:id="rId30"/>
    <p:sldId id="474" r:id="rId31"/>
    <p:sldId id="450" r:id="rId32"/>
    <p:sldId id="451" r:id="rId33"/>
    <p:sldId id="468" r:id="rId34"/>
    <p:sldId id="443" r:id="rId35"/>
    <p:sldId id="444" r:id="rId36"/>
    <p:sldId id="469" r:id="rId37"/>
    <p:sldId id="452" r:id="rId38"/>
    <p:sldId id="453" r:id="rId39"/>
    <p:sldId id="454" r:id="rId40"/>
    <p:sldId id="445" r:id="rId41"/>
  </p:sldIdLst>
  <p:sldSz cx="18288000" cy="10287000"/>
  <p:notesSz cx="6858000" cy="9144000"/>
  <p:embeddedFontLst>
    <p:embeddedFont>
      <p:font typeface="Muli Bold" panose="020B0604020202020204" charset="0"/>
      <p:regular r:id="rId4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512" userDrawn="1">
          <p15:clr>
            <a:srgbClr val="A4A3A4"/>
          </p15:clr>
        </p15:guide>
        <p15:guide id="2" pos="240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nh Đăng Nguyễn" initials="MĐN" lastIdx="1" clrIdx="0">
    <p:extLst>
      <p:ext uri="{19B8F6BF-5375-455C-9EA6-DF929625EA0E}">
        <p15:presenceInfo xmlns:p15="http://schemas.microsoft.com/office/powerpoint/2012/main" userId="41d8086b567c1d4f"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83F3B"/>
    <a:srgbClr val="007A48"/>
    <a:srgbClr val="FCAF17"/>
    <a:srgbClr val="173F3B"/>
    <a:srgbClr val="A3CCCC"/>
    <a:srgbClr val="E6E6B8"/>
    <a:srgbClr val="2882C2"/>
    <a:srgbClr val="A4E473"/>
    <a:srgbClr val="8CAC7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552" autoAdjust="0"/>
    <p:restoredTop sz="88621" autoAdjust="0"/>
  </p:normalViewPr>
  <p:slideViewPr>
    <p:cSldViewPr>
      <p:cViewPr>
        <p:scale>
          <a:sx n="75" d="100"/>
          <a:sy n="75" d="100"/>
        </p:scale>
        <p:origin x="306" y="-684"/>
      </p:cViewPr>
      <p:guideLst>
        <p:guide orient="horz" pos="1512"/>
        <p:guide pos="2400"/>
      </p:guideLst>
    </p:cSldViewPr>
  </p:slideViewPr>
  <p:outlineViewPr>
    <p:cViewPr>
      <p:scale>
        <a:sx n="33" d="100"/>
        <a:sy n="33" d="100"/>
      </p:scale>
      <p:origin x="0" y="0"/>
    </p:cViewPr>
  </p:outlineViewPr>
  <p:notesTextViewPr>
    <p:cViewPr>
      <p:scale>
        <a:sx n="300" d="100"/>
        <a:sy n="300" d="100"/>
      </p:scale>
      <p:origin x="0" y="0"/>
    </p:cViewPr>
  </p:notesTextViewPr>
  <p:sorterViewPr>
    <p:cViewPr>
      <p:scale>
        <a:sx n="100" d="100"/>
        <a:sy n="100" d="100"/>
      </p:scale>
      <p:origin x="0" y="-816"/>
    </p:cViewPr>
  </p:sorterViewPr>
  <p:notesViewPr>
    <p:cSldViewPr>
      <p:cViewPr varScale="1">
        <p:scale>
          <a:sx n="54" d="100"/>
          <a:sy n="54" d="100"/>
        </p:scale>
        <p:origin x="2898" y="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1.fntdata"/><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1068B4-93DB-4060-B01D-FA3D112EF7F2}" type="datetimeFigureOut">
              <a:rPr lang="en-US" smtClean="0"/>
              <a:t>09/06/2026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6DE5A3E-F11E-41F0-A9D1-DAF15D4443FF}" type="slidenum">
              <a:rPr lang="en-US" smtClean="0"/>
              <a:t>‹#›</a:t>
            </a:fld>
            <a:endParaRPr lang="en-US"/>
          </a:p>
        </p:txBody>
      </p:sp>
    </p:spTree>
    <p:extLst>
      <p:ext uri="{BB962C8B-B14F-4D97-AF65-F5344CB8AC3E}">
        <p14:creationId xmlns:p14="http://schemas.microsoft.com/office/powerpoint/2010/main" val="11810187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6DE5A3E-F11E-41F0-A9D1-DAF15D4443FF}" type="slidenum">
              <a:rPr lang="en-US" smtClean="0"/>
              <a:t>1</a:t>
            </a:fld>
            <a:endParaRPr lang="en-US"/>
          </a:p>
        </p:txBody>
      </p:sp>
    </p:spTree>
    <p:extLst>
      <p:ext uri="{BB962C8B-B14F-4D97-AF65-F5344CB8AC3E}">
        <p14:creationId xmlns:p14="http://schemas.microsoft.com/office/powerpoint/2010/main" val="22088286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9DA6C-49B0-8DBF-A345-8A04C17835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6D63D-3981-0A30-14A7-140BFB2B04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557690-61B9-51FD-818D-7C7201143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F38A47-B9F6-8B37-DB00-AE4573B4ECCD}"/>
              </a:ext>
            </a:extLst>
          </p:cNvPr>
          <p:cNvSpPr>
            <a:spLocks noGrp="1"/>
          </p:cNvSpPr>
          <p:nvPr>
            <p:ph type="sldNum" sz="quarter" idx="5"/>
          </p:nvPr>
        </p:nvSpPr>
        <p:spPr/>
        <p:txBody>
          <a:bodyPr/>
          <a:lstStyle/>
          <a:p>
            <a:fld id="{D6DE5A3E-F11E-41F0-A9D1-DAF15D4443FF}" type="slidenum">
              <a:rPr lang="en-US" smtClean="0"/>
              <a:t>2</a:t>
            </a:fld>
            <a:endParaRPr lang="en-US"/>
          </a:p>
        </p:txBody>
      </p:sp>
    </p:spTree>
    <p:extLst>
      <p:ext uri="{BB962C8B-B14F-4D97-AF65-F5344CB8AC3E}">
        <p14:creationId xmlns:p14="http://schemas.microsoft.com/office/powerpoint/2010/main" val="1081387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98DE11-09CB-791D-F160-339AD6682B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10839C-2343-F258-1CF1-41346B30B1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25C83F-5F22-F730-D89A-BF4AFE16D56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A41ED2-C100-01CA-45AA-CA354546119A}"/>
              </a:ext>
            </a:extLst>
          </p:cNvPr>
          <p:cNvSpPr>
            <a:spLocks noGrp="1"/>
          </p:cNvSpPr>
          <p:nvPr>
            <p:ph type="sldNum" sz="quarter" idx="5"/>
          </p:nvPr>
        </p:nvSpPr>
        <p:spPr/>
        <p:txBody>
          <a:bodyPr/>
          <a:lstStyle/>
          <a:p>
            <a:fld id="{D6DE5A3E-F11E-41F0-A9D1-DAF15D4443FF}" type="slidenum">
              <a:rPr lang="en-US" smtClean="0"/>
              <a:t>3</a:t>
            </a:fld>
            <a:endParaRPr lang="en-US"/>
          </a:p>
        </p:txBody>
      </p:sp>
    </p:spTree>
    <p:extLst>
      <p:ext uri="{BB962C8B-B14F-4D97-AF65-F5344CB8AC3E}">
        <p14:creationId xmlns:p14="http://schemas.microsoft.com/office/powerpoint/2010/main" val="14103003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p:cNvSpPr>
            <a:spLocks noGrp="1"/>
          </p:cNvSpPr>
          <p:nvPr>
            <p:ph type="sldNum" sz="quarter" idx="5"/>
          </p:nvPr>
        </p:nvSpPr>
        <p:spPr/>
        <p:txBody>
          <a:bodyPr/>
          <a:lstStyle/>
          <a:p>
            <a:fld id="{D6DE5A3E-F11E-41F0-A9D1-DAF15D4443FF}" type="slidenum">
              <a:rPr lang="en-US" smtClean="0"/>
              <a:t>4</a:t>
            </a:fld>
            <a:endParaRPr lang="en-US"/>
          </a:p>
        </p:txBody>
      </p:sp>
    </p:spTree>
    <p:extLst>
      <p:ext uri="{BB962C8B-B14F-4D97-AF65-F5344CB8AC3E}">
        <p14:creationId xmlns:p14="http://schemas.microsoft.com/office/powerpoint/2010/main" val="6042577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847043-782D-1F30-4AB4-5DB698AA44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C48499-CB1F-75D0-B9A8-07FC8FB9B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1B75B5-3C33-5C04-EE00-AF35290D7C17}"/>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625E5724-BF54-710D-F0DD-D96285735C30}"/>
              </a:ext>
            </a:extLst>
          </p:cNvPr>
          <p:cNvSpPr>
            <a:spLocks noGrp="1"/>
          </p:cNvSpPr>
          <p:nvPr>
            <p:ph type="sldNum" sz="quarter" idx="5"/>
          </p:nvPr>
        </p:nvSpPr>
        <p:spPr/>
        <p:txBody>
          <a:bodyPr/>
          <a:lstStyle/>
          <a:p>
            <a:fld id="{D6DE5A3E-F11E-41F0-A9D1-DAF15D4443FF}" type="slidenum">
              <a:rPr lang="en-US" smtClean="0"/>
              <a:t>5</a:t>
            </a:fld>
            <a:endParaRPr lang="en-US"/>
          </a:p>
        </p:txBody>
      </p:sp>
    </p:spTree>
    <p:extLst>
      <p:ext uri="{BB962C8B-B14F-4D97-AF65-F5344CB8AC3E}">
        <p14:creationId xmlns:p14="http://schemas.microsoft.com/office/powerpoint/2010/main" val="459205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DA034F-B62A-60E7-1FF6-94E2B20A79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2F87AD-E671-689C-A3BC-E3F93AFB75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D93238-2B4C-839B-B035-F4A402258FE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B13C53D-81C4-F5FA-5B27-369A7017D695}"/>
              </a:ext>
            </a:extLst>
          </p:cNvPr>
          <p:cNvSpPr>
            <a:spLocks noGrp="1"/>
          </p:cNvSpPr>
          <p:nvPr>
            <p:ph type="sldNum" sz="quarter" idx="5"/>
          </p:nvPr>
        </p:nvSpPr>
        <p:spPr/>
        <p:txBody>
          <a:bodyPr/>
          <a:lstStyle/>
          <a:p>
            <a:fld id="{D6DE5A3E-F11E-41F0-A9D1-DAF15D4443FF}" type="slidenum">
              <a:rPr lang="en-US" smtClean="0"/>
              <a:t>6</a:t>
            </a:fld>
            <a:endParaRPr lang="en-US"/>
          </a:p>
        </p:txBody>
      </p:sp>
    </p:spTree>
    <p:extLst>
      <p:ext uri="{BB962C8B-B14F-4D97-AF65-F5344CB8AC3E}">
        <p14:creationId xmlns:p14="http://schemas.microsoft.com/office/powerpoint/2010/main" val="29440448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89DA18-790E-6D27-37AF-1181B5156F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26701B-1CA4-9C2A-FEB3-6B376FF57B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1DF928-0F67-4FB1-3318-0309CC6FF12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F7D7ED-70F8-0602-AD2F-7FC7237C9102}"/>
              </a:ext>
            </a:extLst>
          </p:cNvPr>
          <p:cNvSpPr>
            <a:spLocks noGrp="1"/>
          </p:cNvSpPr>
          <p:nvPr>
            <p:ph type="sldNum" sz="quarter" idx="5"/>
          </p:nvPr>
        </p:nvSpPr>
        <p:spPr/>
        <p:txBody>
          <a:bodyPr/>
          <a:lstStyle/>
          <a:p>
            <a:fld id="{D6DE5A3E-F11E-41F0-A9D1-DAF15D4443FF}" type="slidenum">
              <a:rPr lang="en-US" smtClean="0"/>
              <a:t>7</a:t>
            </a:fld>
            <a:endParaRPr lang="en-US"/>
          </a:p>
        </p:txBody>
      </p:sp>
    </p:spTree>
    <p:extLst>
      <p:ext uri="{BB962C8B-B14F-4D97-AF65-F5344CB8AC3E}">
        <p14:creationId xmlns:p14="http://schemas.microsoft.com/office/powerpoint/2010/main" val="1523730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98E4E6-27CC-53B1-17F1-EA3F1B5A65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B928F8-F5C4-D148-8E92-025A7F3178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C0AECE-1322-D4A7-5FCF-E198FFB409A9}"/>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24C1FCEE-E56A-4C18-ADE0-E83E1F051224}"/>
              </a:ext>
            </a:extLst>
          </p:cNvPr>
          <p:cNvSpPr>
            <a:spLocks noGrp="1"/>
          </p:cNvSpPr>
          <p:nvPr>
            <p:ph type="sldNum" sz="quarter" idx="5"/>
          </p:nvPr>
        </p:nvSpPr>
        <p:spPr/>
        <p:txBody>
          <a:bodyPr/>
          <a:lstStyle/>
          <a:p>
            <a:fld id="{D6DE5A3E-F11E-41F0-A9D1-DAF15D4443FF}" type="slidenum">
              <a:rPr lang="en-US" smtClean="0"/>
              <a:t>8</a:t>
            </a:fld>
            <a:endParaRPr lang="en-US"/>
          </a:p>
        </p:txBody>
      </p:sp>
    </p:spTree>
    <p:extLst>
      <p:ext uri="{BB962C8B-B14F-4D97-AF65-F5344CB8AC3E}">
        <p14:creationId xmlns:p14="http://schemas.microsoft.com/office/powerpoint/2010/main" val="37082411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30516A-6BB7-7BEC-89BB-6184EB5208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702CC5-DD45-41C1-E7E1-B40969A52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4EF91A-D92C-0039-D93C-B85175DD9188}"/>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B7A4CE4-5103-920C-840B-3CFEBEA1F48E}"/>
              </a:ext>
            </a:extLst>
          </p:cNvPr>
          <p:cNvSpPr>
            <a:spLocks noGrp="1"/>
          </p:cNvSpPr>
          <p:nvPr>
            <p:ph type="sldNum" sz="quarter" idx="5"/>
          </p:nvPr>
        </p:nvSpPr>
        <p:spPr/>
        <p:txBody>
          <a:bodyPr/>
          <a:lstStyle/>
          <a:p>
            <a:fld id="{D6DE5A3E-F11E-41F0-A9D1-DAF15D4443FF}" type="slidenum">
              <a:rPr lang="en-US" smtClean="0"/>
              <a:t>9</a:t>
            </a:fld>
            <a:endParaRPr lang="en-US"/>
          </a:p>
        </p:txBody>
      </p:sp>
    </p:spTree>
    <p:extLst>
      <p:ext uri="{BB962C8B-B14F-4D97-AF65-F5344CB8AC3E}">
        <p14:creationId xmlns:p14="http://schemas.microsoft.com/office/powerpoint/2010/main" val="38622034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49E6D-3233-83AF-3EEE-FDC53654D5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85487-C82E-6803-2D4F-867BC6D7E8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00CDA5-98BD-C4EF-62DF-4FD3389CF1B0}"/>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44C886B9-1AF2-4A49-4B43-363774845C67}"/>
              </a:ext>
            </a:extLst>
          </p:cNvPr>
          <p:cNvSpPr>
            <a:spLocks noGrp="1"/>
          </p:cNvSpPr>
          <p:nvPr>
            <p:ph type="sldNum" sz="quarter" idx="5"/>
          </p:nvPr>
        </p:nvSpPr>
        <p:spPr/>
        <p:txBody>
          <a:bodyPr/>
          <a:lstStyle/>
          <a:p>
            <a:fld id="{D6DE5A3E-F11E-41F0-A9D1-DAF15D4443FF}" type="slidenum">
              <a:rPr lang="en-US" smtClean="0"/>
              <a:t>10</a:t>
            </a:fld>
            <a:endParaRPr lang="en-US"/>
          </a:p>
        </p:txBody>
      </p:sp>
    </p:spTree>
    <p:extLst>
      <p:ext uri="{BB962C8B-B14F-4D97-AF65-F5344CB8AC3E}">
        <p14:creationId xmlns:p14="http://schemas.microsoft.com/office/powerpoint/2010/main" val="37677899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8802E-F80B-02E4-227A-B5E810834E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B9D66E-88E2-6EB0-7824-56689ED4A5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68E258-D64A-EE79-9762-7D26E8461731}"/>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235042C-E1BC-653C-668D-77554CAA270A}"/>
              </a:ext>
            </a:extLst>
          </p:cNvPr>
          <p:cNvSpPr>
            <a:spLocks noGrp="1"/>
          </p:cNvSpPr>
          <p:nvPr>
            <p:ph type="sldNum" sz="quarter" idx="5"/>
          </p:nvPr>
        </p:nvSpPr>
        <p:spPr/>
        <p:txBody>
          <a:bodyPr/>
          <a:lstStyle/>
          <a:p>
            <a:fld id="{D6DE5A3E-F11E-41F0-A9D1-DAF15D4443FF}" type="slidenum">
              <a:rPr lang="en-US" smtClean="0"/>
              <a:t>11</a:t>
            </a:fld>
            <a:endParaRPr lang="en-US"/>
          </a:p>
        </p:txBody>
      </p:sp>
    </p:spTree>
    <p:extLst>
      <p:ext uri="{BB962C8B-B14F-4D97-AF65-F5344CB8AC3E}">
        <p14:creationId xmlns:p14="http://schemas.microsoft.com/office/powerpoint/2010/main" val="2705844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FD2D9-63EB-EC72-4B50-B8DFCFD9FD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241A37-B24C-2F1A-57D4-092F0DD8DC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6C42E1-CCFE-398F-423B-F299DFFBE7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B221B77-B315-69AC-1943-7063C59A9545}"/>
              </a:ext>
            </a:extLst>
          </p:cNvPr>
          <p:cNvSpPr>
            <a:spLocks noGrp="1"/>
          </p:cNvSpPr>
          <p:nvPr>
            <p:ph type="sldNum" sz="quarter" idx="5"/>
          </p:nvPr>
        </p:nvSpPr>
        <p:spPr/>
        <p:txBody>
          <a:bodyPr/>
          <a:lstStyle/>
          <a:p>
            <a:fld id="{D6DE5A3E-F11E-41F0-A9D1-DAF15D4443FF}" type="slidenum">
              <a:rPr lang="en-US" smtClean="0"/>
              <a:t>12</a:t>
            </a:fld>
            <a:endParaRPr lang="en-US"/>
          </a:p>
        </p:txBody>
      </p:sp>
    </p:spTree>
    <p:extLst>
      <p:ext uri="{BB962C8B-B14F-4D97-AF65-F5344CB8AC3E}">
        <p14:creationId xmlns:p14="http://schemas.microsoft.com/office/powerpoint/2010/main" val="27441994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B795E6-DC9C-77E1-C168-93BC05EA20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F47124-3B18-5BCE-4E87-DEDEE7168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3EA6A5-6BE7-D0B5-A782-261078C2831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368D3C-656C-C455-C826-D7E15129AECE}"/>
              </a:ext>
            </a:extLst>
          </p:cNvPr>
          <p:cNvSpPr>
            <a:spLocks noGrp="1"/>
          </p:cNvSpPr>
          <p:nvPr>
            <p:ph type="sldNum" sz="quarter" idx="5"/>
          </p:nvPr>
        </p:nvSpPr>
        <p:spPr/>
        <p:txBody>
          <a:bodyPr/>
          <a:lstStyle/>
          <a:p>
            <a:fld id="{D6DE5A3E-F11E-41F0-A9D1-DAF15D4443FF}" type="slidenum">
              <a:rPr lang="en-US" smtClean="0"/>
              <a:t>13</a:t>
            </a:fld>
            <a:endParaRPr lang="en-US"/>
          </a:p>
        </p:txBody>
      </p:sp>
    </p:spTree>
    <p:extLst>
      <p:ext uri="{BB962C8B-B14F-4D97-AF65-F5344CB8AC3E}">
        <p14:creationId xmlns:p14="http://schemas.microsoft.com/office/powerpoint/2010/main" val="3062830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64756-1853-5FA0-6510-CE8DBF3928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15F75D-2FB9-E510-E3A7-D707F56126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DB99D4-E307-712C-9D2B-3786372B4C08}"/>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DCA635CA-371E-FB21-9DAC-41C56B61D6FE}"/>
              </a:ext>
            </a:extLst>
          </p:cNvPr>
          <p:cNvSpPr>
            <a:spLocks noGrp="1"/>
          </p:cNvSpPr>
          <p:nvPr>
            <p:ph type="sldNum" sz="quarter" idx="5"/>
          </p:nvPr>
        </p:nvSpPr>
        <p:spPr/>
        <p:txBody>
          <a:bodyPr/>
          <a:lstStyle/>
          <a:p>
            <a:fld id="{D6DE5A3E-F11E-41F0-A9D1-DAF15D4443FF}" type="slidenum">
              <a:rPr lang="en-US" smtClean="0"/>
              <a:t>14</a:t>
            </a:fld>
            <a:endParaRPr lang="en-US"/>
          </a:p>
        </p:txBody>
      </p:sp>
    </p:spTree>
    <p:extLst>
      <p:ext uri="{BB962C8B-B14F-4D97-AF65-F5344CB8AC3E}">
        <p14:creationId xmlns:p14="http://schemas.microsoft.com/office/powerpoint/2010/main" val="1126447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D6208-BBE8-A605-3CAA-41FFAA1816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910EBB-4565-1EF2-9973-3AB51A5DBC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D727F3-E297-1F18-04D5-A3799B68B59E}"/>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FD9D0A6B-0570-D9A3-806F-83C2A44C8269}"/>
              </a:ext>
            </a:extLst>
          </p:cNvPr>
          <p:cNvSpPr>
            <a:spLocks noGrp="1"/>
          </p:cNvSpPr>
          <p:nvPr>
            <p:ph type="sldNum" sz="quarter" idx="5"/>
          </p:nvPr>
        </p:nvSpPr>
        <p:spPr/>
        <p:txBody>
          <a:bodyPr/>
          <a:lstStyle/>
          <a:p>
            <a:fld id="{D6DE5A3E-F11E-41F0-A9D1-DAF15D4443FF}" type="slidenum">
              <a:rPr lang="en-US" smtClean="0"/>
              <a:t>15</a:t>
            </a:fld>
            <a:endParaRPr lang="en-US"/>
          </a:p>
        </p:txBody>
      </p:sp>
    </p:spTree>
    <p:extLst>
      <p:ext uri="{BB962C8B-B14F-4D97-AF65-F5344CB8AC3E}">
        <p14:creationId xmlns:p14="http://schemas.microsoft.com/office/powerpoint/2010/main" val="14773572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A4242-9DE7-B102-50B5-1894415B97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1E081F-9537-B186-193C-59CD8EF28D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ADD712-D776-F1D2-14EA-FCB4DA71B77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D2D6DC-403F-600B-74B9-B3E93D7F499F}"/>
              </a:ext>
            </a:extLst>
          </p:cNvPr>
          <p:cNvSpPr>
            <a:spLocks noGrp="1"/>
          </p:cNvSpPr>
          <p:nvPr>
            <p:ph type="sldNum" sz="quarter" idx="5"/>
          </p:nvPr>
        </p:nvSpPr>
        <p:spPr/>
        <p:txBody>
          <a:bodyPr/>
          <a:lstStyle/>
          <a:p>
            <a:fld id="{D6DE5A3E-F11E-41F0-A9D1-DAF15D4443FF}" type="slidenum">
              <a:rPr lang="en-US" smtClean="0"/>
              <a:t>16</a:t>
            </a:fld>
            <a:endParaRPr lang="en-US"/>
          </a:p>
        </p:txBody>
      </p:sp>
    </p:spTree>
    <p:extLst>
      <p:ext uri="{BB962C8B-B14F-4D97-AF65-F5344CB8AC3E}">
        <p14:creationId xmlns:p14="http://schemas.microsoft.com/office/powerpoint/2010/main" val="73100943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207FF-489C-D537-8231-CF5BC06A61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F504FB-8C89-1A0C-59B4-90E1F60F7D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924A5E-90C9-EF28-CCA5-043846276A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4C96804-E047-E241-38F5-6D2B7F8630E3}"/>
              </a:ext>
            </a:extLst>
          </p:cNvPr>
          <p:cNvSpPr>
            <a:spLocks noGrp="1"/>
          </p:cNvSpPr>
          <p:nvPr>
            <p:ph type="sldNum" sz="quarter" idx="5"/>
          </p:nvPr>
        </p:nvSpPr>
        <p:spPr/>
        <p:txBody>
          <a:bodyPr/>
          <a:lstStyle/>
          <a:p>
            <a:fld id="{D6DE5A3E-F11E-41F0-A9D1-DAF15D4443FF}" type="slidenum">
              <a:rPr lang="en-US" smtClean="0"/>
              <a:t>17</a:t>
            </a:fld>
            <a:endParaRPr lang="en-US"/>
          </a:p>
        </p:txBody>
      </p:sp>
    </p:spTree>
    <p:extLst>
      <p:ext uri="{BB962C8B-B14F-4D97-AF65-F5344CB8AC3E}">
        <p14:creationId xmlns:p14="http://schemas.microsoft.com/office/powerpoint/2010/main" val="40252846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A95CE-1010-8890-2471-DEFC584441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6EFFE9-646C-F0B3-B3A4-1E520EF1B0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3E54A5-8EBB-38DC-644F-A51AFDD1B5D9}"/>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7B01888-591B-7326-C42C-058CC15DBBEB}"/>
              </a:ext>
            </a:extLst>
          </p:cNvPr>
          <p:cNvSpPr>
            <a:spLocks noGrp="1"/>
          </p:cNvSpPr>
          <p:nvPr>
            <p:ph type="sldNum" sz="quarter" idx="5"/>
          </p:nvPr>
        </p:nvSpPr>
        <p:spPr/>
        <p:txBody>
          <a:bodyPr/>
          <a:lstStyle/>
          <a:p>
            <a:fld id="{D6DE5A3E-F11E-41F0-A9D1-DAF15D4443FF}" type="slidenum">
              <a:rPr lang="en-US" smtClean="0"/>
              <a:t>18</a:t>
            </a:fld>
            <a:endParaRPr lang="en-US"/>
          </a:p>
        </p:txBody>
      </p:sp>
    </p:spTree>
    <p:extLst>
      <p:ext uri="{BB962C8B-B14F-4D97-AF65-F5344CB8AC3E}">
        <p14:creationId xmlns:p14="http://schemas.microsoft.com/office/powerpoint/2010/main" val="129032736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758C6-0C2E-9443-8FB1-74AA8F06E8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C10229-C572-78DD-FF19-19ED398905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910A09-DDCA-788B-CAA4-B8422EB0CB90}"/>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3B840819-7630-5A46-9099-4E91D8171D7B}"/>
              </a:ext>
            </a:extLst>
          </p:cNvPr>
          <p:cNvSpPr>
            <a:spLocks noGrp="1"/>
          </p:cNvSpPr>
          <p:nvPr>
            <p:ph type="sldNum" sz="quarter" idx="5"/>
          </p:nvPr>
        </p:nvSpPr>
        <p:spPr/>
        <p:txBody>
          <a:bodyPr/>
          <a:lstStyle/>
          <a:p>
            <a:fld id="{D6DE5A3E-F11E-41F0-A9D1-DAF15D4443FF}" type="slidenum">
              <a:rPr lang="en-US" smtClean="0"/>
              <a:t>19</a:t>
            </a:fld>
            <a:endParaRPr lang="en-US"/>
          </a:p>
        </p:txBody>
      </p:sp>
    </p:spTree>
    <p:extLst>
      <p:ext uri="{BB962C8B-B14F-4D97-AF65-F5344CB8AC3E}">
        <p14:creationId xmlns:p14="http://schemas.microsoft.com/office/powerpoint/2010/main" val="149768565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D1EDF-D778-29AC-619C-1790632284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E0EE0B-0748-B81F-668F-67DC8B310A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ACDC32-4C09-AC88-85DD-C52190190258}"/>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2E553E69-47EB-9AD9-E6B9-0C542C883718}"/>
              </a:ext>
            </a:extLst>
          </p:cNvPr>
          <p:cNvSpPr>
            <a:spLocks noGrp="1"/>
          </p:cNvSpPr>
          <p:nvPr>
            <p:ph type="sldNum" sz="quarter" idx="5"/>
          </p:nvPr>
        </p:nvSpPr>
        <p:spPr/>
        <p:txBody>
          <a:bodyPr/>
          <a:lstStyle/>
          <a:p>
            <a:fld id="{D6DE5A3E-F11E-41F0-A9D1-DAF15D4443FF}" type="slidenum">
              <a:rPr lang="en-US" smtClean="0"/>
              <a:t>20</a:t>
            </a:fld>
            <a:endParaRPr lang="en-US"/>
          </a:p>
        </p:txBody>
      </p:sp>
    </p:spTree>
    <p:extLst>
      <p:ext uri="{BB962C8B-B14F-4D97-AF65-F5344CB8AC3E}">
        <p14:creationId xmlns:p14="http://schemas.microsoft.com/office/powerpoint/2010/main" val="287835331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345EC6-275E-D859-0155-0707007583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CC4598-191A-FC41-02C3-211294209A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61679B-4A29-83C6-4A87-76895F3837B1}"/>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8C70139-EFDE-CAFA-FEC2-02D783D13814}"/>
              </a:ext>
            </a:extLst>
          </p:cNvPr>
          <p:cNvSpPr>
            <a:spLocks noGrp="1"/>
          </p:cNvSpPr>
          <p:nvPr>
            <p:ph type="sldNum" sz="quarter" idx="5"/>
          </p:nvPr>
        </p:nvSpPr>
        <p:spPr/>
        <p:txBody>
          <a:bodyPr/>
          <a:lstStyle/>
          <a:p>
            <a:fld id="{D6DE5A3E-F11E-41F0-A9D1-DAF15D4443FF}" type="slidenum">
              <a:rPr lang="en-US" smtClean="0"/>
              <a:t>21</a:t>
            </a:fld>
            <a:endParaRPr lang="en-US"/>
          </a:p>
        </p:txBody>
      </p:sp>
    </p:spTree>
    <p:extLst>
      <p:ext uri="{BB962C8B-B14F-4D97-AF65-F5344CB8AC3E}">
        <p14:creationId xmlns:p14="http://schemas.microsoft.com/office/powerpoint/2010/main" val="274315353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D2247-57A9-23D6-DB3A-09420FFD9B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08702E-EFD8-2042-7A49-D4A21ADCEC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AAC83D-70D5-3551-4A3C-03ECB8D555E4}"/>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21BF6DD2-1925-F458-2FB2-7D7E5C28C422}"/>
              </a:ext>
            </a:extLst>
          </p:cNvPr>
          <p:cNvSpPr>
            <a:spLocks noGrp="1"/>
          </p:cNvSpPr>
          <p:nvPr>
            <p:ph type="sldNum" sz="quarter" idx="5"/>
          </p:nvPr>
        </p:nvSpPr>
        <p:spPr/>
        <p:txBody>
          <a:bodyPr/>
          <a:lstStyle/>
          <a:p>
            <a:fld id="{D6DE5A3E-F11E-41F0-A9D1-DAF15D4443FF}" type="slidenum">
              <a:rPr lang="en-US" smtClean="0"/>
              <a:t>22</a:t>
            </a:fld>
            <a:endParaRPr lang="en-US"/>
          </a:p>
        </p:txBody>
      </p:sp>
    </p:spTree>
    <p:extLst>
      <p:ext uri="{BB962C8B-B14F-4D97-AF65-F5344CB8AC3E}">
        <p14:creationId xmlns:p14="http://schemas.microsoft.com/office/powerpoint/2010/main" val="360506543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F84111-2874-9C1B-12F9-022F845E4F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30BA65-6EE5-A2B3-399F-D5DFCEA030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37A03C-B850-AF42-7AF9-FB02F6E3FECF}"/>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03BD237-AB96-3AD1-EF82-36DE272399A4}"/>
              </a:ext>
            </a:extLst>
          </p:cNvPr>
          <p:cNvSpPr>
            <a:spLocks noGrp="1"/>
          </p:cNvSpPr>
          <p:nvPr>
            <p:ph type="sldNum" sz="quarter" idx="5"/>
          </p:nvPr>
        </p:nvSpPr>
        <p:spPr/>
        <p:txBody>
          <a:bodyPr/>
          <a:lstStyle/>
          <a:p>
            <a:fld id="{D6DE5A3E-F11E-41F0-A9D1-DAF15D4443FF}" type="slidenum">
              <a:rPr lang="en-US" smtClean="0"/>
              <a:t>23</a:t>
            </a:fld>
            <a:endParaRPr lang="en-US"/>
          </a:p>
        </p:txBody>
      </p:sp>
    </p:spTree>
    <p:extLst>
      <p:ext uri="{BB962C8B-B14F-4D97-AF65-F5344CB8AC3E}">
        <p14:creationId xmlns:p14="http://schemas.microsoft.com/office/powerpoint/2010/main" val="37406191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50FE6-B51A-BFDF-FB8B-821426C87D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CF59B1-91EB-C5CC-3FEC-CED277B810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961304-1F8C-3045-8E2C-AEC6E419BA83}"/>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E1D2355E-10A5-2C07-E706-1CACD0D9E3D7}"/>
              </a:ext>
            </a:extLst>
          </p:cNvPr>
          <p:cNvSpPr>
            <a:spLocks noGrp="1"/>
          </p:cNvSpPr>
          <p:nvPr>
            <p:ph type="sldNum" sz="quarter" idx="5"/>
          </p:nvPr>
        </p:nvSpPr>
        <p:spPr/>
        <p:txBody>
          <a:bodyPr/>
          <a:lstStyle/>
          <a:p>
            <a:fld id="{D6DE5A3E-F11E-41F0-A9D1-DAF15D4443FF}" type="slidenum">
              <a:rPr lang="en-US" smtClean="0"/>
              <a:t>24</a:t>
            </a:fld>
            <a:endParaRPr lang="en-US"/>
          </a:p>
        </p:txBody>
      </p:sp>
    </p:spTree>
    <p:extLst>
      <p:ext uri="{BB962C8B-B14F-4D97-AF65-F5344CB8AC3E}">
        <p14:creationId xmlns:p14="http://schemas.microsoft.com/office/powerpoint/2010/main" val="128184121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7B12E-8C8F-B181-B6AD-41EF112813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19FDD6-5B27-0E1B-61A2-16153250A2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1D4DB9-3A8D-2A82-2203-A7DA5AEDA076}"/>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29363E3-B63A-BC4B-87E9-E83972896C73}"/>
              </a:ext>
            </a:extLst>
          </p:cNvPr>
          <p:cNvSpPr>
            <a:spLocks noGrp="1"/>
          </p:cNvSpPr>
          <p:nvPr>
            <p:ph type="sldNum" sz="quarter" idx="5"/>
          </p:nvPr>
        </p:nvSpPr>
        <p:spPr/>
        <p:txBody>
          <a:bodyPr/>
          <a:lstStyle/>
          <a:p>
            <a:fld id="{D6DE5A3E-F11E-41F0-A9D1-DAF15D4443FF}" type="slidenum">
              <a:rPr lang="en-US" smtClean="0"/>
              <a:t>25</a:t>
            </a:fld>
            <a:endParaRPr lang="en-US"/>
          </a:p>
        </p:txBody>
      </p:sp>
    </p:spTree>
    <p:extLst>
      <p:ext uri="{BB962C8B-B14F-4D97-AF65-F5344CB8AC3E}">
        <p14:creationId xmlns:p14="http://schemas.microsoft.com/office/powerpoint/2010/main" val="314663925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93548-1BD3-5C25-7633-704DD161BC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8239D5-8512-4665-C105-E81B6F69F7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4CF119-FB1D-044C-F0E9-E7A523E27452}"/>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33E31040-2C15-9C7F-51A4-5645AFD717A9}"/>
              </a:ext>
            </a:extLst>
          </p:cNvPr>
          <p:cNvSpPr>
            <a:spLocks noGrp="1"/>
          </p:cNvSpPr>
          <p:nvPr>
            <p:ph type="sldNum" sz="quarter" idx="5"/>
          </p:nvPr>
        </p:nvSpPr>
        <p:spPr/>
        <p:txBody>
          <a:bodyPr/>
          <a:lstStyle/>
          <a:p>
            <a:fld id="{D6DE5A3E-F11E-41F0-A9D1-DAF15D4443FF}" type="slidenum">
              <a:rPr lang="en-US" smtClean="0"/>
              <a:t>26</a:t>
            </a:fld>
            <a:endParaRPr lang="en-US"/>
          </a:p>
        </p:txBody>
      </p:sp>
    </p:spTree>
    <p:extLst>
      <p:ext uri="{BB962C8B-B14F-4D97-AF65-F5344CB8AC3E}">
        <p14:creationId xmlns:p14="http://schemas.microsoft.com/office/powerpoint/2010/main" val="219954368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D71C8-1FE2-831A-FE3B-A1BE06303F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504477-981A-556C-B0C7-58F5B8DEAE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FAB58D-B8BC-9EBB-A093-668FF7816333}"/>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6EF7C42-1FF3-B046-F876-3042877B87F4}"/>
              </a:ext>
            </a:extLst>
          </p:cNvPr>
          <p:cNvSpPr>
            <a:spLocks noGrp="1"/>
          </p:cNvSpPr>
          <p:nvPr>
            <p:ph type="sldNum" sz="quarter" idx="5"/>
          </p:nvPr>
        </p:nvSpPr>
        <p:spPr/>
        <p:txBody>
          <a:bodyPr/>
          <a:lstStyle/>
          <a:p>
            <a:fld id="{D6DE5A3E-F11E-41F0-A9D1-DAF15D4443FF}" type="slidenum">
              <a:rPr lang="en-US" smtClean="0"/>
              <a:t>27</a:t>
            </a:fld>
            <a:endParaRPr lang="en-US"/>
          </a:p>
        </p:txBody>
      </p:sp>
    </p:spTree>
    <p:extLst>
      <p:ext uri="{BB962C8B-B14F-4D97-AF65-F5344CB8AC3E}">
        <p14:creationId xmlns:p14="http://schemas.microsoft.com/office/powerpoint/2010/main" val="420398984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96454D-A16F-D76A-3E72-808991A4D6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5AEE71-0195-988F-97E3-949757F1C5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2772A2-72E1-E7DE-0D5E-C05C4F727D54}"/>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C6D9699-0F3E-B9E0-0EFB-6B29B9582C7C}"/>
              </a:ext>
            </a:extLst>
          </p:cNvPr>
          <p:cNvSpPr>
            <a:spLocks noGrp="1"/>
          </p:cNvSpPr>
          <p:nvPr>
            <p:ph type="sldNum" sz="quarter" idx="5"/>
          </p:nvPr>
        </p:nvSpPr>
        <p:spPr/>
        <p:txBody>
          <a:bodyPr/>
          <a:lstStyle/>
          <a:p>
            <a:fld id="{D6DE5A3E-F11E-41F0-A9D1-DAF15D4443FF}" type="slidenum">
              <a:rPr lang="en-US" smtClean="0"/>
              <a:t>28</a:t>
            </a:fld>
            <a:endParaRPr lang="en-US"/>
          </a:p>
        </p:txBody>
      </p:sp>
    </p:spTree>
    <p:extLst>
      <p:ext uri="{BB962C8B-B14F-4D97-AF65-F5344CB8AC3E}">
        <p14:creationId xmlns:p14="http://schemas.microsoft.com/office/powerpoint/2010/main" val="8133434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D8D3E-8BFC-DC4E-FFA5-7A3C9936CA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11897A-4DBB-EEB9-4FBA-70EBCD27D9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00C21F-5EEA-0281-E23C-5D00E2992CB0}"/>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4E385405-E813-8091-CAA5-966380C5DF38}"/>
              </a:ext>
            </a:extLst>
          </p:cNvPr>
          <p:cNvSpPr>
            <a:spLocks noGrp="1"/>
          </p:cNvSpPr>
          <p:nvPr>
            <p:ph type="sldNum" sz="quarter" idx="5"/>
          </p:nvPr>
        </p:nvSpPr>
        <p:spPr/>
        <p:txBody>
          <a:bodyPr/>
          <a:lstStyle/>
          <a:p>
            <a:fld id="{D6DE5A3E-F11E-41F0-A9D1-DAF15D4443FF}" type="slidenum">
              <a:rPr lang="en-US" smtClean="0"/>
              <a:t>29</a:t>
            </a:fld>
            <a:endParaRPr lang="en-US"/>
          </a:p>
        </p:txBody>
      </p:sp>
    </p:spTree>
    <p:extLst>
      <p:ext uri="{BB962C8B-B14F-4D97-AF65-F5344CB8AC3E}">
        <p14:creationId xmlns:p14="http://schemas.microsoft.com/office/powerpoint/2010/main" val="347954995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C3650-1C66-E2E0-34B2-5509209483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CA5C4F-F1F9-D375-9B44-D9633DCF27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18E34D-35A8-3FED-23F8-8C75CCF44E86}"/>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6086BE11-C82F-02EA-0A40-03D12275C228}"/>
              </a:ext>
            </a:extLst>
          </p:cNvPr>
          <p:cNvSpPr>
            <a:spLocks noGrp="1"/>
          </p:cNvSpPr>
          <p:nvPr>
            <p:ph type="sldNum" sz="quarter" idx="5"/>
          </p:nvPr>
        </p:nvSpPr>
        <p:spPr/>
        <p:txBody>
          <a:bodyPr/>
          <a:lstStyle/>
          <a:p>
            <a:fld id="{D6DE5A3E-F11E-41F0-A9D1-DAF15D4443FF}" type="slidenum">
              <a:rPr lang="en-US" smtClean="0"/>
              <a:t>30</a:t>
            </a:fld>
            <a:endParaRPr lang="en-US"/>
          </a:p>
        </p:txBody>
      </p:sp>
    </p:spTree>
    <p:extLst>
      <p:ext uri="{BB962C8B-B14F-4D97-AF65-F5344CB8AC3E}">
        <p14:creationId xmlns:p14="http://schemas.microsoft.com/office/powerpoint/2010/main" val="194191427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E117C-E6A2-24E5-F8C3-79AE9612E4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D8A686-FA3B-7648-D122-2347C498D8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F5960-047D-6CEB-7458-E55A8A565A22}"/>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7F68D29E-EF52-FF0D-8C28-6EAEDF236FC2}"/>
              </a:ext>
            </a:extLst>
          </p:cNvPr>
          <p:cNvSpPr>
            <a:spLocks noGrp="1"/>
          </p:cNvSpPr>
          <p:nvPr>
            <p:ph type="sldNum" sz="quarter" idx="5"/>
          </p:nvPr>
        </p:nvSpPr>
        <p:spPr/>
        <p:txBody>
          <a:bodyPr/>
          <a:lstStyle/>
          <a:p>
            <a:fld id="{D6DE5A3E-F11E-41F0-A9D1-DAF15D4443FF}" type="slidenum">
              <a:rPr lang="en-US" smtClean="0"/>
              <a:t>31</a:t>
            </a:fld>
            <a:endParaRPr lang="en-US"/>
          </a:p>
        </p:txBody>
      </p:sp>
    </p:spTree>
    <p:extLst>
      <p:ext uri="{BB962C8B-B14F-4D97-AF65-F5344CB8AC3E}">
        <p14:creationId xmlns:p14="http://schemas.microsoft.com/office/powerpoint/2010/main" val="26927734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39F097-203D-534A-884C-21E3F62C15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B5D3E8-5824-1C7F-18F8-42AD395156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C32818-4212-9AB9-271E-FE4F9279274F}"/>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6739114A-E150-1205-6675-E12DE51B26EC}"/>
              </a:ext>
            </a:extLst>
          </p:cNvPr>
          <p:cNvSpPr>
            <a:spLocks noGrp="1"/>
          </p:cNvSpPr>
          <p:nvPr>
            <p:ph type="sldNum" sz="quarter" idx="5"/>
          </p:nvPr>
        </p:nvSpPr>
        <p:spPr/>
        <p:txBody>
          <a:bodyPr/>
          <a:lstStyle/>
          <a:p>
            <a:fld id="{D6DE5A3E-F11E-41F0-A9D1-DAF15D4443FF}" type="slidenum">
              <a:rPr lang="en-US" smtClean="0"/>
              <a:t>32</a:t>
            </a:fld>
            <a:endParaRPr lang="en-US"/>
          </a:p>
        </p:txBody>
      </p:sp>
    </p:spTree>
    <p:extLst>
      <p:ext uri="{BB962C8B-B14F-4D97-AF65-F5344CB8AC3E}">
        <p14:creationId xmlns:p14="http://schemas.microsoft.com/office/powerpoint/2010/main" val="383599703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DFC99-2227-94E6-BEBA-155649E3AE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3359F8-E97F-E8BF-7B96-226AD319A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617BBE-D575-237A-BF3F-8A0900D5DD75}"/>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484AF6ED-A2A0-BF62-8620-B6DFAE6C3135}"/>
              </a:ext>
            </a:extLst>
          </p:cNvPr>
          <p:cNvSpPr>
            <a:spLocks noGrp="1"/>
          </p:cNvSpPr>
          <p:nvPr>
            <p:ph type="sldNum" sz="quarter" idx="5"/>
          </p:nvPr>
        </p:nvSpPr>
        <p:spPr/>
        <p:txBody>
          <a:bodyPr/>
          <a:lstStyle/>
          <a:p>
            <a:fld id="{D6DE5A3E-F11E-41F0-A9D1-DAF15D4443FF}" type="slidenum">
              <a:rPr lang="en-US" smtClean="0"/>
              <a:t>33</a:t>
            </a:fld>
            <a:endParaRPr lang="en-US"/>
          </a:p>
        </p:txBody>
      </p:sp>
    </p:spTree>
    <p:extLst>
      <p:ext uri="{BB962C8B-B14F-4D97-AF65-F5344CB8AC3E}">
        <p14:creationId xmlns:p14="http://schemas.microsoft.com/office/powerpoint/2010/main" val="330327880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86407-60C1-2DAA-1D2C-44132A06F7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D876B3-3D10-2A9C-1D9C-6C898BB1D8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BF2037-715B-8B5E-9A6C-AC6FDF7B812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202F625-D484-E516-185D-844EA1094F54}"/>
              </a:ext>
            </a:extLst>
          </p:cNvPr>
          <p:cNvSpPr>
            <a:spLocks noGrp="1"/>
          </p:cNvSpPr>
          <p:nvPr>
            <p:ph type="sldNum" sz="quarter" idx="5"/>
          </p:nvPr>
        </p:nvSpPr>
        <p:spPr/>
        <p:txBody>
          <a:bodyPr/>
          <a:lstStyle/>
          <a:p>
            <a:fld id="{D6DE5A3E-F11E-41F0-A9D1-DAF15D4443FF}" type="slidenum">
              <a:rPr lang="en-US" smtClean="0"/>
              <a:t>34</a:t>
            </a:fld>
            <a:endParaRPr lang="en-US"/>
          </a:p>
        </p:txBody>
      </p:sp>
    </p:spTree>
    <p:extLst>
      <p:ext uri="{BB962C8B-B14F-4D97-AF65-F5344CB8AC3E}">
        <p14:creationId xmlns:p14="http://schemas.microsoft.com/office/powerpoint/2010/main" val="201643649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C31E52-7420-756E-81B5-EFD4990C6C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B57209-D103-184B-FB51-3BDC9C353B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E8626D-1234-F898-A940-7B30CEFF88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3A0BADB-254B-1AE5-91C3-89903A0BB9CB}"/>
              </a:ext>
            </a:extLst>
          </p:cNvPr>
          <p:cNvSpPr>
            <a:spLocks noGrp="1"/>
          </p:cNvSpPr>
          <p:nvPr>
            <p:ph type="sldNum" sz="quarter" idx="5"/>
          </p:nvPr>
        </p:nvSpPr>
        <p:spPr/>
        <p:txBody>
          <a:bodyPr/>
          <a:lstStyle/>
          <a:p>
            <a:fld id="{D6DE5A3E-F11E-41F0-A9D1-DAF15D4443FF}" type="slidenum">
              <a:rPr lang="en-US" smtClean="0"/>
              <a:t>35</a:t>
            </a:fld>
            <a:endParaRPr lang="en-US"/>
          </a:p>
        </p:txBody>
      </p:sp>
    </p:spTree>
    <p:extLst>
      <p:ext uri="{BB962C8B-B14F-4D97-AF65-F5344CB8AC3E}">
        <p14:creationId xmlns:p14="http://schemas.microsoft.com/office/powerpoint/2010/main" val="392743546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DFEEA-B329-A976-27AC-4C2171FBFF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9E42BC-D0B2-5AB5-91B3-9BEE7B1940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84F262-70C7-1E89-1111-D99E1C7D9F71}"/>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6410E766-E16F-FAF3-9169-EAB9F5818475}"/>
              </a:ext>
            </a:extLst>
          </p:cNvPr>
          <p:cNvSpPr>
            <a:spLocks noGrp="1"/>
          </p:cNvSpPr>
          <p:nvPr>
            <p:ph type="sldNum" sz="quarter" idx="5"/>
          </p:nvPr>
        </p:nvSpPr>
        <p:spPr/>
        <p:txBody>
          <a:bodyPr/>
          <a:lstStyle/>
          <a:p>
            <a:fld id="{D6DE5A3E-F11E-41F0-A9D1-DAF15D4443FF}" type="slidenum">
              <a:rPr lang="en-US" smtClean="0"/>
              <a:t>36</a:t>
            </a:fld>
            <a:endParaRPr lang="en-US"/>
          </a:p>
        </p:txBody>
      </p:sp>
    </p:spTree>
    <p:extLst>
      <p:ext uri="{BB962C8B-B14F-4D97-AF65-F5344CB8AC3E}">
        <p14:creationId xmlns:p14="http://schemas.microsoft.com/office/powerpoint/2010/main" val="281750266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2F59A-5D63-3A9D-379E-71D50FB86F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2F0BE7-960C-21B1-1508-DA1B5ECEFB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B33C7A-37B8-EE8F-ACE7-C2A4A84D415A}"/>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D31F1453-159A-A588-35C5-0AEBDEC56BAC}"/>
              </a:ext>
            </a:extLst>
          </p:cNvPr>
          <p:cNvSpPr>
            <a:spLocks noGrp="1"/>
          </p:cNvSpPr>
          <p:nvPr>
            <p:ph type="sldNum" sz="quarter" idx="5"/>
          </p:nvPr>
        </p:nvSpPr>
        <p:spPr/>
        <p:txBody>
          <a:bodyPr/>
          <a:lstStyle/>
          <a:p>
            <a:fld id="{D6DE5A3E-F11E-41F0-A9D1-DAF15D4443FF}" type="slidenum">
              <a:rPr lang="en-US" smtClean="0"/>
              <a:t>37</a:t>
            </a:fld>
            <a:endParaRPr lang="en-US"/>
          </a:p>
        </p:txBody>
      </p:sp>
    </p:spTree>
    <p:extLst>
      <p:ext uri="{BB962C8B-B14F-4D97-AF65-F5344CB8AC3E}">
        <p14:creationId xmlns:p14="http://schemas.microsoft.com/office/powerpoint/2010/main" val="196749525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05C73-51C2-D2F5-6BAC-6718B27BF1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743E18-AD70-F556-AE0E-C80B608CE1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46D51E-E26B-AA0B-024D-0EEA3B90E4F4}"/>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99A70634-ACCC-9F2A-B29E-173E6BA02D5B}"/>
              </a:ext>
            </a:extLst>
          </p:cNvPr>
          <p:cNvSpPr>
            <a:spLocks noGrp="1"/>
          </p:cNvSpPr>
          <p:nvPr>
            <p:ph type="sldNum" sz="quarter" idx="5"/>
          </p:nvPr>
        </p:nvSpPr>
        <p:spPr/>
        <p:txBody>
          <a:bodyPr/>
          <a:lstStyle/>
          <a:p>
            <a:fld id="{D6DE5A3E-F11E-41F0-A9D1-DAF15D4443FF}" type="slidenum">
              <a:rPr lang="en-US" smtClean="0"/>
              <a:t>38</a:t>
            </a:fld>
            <a:endParaRPr lang="en-US"/>
          </a:p>
        </p:txBody>
      </p:sp>
    </p:spTree>
    <p:extLst>
      <p:ext uri="{BB962C8B-B14F-4D97-AF65-F5344CB8AC3E}">
        <p14:creationId xmlns:p14="http://schemas.microsoft.com/office/powerpoint/2010/main" val="108419989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E61AD6-A4FB-18D7-549A-E5C4CB7DDF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225E56-1A91-5F39-FEA1-2A655540DF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181F59-F73E-F1FE-B9F8-9CE8D49136D6}"/>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1BE4118-74BB-D9F8-0DF9-1A610C31BF92}"/>
              </a:ext>
            </a:extLst>
          </p:cNvPr>
          <p:cNvSpPr>
            <a:spLocks noGrp="1"/>
          </p:cNvSpPr>
          <p:nvPr>
            <p:ph type="sldNum" sz="quarter" idx="5"/>
          </p:nvPr>
        </p:nvSpPr>
        <p:spPr/>
        <p:txBody>
          <a:bodyPr/>
          <a:lstStyle/>
          <a:p>
            <a:fld id="{D6DE5A3E-F11E-41F0-A9D1-DAF15D4443FF}" type="slidenum">
              <a:rPr lang="en-US" smtClean="0"/>
              <a:t>39</a:t>
            </a:fld>
            <a:endParaRPr lang="en-US"/>
          </a:p>
        </p:txBody>
      </p:sp>
    </p:spTree>
    <p:extLst>
      <p:ext uri="{BB962C8B-B14F-4D97-AF65-F5344CB8AC3E}">
        <p14:creationId xmlns:p14="http://schemas.microsoft.com/office/powerpoint/2010/main" val="36964757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A87966-DDAE-225A-988D-17FCD0BF7C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784528-22E7-DF99-0064-AFF5B7EB60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7BB514-CEC0-822F-B6CE-A932DE7B356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9723EBE-A068-3A3D-4680-EF798C6C7141}"/>
              </a:ext>
            </a:extLst>
          </p:cNvPr>
          <p:cNvSpPr>
            <a:spLocks noGrp="1"/>
          </p:cNvSpPr>
          <p:nvPr>
            <p:ph type="sldNum" sz="quarter" idx="5"/>
          </p:nvPr>
        </p:nvSpPr>
        <p:spPr/>
        <p:txBody>
          <a:bodyPr/>
          <a:lstStyle/>
          <a:p>
            <a:fld id="{D6DE5A3E-F11E-41F0-A9D1-DAF15D4443FF}" type="slidenum">
              <a:rPr lang="en-US" smtClean="0"/>
              <a:t>40</a:t>
            </a:fld>
            <a:endParaRPr lang="en-US"/>
          </a:p>
        </p:txBody>
      </p:sp>
    </p:spTree>
    <p:extLst>
      <p:ext uri="{BB962C8B-B14F-4D97-AF65-F5344CB8AC3E}">
        <p14:creationId xmlns:p14="http://schemas.microsoft.com/office/powerpoint/2010/main" val="5998273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09/06/2026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1.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image" Target="../media/image1.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1.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7.xml"/><Relationship Id="rId5" Type="http://schemas.openxmlformats.org/officeDocument/2006/relationships/image" Target="../media/image12.png"/><Relationship Id="rId4" Type="http://schemas.openxmlformats.org/officeDocument/2006/relationships/image" Target="../media/image1.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2.png"/><Relationship Id="rId7" Type="http://schemas.openxmlformats.org/officeDocument/2006/relationships/image" Target="../media/image19.png"/><Relationship Id="rId2" Type="http://schemas.openxmlformats.org/officeDocument/2006/relationships/notesSlide" Target="../notesSlides/notesSlide33.xml"/><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8.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14064846" y="4229100"/>
            <a:ext cx="14064846" cy="2031325"/>
          </a:xfrm>
          <a:prstGeom prst="rect">
            <a:avLst/>
          </a:prstGeom>
        </p:spPr>
        <p:txBody>
          <a:bodyPr wrap="square" lIns="0" tIns="0" rIns="0" bIns="0" rtlCol="0" anchor="t">
            <a:spAutoFit/>
          </a:bodyPr>
          <a:lstStyle/>
          <a:p>
            <a:pPr algn="ctr"/>
            <a:r>
              <a:rPr lang="en-US" sz="4400" b="1" dirty="0">
                <a:latin typeface="Times New Roman" panose="02020603050405020304" pitchFamily="18" charset="0"/>
                <a:ea typeface="Times New Roman" panose="02020603050405020304" pitchFamily="18" charset="0"/>
                <a:cs typeface="Times New Roman" panose="02020603050405020304" pitchFamily="18" charset="0"/>
              </a:rPr>
              <a:t>ĐỀ TÀI: </a:t>
            </a:r>
            <a:r>
              <a:rPr lang="vi-VN" sz="4400" b="1" dirty="0">
                <a:latin typeface="Times New Roman" panose="02020603050405020304" pitchFamily="18" charset="0"/>
                <a:ea typeface="Times New Roman" panose="02020603050405020304" pitchFamily="18" charset="0"/>
              </a:rPr>
              <a:t>PHÁT TRIỂN ỨNG DỤNG TRẮC NGHIỆM HỖ TRỢ HỌC TẬP CHO SINH VIÊN KHOA CÔNG NGHỆ THÔNG TIN</a:t>
            </a:r>
            <a:endParaRPr lang="en-US" sz="3599" b="1" dirty="0">
              <a:solidFill>
                <a:srgbClr val="000000"/>
              </a:solidFill>
              <a:latin typeface="Times New Roman" panose="02020603050405020304" pitchFamily="18" charset="0"/>
              <a:cs typeface="Times New Roman" panose="02020603050405020304" pitchFamily="18" charset="0"/>
            </a:endParaRPr>
          </a:p>
        </p:txBody>
      </p:sp>
      <p:sp>
        <p:nvSpPr>
          <p:cNvPr id="28" name="TextBox 27">
            <a:extLst>
              <a:ext uri="{FF2B5EF4-FFF2-40B4-BE49-F238E27FC236}">
                <a16:creationId xmlns:a16="http://schemas.microsoft.com/office/drawing/2014/main" id="{3B7600F0-E768-46E3-B2C5-07CF27172810}"/>
              </a:ext>
            </a:extLst>
          </p:cNvPr>
          <p:cNvSpPr txBox="1"/>
          <p:nvPr/>
        </p:nvSpPr>
        <p:spPr>
          <a:xfrm>
            <a:off x="18211800" y="6743700"/>
            <a:ext cx="9220200" cy="1322606"/>
          </a:xfrm>
          <a:prstGeom prst="rect">
            <a:avLst/>
          </a:prstGeom>
          <a:noFill/>
        </p:spPr>
        <p:txBody>
          <a:bodyPr wrap="square" rtlCol="0">
            <a:spAutoFit/>
          </a:bodyPr>
          <a:lstStyle/>
          <a:p>
            <a:pPr lvl="0">
              <a:lnSpc>
                <a:spcPts val="5039"/>
              </a:lnSpc>
              <a:defRPr/>
            </a:pPr>
            <a:r>
              <a:rPr lang="vi-VN" sz="3599" b="1" dirty="0">
                <a:solidFill>
                  <a:srgbClr val="000000"/>
                </a:solidFill>
                <a:latin typeface="Times New Roman" panose="02020603050405020304" pitchFamily="18" charset="0"/>
                <a:cs typeface="Times New Roman" panose="02020603050405020304" pitchFamily="18" charset="0"/>
              </a:rPr>
              <a:t>Giảng</a:t>
            </a:r>
            <a:r>
              <a:rPr lang="en-US" sz="3599" b="1" dirty="0">
                <a:solidFill>
                  <a:srgbClr val="000000"/>
                </a:solidFill>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viên</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hướng</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dẫn</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ThS</a:t>
            </a:r>
            <a:r>
              <a:rPr lang="en-US" sz="3599" b="1" dirty="0">
                <a:solidFill>
                  <a:srgbClr val="000000"/>
                </a:solidFill>
                <a:latin typeface="Times New Roman" panose="02020603050405020304" pitchFamily="18" charset="0"/>
                <a:cs typeface="Times New Roman" panose="02020603050405020304" pitchFamily="18" charset="0"/>
              </a:rPr>
              <a:t>. Nguyễn Thị Lan</a:t>
            </a:r>
          </a:p>
          <a:p>
            <a:pPr lvl="0">
              <a:lnSpc>
                <a:spcPts val="5039"/>
              </a:lnSpc>
              <a:defRPr/>
            </a:pPr>
            <a:r>
              <a:rPr lang="en-US" sz="3599" b="1" dirty="0">
                <a:solidFill>
                  <a:srgbClr val="000000"/>
                </a:solidFill>
                <a:latin typeface="Times New Roman" panose="02020603050405020304" pitchFamily="18" charset="0"/>
                <a:cs typeface="Times New Roman" panose="02020603050405020304" pitchFamily="18" charset="0"/>
              </a:rPr>
              <a:t>Sinh </a:t>
            </a:r>
            <a:r>
              <a:rPr lang="en-US" sz="3599" b="1" dirty="0" err="1">
                <a:solidFill>
                  <a:srgbClr val="000000"/>
                </a:solidFill>
                <a:latin typeface="Times New Roman" panose="02020603050405020304" pitchFamily="18" charset="0"/>
                <a:cs typeface="Times New Roman" panose="02020603050405020304" pitchFamily="18" charset="0"/>
              </a:rPr>
              <a:t>viên</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thực</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hiện</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Trần</a:t>
            </a:r>
            <a:r>
              <a:rPr lang="en-US" sz="3599" b="1" dirty="0">
                <a:solidFill>
                  <a:srgbClr val="000000"/>
                </a:solidFill>
                <a:latin typeface="Times New Roman" panose="02020603050405020304" pitchFamily="18" charset="0"/>
                <a:cs typeface="Times New Roman" panose="02020603050405020304" pitchFamily="18" charset="0"/>
              </a:rPr>
              <a:t> Nguyễn Minh Hùng</a:t>
            </a:r>
          </a:p>
        </p:txBody>
      </p:sp>
      <p:grpSp>
        <p:nvGrpSpPr>
          <p:cNvPr id="19" name="Group 18">
            <a:extLst>
              <a:ext uri="{FF2B5EF4-FFF2-40B4-BE49-F238E27FC236}">
                <a16:creationId xmlns:a16="http://schemas.microsoft.com/office/drawing/2014/main" id="{9AC026B8-677F-828F-54F9-2B7AE7CA320E}"/>
              </a:ext>
            </a:extLst>
          </p:cNvPr>
          <p:cNvGrpSpPr/>
          <p:nvPr/>
        </p:nvGrpSpPr>
        <p:grpSpPr>
          <a:xfrm>
            <a:off x="0" y="0"/>
            <a:ext cx="18360000" cy="1188944"/>
            <a:chOff x="0" y="0"/>
            <a:chExt cx="18360000" cy="1188944"/>
          </a:xfrm>
        </p:grpSpPr>
        <p:sp>
          <p:nvSpPr>
            <p:cNvPr id="13" name="Rectangle 12">
              <a:extLst>
                <a:ext uri="{FF2B5EF4-FFF2-40B4-BE49-F238E27FC236}">
                  <a16:creationId xmlns:a16="http://schemas.microsoft.com/office/drawing/2014/main" id="{40E157B3-79BE-CADE-2A1A-934B4B661136}"/>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4" name="Rectangle 13">
              <a:extLst>
                <a:ext uri="{FF2B5EF4-FFF2-40B4-BE49-F238E27FC236}">
                  <a16:creationId xmlns:a16="http://schemas.microsoft.com/office/drawing/2014/main" id="{BB2067ED-8EB6-6E59-BC8A-981A145183E5}"/>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5" name="Rectangle 14">
              <a:extLst>
                <a:ext uri="{FF2B5EF4-FFF2-40B4-BE49-F238E27FC236}">
                  <a16:creationId xmlns:a16="http://schemas.microsoft.com/office/drawing/2014/main" id="{E9A8BD6B-80AC-6108-63DA-D5ED9E2482AA}"/>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8" name="Rectangle 17">
              <a:extLst>
                <a:ext uri="{FF2B5EF4-FFF2-40B4-BE49-F238E27FC236}">
                  <a16:creationId xmlns:a16="http://schemas.microsoft.com/office/drawing/2014/main" id="{66889627-AFDA-98BB-8B57-AFDD3F2C33F4}"/>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21" name="TextBox 20">
            <a:extLst>
              <a:ext uri="{FF2B5EF4-FFF2-40B4-BE49-F238E27FC236}">
                <a16:creationId xmlns:a16="http://schemas.microsoft.com/office/drawing/2014/main" id="{8AFAD781-582D-449C-9751-1ED260F49D7F}"/>
              </a:ext>
            </a:extLst>
          </p:cNvPr>
          <p:cNvSpPr txBox="1"/>
          <p:nvPr/>
        </p:nvSpPr>
        <p:spPr>
          <a:xfrm>
            <a:off x="-6525603"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16" name="Picture 15">
            <a:extLst>
              <a:ext uri="{FF2B5EF4-FFF2-40B4-BE49-F238E27FC236}">
                <a16:creationId xmlns:a16="http://schemas.microsoft.com/office/drawing/2014/main" id="{EF45DABB-56D2-4982-9B57-CC079A65619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79710" y="0"/>
            <a:ext cx="954107" cy="954107"/>
          </a:xfrm>
          <a:prstGeom prst="rect">
            <a:avLst/>
          </a:prstGeom>
        </p:spPr>
      </p:pic>
      <p:sp>
        <p:nvSpPr>
          <p:cNvPr id="17" name="Oval 16">
            <a:extLst>
              <a:ext uri="{FF2B5EF4-FFF2-40B4-BE49-F238E27FC236}">
                <a16:creationId xmlns:a16="http://schemas.microsoft.com/office/drawing/2014/main" id="{ECC93351-1136-41B5-841F-DFE45CC136C8}"/>
              </a:ext>
            </a:extLst>
          </p:cNvPr>
          <p:cNvSpPr/>
          <p:nvPr/>
        </p:nvSpPr>
        <p:spPr>
          <a:xfrm>
            <a:off x="18443316" y="-4821"/>
            <a:ext cx="954107" cy="957984"/>
          </a:xfrm>
          <a:prstGeom prst="ellipse">
            <a:avLst/>
          </a:prstGeom>
          <a:blipFill dpi="0" rotWithShape="1">
            <a:blip r:embed="rId4"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23" name="Rectangle 22">
            <a:extLst>
              <a:ext uri="{FF2B5EF4-FFF2-40B4-BE49-F238E27FC236}">
                <a16:creationId xmlns:a16="http://schemas.microsoft.com/office/drawing/2014/main" id="{77374624-9379-7BB0-3E57-C6FD8F6A020F}"/>
              </a:ext>
            </a:extLst>
          </p:cNvPr>
          <p:cNvSpPr/>
          <p:nvPr/>
        </p:nvSpPr>
        <p:spPr>
          <a:xfrm>
            <a:off x="-3810000" y="1186006"/>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152894581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accel="50000" decel="50000" fill="hold" grpId="0" nodeType="withEffect">
                                  <p:stCondLst>
                                    <p:cond delay="0"/>
                                  </p:stCondLst>
                                  <p:childTnLst>
                                    <p:animMotion origin="layout" path="M 0.03455 -0.01343 L 0.88455 -0.00895 L 0.88455 -0.00911 " pathEditMode="relative" rAng="0" ptsTypes="AAA">
                                      <p:cBhvr>
                                        <p:cTn id="6" dur="1000" fill="hold"/>
                                        <p:tgtEl>
                                          <p:spTgt spid="3"/>
                                        </p:tgtEl>
                                        <p:attrNameLst>
                                          <p:attrName>ppt_x</p:attrName>
                                          <p:attrName>ppt_y</p:attrName>
                                        </p:attrNameLst>
                                      </p:cBhvr>
                                      <p:rCtr x="42500" y="216"/>
                                    </p:animMotion>
                                  </p:childTnLst>
                                </p:cTn>
                              </p:par>
                              <p:par>
                                <p:cTn id="7" presetID="0" presetClass="path" presetSubtype="0" accel="50000" decel="50000" fill="hold" grpId="0" nodeType="withEffect">
                                  <p:stCondLst>
                                    <p:cond delay="0"/>
                                  </p:stCondLst>
                                  <p:childTnLst>
                                    <p:animMotion origin="layout" path="M -0.00417 0.00216 L -0.34288 0.00216 L -0.34132 0.00216 " pathEditMode="relative" rAng="0" ptsTypes="AAA">
                                      <p:cBhvr>
                                        <p:cTn id="8" dur="1000" fill="hold"/>
                                        <p:tgtEl>
                                          <p:spTgt spid="17"/>
                                        </p:tgtEl>
                                        <p:attrNameLst>
                                          <p:attrName>ppt_x</p:attrName>
                                          <p:attrName>ppt_y</p:attrName>
                                        </p:attrNameLst>
                                      </p:cBhvr>
                                      <p:rCtr x="-16936" y="0"/>
                                    </p:animMotion>
                                  </p:childTnLst>
                                </p:cTn>
                              </p:par>
                              <p:par>
                                <p:cTn id="9" presetID="0" presetClass="path" presetSubtype="0" accel="50000" decel="50000" fill="hold" grpId="0" nodeType="withEffect">
                                  <p:stCondLst>
                                    <p:cond delay="0"/>
                                  </p:stCondLst>
                                  <p:childTnLst>
                                    <p:animMotion origin="layout" path="M -3.33333E-6 -2.22222E-6 L -0.57709 -0.00447 " pathEditMode="relative" rAng="0" ptsTypes="AA">
                                      <p:cBhvr>
                                        <p:cTn id="10" dur="1000" fill="hold"/>
                                        <p:tgtEl>
                                          <p:spTgt spid="28"/>
                                        </p:tgtEl>
                                        <p:attrNameLst>
                                          <p:attrName>ppt_x</p:attrName>
                                          <p:attrName>ppt_y</p:attrName>
                                        </p:attrNameLst>
                                      </p:cBhvr>
                                      <p:rCtr x="-28750" y="-355"/>
                                    </p:animMotion>
                                  </p:childTnLst>
                                </p:cTn>
                              </p:par>
                              <p:par>
                                <p:cTn id="11" presetID="0" presetClass="path" presetSubtype="0" accel="50000" decel="50000" fill="hold" grpId="0" nodeType="withEffect">
                                  <p:stCondLst>
                                    <p:cond delay="0"/>
                                  </p:stCondLst>
                                  <p:childTnLst>
                                    <p:animMotion origin="layout" path="M -3.88889E-6 -0.00633 L 0.68299 -0.00201 L 0.68299 -0.00185 " pathEditMode="relative" rAng="0" ptsTypes="AAA">
                                      <p:cBhvr>
                                        <p:cTn id="12" dur="1000" fill="hold"/>
                                        <p:tgtEl>
                                          <p:spTgt spid="21"/>
                                        </p:tgtEl>
                                        <p:attrNameLst>
                                          <p:attrName>ppt_x</p:attrName>
                                          <p:attrName>ppt_y</p:attrName>
                                        </p:attrNameLst>
                                      </p:cBhvr>
                                      <p:rCtr x="34149" y="216"/>
                                    </p:animMotion>
                                  </p:childTnLst>
                                </p:cTn>
                              </p:par>
                              <p:par>
                                <p:cTn id="13" presetID="0" presetClass="path" presetSubtype="0" accel="50000" decel="50000" fill="hold" nodeType="withEffect">
                                  <p:stCondLst>
                                    <p:cond delay="0"/>
                                  </p:stCondLst>
                                  <p:childTnLst>
                                    <p:animMotion origin="layout" path="M -0.0046 -0.00263 L 0.68247 0.00169 L 0.68247 0.00185 " pathEditMode="relative" rAng="0" ptsTypes="AAA">
                                      <p:cBhvr>
                                        <p:cTn id="14" dur="1000" fill="hold"/>
                                        <p:tgtEl>
                                          <p:spTgt spid="16"/>
                                        </p:tgtEl>
                                        <p:attrNameLst>
                                          <p:attrName>ppt_x</p:attrName>
                                          <p:attrName>ppt_y</p:attrName>
                                        </p:attrNameLst>
                                      </p:cBhvr>
                                      <p:rCtr x="34358" y="21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8" grpId="0"/>
      <p:bldP spid="21" grpId="0"/>
      <p:bldP spid="17"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B55487-134B-EB0B-1C14-F0052CAA6A30}"/>
            </a:ext>
          </a:extLst>
        </p:cNvPr>
        <p:cNvGrpSpPr/>
        <p:nvPr/>
      </p:nvGrpSpPr>
      <p:grpSpPr>
        <a:xfrm>
          <a:off x="0" y="0"/>
          <a:ext cx="0" cy="0"/>
          <a:chOff x="0" y="0"/>
          <a:chExt cx="0" cy="0"/>
        </a:xfrm>
      </p:grpSpPr>
      <p:sp>
        <p:nvSpPr>
          <p:cNvPr id="36" name="Rectangle 35">
            <a:extLst>
              <a:ext uri="{FF2B5EF4-FFF2-40B4-BE49-F238E27FC236}">
                <a16:creationId xmlns:a16="http://schemas.microsoft.com/office/drawing/2014/main" id="{CBA7EBCD-4D83-67C1-05BF-8561BE1CBE50}"/>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nvGrpSpPr>
          <p:cNvPr id="19" name="Group 18">
            <a:extLst>
              <a:ext uri="{FF2B5EF4-FFF2-40B4-BE49-F238E27FC236}">
                <a16:creationId xmlns:a16="http://schemas.microsoft.com/office/drawing/2014/main" id="{ABF5D183-73BD-2851-C291-6CC318FD43D2}"/>
              </a:ext>
            </a:extLst>
          </p:cNvPr>
          <p:cNvGrpSpPr/>
          <p:nvPr/>
        </p:nvGrpSpPr>
        <p:grpSpPr>
          <a:xfrm>
            <a:off x="0" y="0"/>
            <a:ext cx="18360000" cy="1188944"/>
            <a:chOff x="0" y="0"/>
            <a:chExt cx="18360000" cy="1188944"/>
          </a:xfrm>
        </p:grpSpPr>
        <p:sp>
          <p:nvSpPr>
            <p:cNvPr id="13" name="Rectangle 12">
              <a:extLst>
                <a:ext uri="{FF2B5EF4-FFF2-40B4-BE49-F238E27FC236}">
                  <a16:creationId xmlns:a16="http://schemas.microsoft.com/office/drawing/2014/main" id="{61096093-5EDC-701F-596A-6D6CEDF56488}"/>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4" name="Rectangle 13">
              <a:extLst>
                <a:ext uri="{FF2B5EF4-FFF2-40B4-BE49-F238E27FC236}">
                  <a16:creationId xmlns:a16="http://schemas.microsoft.com/office/drawing/2014/main" id="{02A2FECF-9505-EACB-BA00-3ADFF46DAB54}"/>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5" name="Rectangle 14">
              <a:extLst>
                <a:ext uri="{FF2B5EF4-FFF2-40B4-BE49-F238E27FC236}">
                  <a16:creationId xmlns:a16="http://schemas.microsoft.com/office/drawing/2014/main" id="{9B732BCE-0019-61E6-55A9-1EDA2325C931}"/>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8" name="Rectangle 17">
              <a:extLst>
                <a:ext uri="{FF2B5EF4-FFF2-40B4-BE49-F238E27FC236}">
                  <a16:creationId xmlns:a16="http://schemas.microsoft.com/office/drawing/2014/main" id="{A5930DC3-018D-0A70-A2F3-1B1795F93931}"/>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10" name="Oval 9">
            <a:extLst>
              <a:ext uri="{FF2B5EF4-FFF2-40B4-BE49-F238E27FC236}">
                <a16:creationId xmlns:a16="http://schemas.microsoft.com/office/drawing/2014/main" id="{44323E8B-550C-3898-5082-3B6F99926E32}"/>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2" name="TextBox 1">
            <a:extLst>
              <a:ext uri="{FF2B5EF4-FFF2-40B4-BE49-F238E27FC236}">
                <a16:creationId xmlns:a16="http://schemas.microsoft.com/office/drawing/2014/main" id="{C0A41488-65F7-A942-2441-A8D660BAD276}"/>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4" name="Picture 3">
            <a:extLst>
              <a:ext uri="{FF2B5EF4-FFF2-40B4-BE49-F238E27FC236}">
                <a16:creationId xmlns:a16="http://schemas.microsoft.com/office/drawing/2014/main" id="{AAA28652-0430-24C4-AC24-71783F02AD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37" name="Rectangle 36">
            <a:extLst>
              <a:ext uri="{FF2B5EF4-FFF2-40B4-BE49-F238E27FC236}">
                <a16:creationId xmlns:a16="http://schemas.microsoft.com/office/drawing/2014/main" id="{BAC49CAF-BFCF-A585-E719-55357143B2B8}"/>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5" name="Rectangle: Rounded Corners 34">
            <a:extLst>
              <a:ext uri="{FF2B5EF4-FFF2-40B4-BE49-F238E27FC236}">
                <a16:creationId xmlns:a16="http://schemas.microsoft.com/office/drawing/2014/main" id="{426BDC8E-EFA9-9D35-56DA-C03BB715C951}"/>
              </a:ext>
            </a:extLst>
          </p:cNvPr>
          <p:cNvSpPr/>
          <p:nvPr/>
        </p:nvSpPr>
        <p:spPr>
          <a:xfrm>
            <a:off x="135604" y="1238793"/>
            <a:ext cx="35052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 name="TextBox 4">
            <a:extLst>
              <a:ext uri="{FF2B5EF4-FFF2-40B4-BE49-F238E27FC236}">
                <a16:creationId xmlns:a16="http://schemas.microsoft.com/office/drawing/2014/main" id="{FF6F89F3-CA9F-4A4B-BF5E-9C7CAA481DB1}"/>
              </a:ext>
            </a:extLst>
          </p:cNvPr>
          <p:cNvSpPr txBox="1"/>
          <p:nvPr/>
        </p:nvSpPr>
        <p:spPr>
          <a:xfrm>
            <a:off x="288004" y="1325218"/>
            <a:ext cx="3200400" cy="830997"/>
          </a:xfrm>
          <a:prstGeom prst="rect">
            <a:avLst/>
          </a:prstGeom>
          <a:noFill/>
          <a:ln>
            <a:noFill/>
          </a:ln>
        </p:spPr>
        <p:txBody>
          <a:bodyPr wrap="square" rtlCol="0">
            <a:spAutoFit/>
          </a:bodyPr>
          <a:lstStyle/>
          <a:p>
            <a:r>
              <a:rPr lang="en-US" sz="4800" dirty="0">
                <a:solidFill>
                  <a:schemeClr val="bg1"/>
                </a:solidFill>
                <a:latin typeface="Times New Roman" panose="02020603050405020304" pitchFamily="18" charset="0"/>
                <a:cs typeface="Times New Roman" panose="02020603050405020304" pitchFamily="18" charset="0"/>
              </a:rPr>
              <a:t>NỘI DUNG</a:t>
            </a:r>
          </a:p>
        </p:txBody>
      </p:sp>
      <p:sp>
        <p:nvSpPr>
          <p:cNvPr id="6" name="TextBox 5">
            <a:extLst>
              <a:ext uri="{FF2B5EF4-FFF2-40B4-BE49-F238E27FC236}">
                <a16:creationId xmlns:a16="http://schemas.microsoft.com/office/drawing/2014/main" id="{D18A09A1-4DA2-45F5-9982-63A32F0E5FFF}"/>
              </a:ext>
            </a:extLst>
          </p:cNvPr>
          <p:cNvSpPr txBox="1"/>
          <p:nvPr/>
        </p:nvSpPr>
        <p:spPr>
          <a:xfrm>
            <a:off x="3810000" y="2412254"/>
            <a:ext cx="140970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spTree>
    <p:extLst>
      <p:ext uri="{BB962C8B-B14F-4D97-AF65-F5344CB8AC3E}">
        <p14:creationId xmlns:p14="http://schemas.microsoft.com/office/powerpoint/2010/main" val="295677561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anim calcmode="lin" valueType="num">
                                      <p:cBhvr additive="base">
                                        <p:cTn id="11" dur="500" fill="hold"/>
                                        <p:tgtEl>
                                          <p:spTgt spid="6">
                                            <p:txEl>
                                              <p:pRg st="0" end="0"/>
                                            </p:txEl>
                                          </p:spTgt>
                                        </p:tgtEl>
                                        <p:attrNameLst>
                                          <p:attrName>ppt_x</p:attrName>
                                        </p:attrNameLst>
                                      </p:cBhvr>
                                      <p:tavLst>
                                        <p:tav tm="0">
                                          <p:val>
                                            <p:strVal val="1+#ppt_w/2"/>
                                          </p:val>
                                        </p:tav>
                                        <p:tav tm="100000">
                                          <p:val>
                                            <p:strVal val="#ppt_x"/>
                                          </p:val>
                                        </p:tav>
                                      </p:tavLst>
                                    </p:anim>
                                    <p:anim calcmode="lin" valueType="num">
                                      <p:cBhvr additive="base">
                                        <p:cTn id="12" dur="500" fill="hold"/>
                                        <p:tgtEl>
                                          <p:spTgt spid="6">
                                            <p:txEl>
                                              <p:pRg st="0" end="0"/>
                                            </p:txEl>
                                          </p:spTgt>
                                        </p:tgtEl>
                                        <p:attrNameLst>
                                          <p:attrName>ppt_y</p:attrName>
                                        </p:attrNameLst>
                                      </p:cBhvr>
                                      <p:tavLst>
                                        <p:tav tm="0">
                                          <p:val>
                                            <p:strVal val="#ppt_y"/>
                                          </p:val>
                                        </p:tav>
                                        <p:tav tm="100000">
                                          <p:val>
                                            <p:strVal val="#ppt_y"/>
                                          </p:val>
                                        </p:tav>
                                      </p:tavLst>
                                    </p:anim>
                                  </p:childTnLst>
                                </p:cTn>
                              </p:par>
                              <p:par>
                                <p:cTn id="13" presetID="2" presetClass="entr" presetSubtype="2" fill="hold" nodeType="with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anim calcmode="lin" valueType="num">
                                      <p:cBhvr additive="base">
                                        <p:cTn id="15" dur="500" fill="hold"/>
                                        <p:tgtEl>
                                          <p:spTgt spid="6">
                                            <p:txEl>
                                              <p:pRg st="1" end="1"/>
                                            </p:txEl>
                                          </p:spTgt>
                                        </p:tgtEl>
                                        <p:attrNameLst>
                                          <p:attrName>ppt_x</p:attrName>
                                        </p:attrNameLst>
                                      </p:cBhvr>
                                      <p:tavLst>
                                        <p:tav tm="0">
                                          <p:val>
                                            <p:strVal val="1+#ppt_w/2"/>
                                          </p:val>
                                        </p:tav>
                                        <p:tav tm="100000">
                                          <p:val>
                                            <p:strVal val="#ppt_x"/>
                                          </p:val>
                                        </p:tav>
                                      </p:tavLst>
                                    </p:anim>
                                    <p:anim calcmode="lin" valueType="num">
                                      <p:cBhvr additive="base">
                                        <p:cTn id="16" dur="500" fill="hold"/>
                                        <p:tgtEl>
                                          <p:spTgt spid="6">
                                            <p:txEl>
                                              <p:pRg st="1" end="1"/>
                                            </p:txEl>
                                          </p:spTgt>
                                        </p:tgtEl>
                                        <p:attrNameLst>
                                          <p:attrName>ppt_y</p:attrName>
                                        </p:attrNameLst>
                                      </p:cBhvr>
                                      <p:tavLst>
                                        <p:tav tm="0">
                                          <p:val>
                                            <p:strVal val="#ppt_y"/>
                                          </p:val>
                                        </p:tav>
                                        <p:tav tm="100000">
                                          <p:val>
                                            <p:strVal val="#ppt_y"/>
                                          </p:val>
                                        </p:tav>
                                      </p:tavLst>
                                    </p:anim>
                                  </p:childTnLst>
                                </p:cTn>
                              </p:par>
                              <p:par>
                                <p:cTn id="17" presetID="2" presetClass="entr" presetSubtype="2" fill="hold" nodeType="withEffect">
                                  <p:stCondLst>
                                    <p:cond delay="0"/>
                                  </p:stCondLst>
                                  <p:childTnLst>
                                    <p:set>
                                      <p:cBhvr>
                                        <p:cTn id="18" dur="1" fill="hold">
                                          <p:stCondLst>
                                            <p:cond delay="0"/>
                                          </p:stCondLst>
                                        </p:cTn>
                                        <p:tgtEl>
                                          <p:spTgt spid="6">
                                            <p:txEl>
                                              <p:pRg st="2" end="2"/>
                                            </p:txEl>
                                          </p:spTgt>
                                        </p:tgtEl>
                                        <p:attrNameLst>
                                          <p:attrName>style.visibility</p:attrName>
                                        </p:attrNameLst>
                                      </p:cBhvr>
                                      <p:to>
                                        <p:strVal val="visible"/>
                                      </p:to>
                                    </p:set>
                                    <p:anim calcmode="lin" valueType="num">
                                      <p:cBhvr additive="base">
                                        <p:cTn id="19" dur="500" fill="hold"/>
                                        <p:tgtEl>
                                          <p:spTgt spid="6">
                                            <p:txEl>
                                              <p:pRg st="2" end="2"/>
                                            </p:txEl>
                                          </p:spTgt>
                                        </p:tgtEl>
                                        <p:attrNameLst>
                                          <p:attrName>ppt_x</p:attrName>
                                        </p:attrNameLst>
                                      </p:cBhvr>
                                      <p:tavLst>
                                        <p:tav tm="0">
                                          <p:val>
                                            <p:strVal val="1+#ppt_w/2"/>
                                          </p:val>
                                        </p:tav>
                                        <p:tav tm="100000">
                                          <p:val>
                                            <p:strVal val="#ppt_x"/>
                                          </p:val>
                                        </p:tav>
                                      </p:tavLst>
                                    </p:anim>
                                    <p:anim calcmode="lin" valueType="num">
                                      <p:cBhvr additive="base">
                                        <p:cTn id="20" dur="500" fill="hold"/>
                                        <p:tgtEl>
                                          <p:spTgt spid="6">
                                            <p:txEl>
                                              <p:pRg st="2" end="2"/>
                                            </p:txEl>
                                          </p:spTgt>
                                        </p:tgtEl>
                                        <p:attrNameLst>
                                          <p:attrName>ppt_y</p:attrName>
                                        </p:attrNameLst>
                                      </p:cBhvr>
                                      <p:tavLst>
                                        <p:tav tm="0">
                                          <p:val>
                                            <p:strVal val="#ppt_y"/>
                                          </p:val>
                                        </p:tav>
                                        <p:tav tm="100000">
                                          <p:val>
                                            <p:strVal val="#ppt_y"/>
                                          </p:val>
                                        </p:tav>
                                      </p:tavLst>
                                    </p:anim>
                                  </p:childTnLst>
                                </p:cTn>
                              </p:par>
                              <p:par>
                                <p:cTn id="21" presetID="2" presetClass="entr" presetSubtype="2" fill="hold" nodeType="withEffect">
                                  <p:stCondLst>
                                    <p:cond delay="0"/>
                                  </p:stCondLst>
                                  <p:childTnLst>
                                    <p:set>
                                      <p:cBhvr>
                                        <p:cTn id="22" dur="1" fill="hold">
                                          <p:stCondLst>
                                            <p:cond delay="0"/>
                                          </p:stCondLst>
                                        </p:cTn>
                                        <p:tgtEl>
                                          <p:spTgt spid="6">
                                            <p:txEl>
                                              <p:pRg st="3" end="3"/>
                                            </p:txEl>
                                          </p:spTgt>
                                        </p:tgtEl>
                                        <p:attrNameLst>
                                          <p:attrName>style.visibility</p:attrName>
                                        </p:attrNameLst>
                                      </p:cBhvr>
                                      <p:to>
                                        <p:strVal val="visible"/>
                                      </p:to>
                                    </p:set>
                                    <p:anim calcmode="lin" valueType="num">
                                      <p:cBhvr additive="base">
                                        <p:cTn id="23" dur="500" fill="hold"/>
                                        <p:tgtEl>
                                          <p:spTgt spid="6">
                                            <p:txEl>
                                              <p:pRg st="3" end="3"/>
                                            </p:txEl>
                                          </p:spTgt>
                                        </p:tgtEl>
                                        <p:attrNameLst>
                                          <p:attrName>ppt_x</p:attrName>
                                        </p:attrNameLst>
                                      </p:cBhvr>
                                      <p:tavLst>
                                        <p:tav tm="0">
                                          <p:val>
                                            <p:strVal val="1+#ppt_w/2"/>
                                          </p:val>
                                        </p:tav>
                                        <p:tav tm="100000">
                                          <p:val>
                                            <p:strVal val="#ppt_x"/>
                                          </p:val>
                                        </p:tav>
                                      </p:tavLst>
                                    </p:anim>
                                    <p:anim calcmode="lin" valueType="num">
                                      <p:cBhvr additive="base">
                                        <p:cTn id="24" dur="500" fill="hold"/>
                                        <p:tgtEl>
                                          <p:spTgt spid="6">
                                            <p:txEl>
                                              <p:pRg st="3" end="3"/>
                                            </p:txEl>
                                          </p:spTgt>
                                        </p:tgtEl>
                                        <p:attrNameLst>
                                          <p:attrName>ppt_y</p:attrName>
                                        </p:attrNameLst>
                                      </p:cBhvr>
                                      <p:tavLst>
                                        <p:tav tm="0">
                                          <p:val>
                                            <p:strVal val="#ppt_y"/>
                                          </p:val>
                                        </p:tav>
                                        <p:tav tm="100000">
                                          <p:val>
                                            <p:strVal val="#ppt_y"/>
                                          </p:val>
                                        </p:tav>
                                      </p:tavLst>
                                    </p:anim>
                                  </p:childTnLst>
                                </p:cTn>
                              </p:par>
                              <p:par>
                                <p:cTn id="25" presetID="2" presetClass="entr" presetSubtype="2" fill="hold" nodeType="withEffect">
                                  <p:stCondLst>
                                    <p:cond delay="0"/>
                                  </p:stCondLst>
                                  <p:childTnLst>
                                    <p:set>
                                      <p:cBhvr>
                                        <p:cTn id="26" dur="1" fill="hold">
                                          <p:stCondLst>
                                            <p:cond delay="0"/>
                                          </p:stCondLst>
                                        </p:cTn>
                                        <p:tgtEl>
                                          <p:spTgt spid="6">
                                            <p:txEl>
                                              <p:pRg st="4" end="4"/>
                                            </p:txEl>
                                          </p:spTgt>
                                        </p:tgtEl>
                                        <p:attrNameLst>
                                          <p:attrName>style.visibility</p:attrName>
                                        </p:attrNameLst>
                                      </p:cBhvr>
                                      <p:to>
                                        <p:strVal val="visible"/>
                                      </p:to>
                                    </p:set>
                                    <p:anim calcmode="lin" valueType="num">
                                      <p:cBhvr additive="base">
                                        <p:cTn id="27" dur="500" fill="hold"/>
                                        <p:tgtEl>
                                          <p:spTgt spid="6">
                                            <p:txEl>
                                              <p:pRg st="4" end="4"/>
                                            </p:txEl>
                                          </p:spTgt>
                                        </p:tgtEl>
                                        <p:attrNameLst>
                                          <p:attrName>ppt_x</p:attrName>
                                        </p:attrNameLst>
                                      </p:cBhvr>
                                      <p:tavLst>
                                        <p:tav tm="0">
                                          <p:val>
                                            <p:strVal val="1+#ppt_w/2"/>
                                          </p:val>
                                        </p:tav>
                                        <p:tav tm="100000">
                                          <p:val>
                                            <p:strVal val="#ppt_x"/>
                                          </p:val>
                                        </p:tav>
                                      </p:tavLst>
                                    </p:anim>
                                    <p:anim calcmode="lin" valueType="num">
                                      <p:cBhvr additive="base">
                                        <p:cTn id="28" dur="500" fill="hold"/>
                                        <p:tgtEl>
                                          <p:spTgt spid="6">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A4EBF-848B-CD35-E5FF-5AD78B3C7B85}"/>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7FE78BE5-793B-45C5-0CA5-AD04DFE5D070}"/>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5A091E8C-3173-D917-1610-9FB9936AAA0C}"/>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413C754D-30D3-46D4-EB09-E7C8403FD862}"/>
              </a:ext>
            </a:extLst>
          </p:cNvPr>
          <p:cNvSpPr/>
          <p:nvPr/>
        </p:nvSpPr>
        <p:spPr>
          <a:xfrm>
            <a:off x="3886200" y="2622850"/>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B4DB90ED-8C6D-FD06-E956-EFB7BA508E1E}"/>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5B53F9EA-2C2E-1BD0-DC34-570B76CAD037}"/>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solidFill>
                  <a:schemeClr val="bg1"/>
                </a:solidFill>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9D7CC3CA-F995-37F3-51ED-0070158491DD}"/>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64DD3133-F0FA-0C5C-5571-3D9B11C5D9BB}"/>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FCB8A6D4-71B1-62F5-F972-106057A72311}"/>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2DEA7CC2-BD02-F1DA-59BC-52BB7EC3455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56968A94-A7C4-2297-5495-B20CC1C458BD}"/>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49EC31AE-24E0-00A1-BB5E-357782ABA6AA}"/>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57E20473-0DB9-A9B6-E0EE-CBE244DF197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263C9D12-FA8F-D809-139E-3F13D1018DA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63474876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B1181D8B-A9BA-FDE1-9E5B-6F7F099D7C84}"/>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F72F0ED0-3633-4CA8-BFCB-D2F4063A6794}"/>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CF845C3E-1D8A-82E7-221C-7E3CF778C04A}"/>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D6E342A1-914A-4169-B59E-75A853E491F8}"/>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D6C1A25-E1C9-47AA-B661-4754C6B2B62A}"/>
              </a:ext>
            </a:extLst>
          </p:cNvPr>
          <p:cNvSpPr txBox="1"/>
          <p:nvPr/>
        </p:nvSpPr>
        <p:spPr>
          <a:xfrm>
            <a:off x="762000" y="5697319"/>
            <a:ext cx="2286000" cy="646331"/>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 Đặt vấn đề</a:t>
            </a:r>
          </a:p>
        </p:txBody>
      </p:sp>
      <p:sp>
        <p:nvSpPr>
          <p:cNvPr id="18" name="TextBox 17">
            <a:extLst>
              <a:ext uri="{FF2B5EF4-FFF2-40B4-BE49-F238E27FC236}">
                <a16:creationId xmlns:a16="http://schemas.microsoft.com/office/drawing/2014/main" id="{D856F9AC-8221-498D-BA62-7BE8C782B142}"/>
              </a:ext>
            </a:extLst>
          </p:cNvPr>
          <p:cNvSpPr txBox="1"/>
          <p:nvPr/>
        </p:nvSpPr>
        <p:spPr>
          <a:xfrm>
            <a:off x="3810000" y="2453830"/>
            <a:ext cx="14249400" cy="5851602"/>
          </a:xfrm>
          <a:prstGeom prst="rect">
            <a:avLst/>
          </a:prstGeom>
          <a:noFill/>
        </p:spPr>
        <p:txBody>
          <a:bodyPr wrap="square" rtlCol="0">
            <a:spAutoFit/>
          </a:bodyPr>
          <a:lstStyle/>
          <a:p>
            <a:pPr marL="457200" indent="-457200">
              <a:lnSpc>
                <a:spcPct val="200000"/>
              </a:lnSpc>
              <a:buFont typeface="Arial" panose="020B0604020202020204" pitchFamily="34" charset="0"/>
              <a:buChar char="•"/>
            </a:pPr>
            <a:r>
              <a:rPr lang="vi-VN" sz="3200" dirty="0">
                <a:latin typeface="+mj-lt"/>
              </a:rPr>
              <a:t>Kinh tế số phát triển kéo theo nhu cầu chăm sóc</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làm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đẹp</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và</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điều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trị</a:t>
            </a:r>
            <a:r>
              <a:rPr lang="en-US" sz="3200" dirty="0">
                <a:latin typeface="+mj-lt"/>
              </a:rPr>
              <a:t> </a:t>
            </a:r>
            <a:r>
              <a:rPr lang="vi-VN" sz="3200" dirty="0">
                <a:latin typeface="+mj-lt"/>
              </a:rPr>
              <a:t>cho thú cưng tăng mạnh.</a:t>
            </a:r>
            <a:endParaRPr lang="en-US" sz="3200" dirty="0">
              <a:latin typeface="+mj-lt"/>
            </a:endParaRPr>
          </a:p>
          <a:p>
            <a:pPr marL="457200" indent="-457200">
              <a:lnSpc>
                <a:spcPct val="200000"/>
              </a:lnSpc>
              <a:buFont typeface="Arial" panose="020B0604020202020204" pitchFamily="34" charset="0"/>
              <a:buChar char="•"/>
            </a:pPr>
            <a:r>
              <a:rPr lang="en-US" sz="3200" dirty="0" err="1">
                <a:latin typeface="Times New Roman" panose="02020603050405020304" pitchFamily="18" charset="0"/>
                <a:cs typeface="Times New Roman" panose="02020603050405020304" pitchFamily="18" charset="0"/>
              </a:rPr>
              <a:t>Nhiều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phòng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khám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vẫn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đang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vận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hành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thủ</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công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thiếu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tính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đồng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bộ</a:t>
            </a:r>
            <a:endParaRPr lang="en-US" sz="3200" dirty="0">
              <a:latin typeface="Times New Roman" panose="02020603050405020304" pitchFamily="18" charset="0"/>
              <a:cs typeface="Times New Roman" panose="02020603050405020304" pitchFamily="18" charset="0"/>
            </a:endParaRPr>
          </a:p>
          <a:p>
            <a:pPr marL="457200" indent="-457200" algn="l">
              <a:lnSpc>
                <a:spcPct val="200000"/>
              </a:lnSpc>
              <a:buFont typeface="Arial" panose="020B0604020202020204" pitchFamily="34" charset="0"/>
              <a:buChar char="•"/>
            </a:pPr>
            <a:r>
              <a:rPr lang="en-US" sz="3200" dirty="0" err="1">
                <a:latin typeface="Times New Roman" panose="02020603050405020304" pitchFamily="18" charset="0"/>
                <a:cs typeface="Times New Roman" panose="02020603050405020304" pitchFamily="18" charset="0"/>
              </a:rPr>
              <a:t>Khách</a:t>
            </a:r>
            <a:r>
              <a:rPr lang="en-US" sz="3200" dirty="0">
                <a:latin typeface="Times New Roman" panose="02020603050405020304" pitchFamily="18" charset="0"/>
                <a:cs typeface="Times New Roman" panose="02020603050405020304" pitchFamily="18" charset="0"/>
              </a:rPr>
              <a:t> hang </a:t>
            </a:r>
            <a:r>
              <a:rPr lang="en-US" sz="3200" dirty="0" err="1">
                <a:latin typeface="Times New Roman" panose="02020603050405020304" pitchFamily="18" charset="0"/>
                <a:cs typeface="Times New Roman" panose="02020603050405020304" pitchFamily="18" charset="0"/>
              </a:rPr>
              <a:t>tốn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thời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gian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liên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hệ</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khó</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theo</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dõi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dịch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vụ</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và</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lịch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sử</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khám</a:t>
            </a:r>
            <a:endParaRPr lang="en-US" sz="3200" dirty="0">
              <a:latin typeface="Times New Roman" panose="02020603050405020304" pitchFamily="18" charset="0"/>
              <a:cs typeface="Times New Roman" panose="02020603050405020304" pitchFamily="18" charset="0"/>
            </a:endParaRPr>
          </a:p>
          <a:p>
            <a:pPr marL="457200" indent="-457200" algn="l">
              <a:lnSpc>
                <a:spcPct val="200000"/>
              </a:lnSpc>
              <a:buFont typeface="Arial" panose="020B0604020202020204" pitchFamily="34" charset="0"/>
              <a:buChar char="•"/>
            </a:pPr>
            <a:r>
              <a:rPr lang="en-US" sz="3200" dirty="0" err="1">
                <a:latin typeface="Times New Roman" panose="02020603050405020304" pitchFamily="18" charset="0"/>
                <a:cs typeface="Times New Roman" panose="02020603050405020304" pitchFamily="18" charset="0"/>
              </a:rPr>
              <a:t>Dẫn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đến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thiếu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sự</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liên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kết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trong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điều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phối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nhân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sự</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khó</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kiểm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soát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doanh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thu</a:t>
            </a:r>
            <a:endParaRPr lang="en-US" sz="3200" dirty="0">
              <a:latin typeface="Times New Roman" panose="02020603050405020304" pitchFamily="18" charset="0"/>
              <a:cs typeface="Times New Roman" panose="02020603050405020304" pitchFamily="18" charset="0"/>
            </a:endParaRPr>
          </a:p>
          <a:p>
            <a:pPr>
              <a:lnSpc>
                <a:spcPct val="200000"/>
              </a:lnSpc>
            </a:pPr>
            <a:r>
              <a:rPr lang="en-US" sz="3200" dirty="0">
                <a:latin typeface="Times New Roman" panose="02020603050405020304" pitchFamily="18" charset="0"/>
                <a:cs typeface="Times New Roman" panose="02020603050405020304" pitchFamily="18" charset="0"/>
              </a:rPr>
              <a:t>=&gt; </a:t>
            </a:r>
            <a:r>
              <a:rPr lang="en-US" sz="3200" dirty="0" err="1">
                <a:latin typeface="Times New Roman" panose="02020603050405020304" pitchFamily="18" charset="0"/>
                <a:cs typeface="Times New Roman" panose="02020603050405020304" pitchFamily="18" charset="0"/>
              </a:rPr>
              <a:t>Đề</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tài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Xây</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dựng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ứng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dụng</a:t>
            </a:r>
            <a:r>
              <a:rPr lang="en-US" sz="3200" dirty="0">
                <a:latin typeface="Times New Roman" panose="02020603050405020304" pitchFamily="18" charset="0"/>
                <a:cs typeface="Times New Roman" panose="02020603050405020304" pitchFamily="18" charset="0"/>
              </a:rPr>
              <a:t> web </a:t>
            </a:r>
            <a:r>
              <a:rPr lang="en-US" sz="3200" dirty="0" err="1">
                <a:latin typeface="Times New Roman" panose="02020603050405020304" pitchFamily="18" charset="0"/>
                <a:cs typeface="Times New Roman" panose="02020603050405020304" pitchFamily="18" charset="0"/>
              </a:rPr>
              <a:t>quản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lý</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phòng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khám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thú</a:t>
            </a:r>
            <a:r>
              <a:rPr lang="en-US" sz="3200" dirty="0">
                <a:latin typeface="Times New Roman" panose="02020603050405020304" pitchFamily="18" charset="0"/>
                <a:cs typeface="Times New Roman" panose="02020603050405020304" pitchFamily="18" charset="0"/>
              </a:rPr>
              <a:t> y”.</a:t>
            </a:r>
          </a:p>
        </p:txBody>
      </p:sp>
      <p:sp>
        <p:nvSpPr>
          <p:cNvPr id="16" name="TextBox 15">
            <a:extLst>
              <a:ext uri="{FF2B5EF4-FFF2-40B4-BE49-F238E27FC236}">
                <a16:creationId xmlns:a16="http://schemas.microsoft.com/office/drawing/2014/main" id="{6C6373B4-9F3A-197E-1C03-C2750DB2570F}"/>
              </a:ext>
            </a:extLst>
          </p:cNvPr>
          <p:cNvSpPr txBox="1"/>
          <p:nvPr/>
        </p:nvSpPr>
        <p:spPr>
          <a:xfrm>
            <a:off x="3858223" y="1463633"/>
            <a:ext cx="3321174"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1. GIỚI THIỆU</a:t>
            </a:r>
          </a:p>
        </p:txBody>
      </p:sp>
      <p:grpSp>
        <p:nvGrpSpPr>
          <p:cNvPr id="47" name="Group 46">
            <a:extLst>
              <a:ext uri="{FF2B5EF4-FFF2-40B4-BE49-F238E27FC236}">
                <a16:creationId xmlns:a16="http://schemas.microsoft.com/office/drawing/2014/main" id="{58562149-C21D-F280-50E1-FEE2B092765C}"/>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9477C0DD-BC58-73E7-4542-11449E1A6C51}"/>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C9481650-D3AA-CAED-76C6-8921E2DE847F}"/>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E7B8E238-8172-403E-8A9F-E37A8D05799F}"/>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7B7CEB0C-BAED-5BB0-0DDF-D530DBA421F5}"/>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DB235D1F-6BE1-5C40-AE4D-BEA063A5899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2C7E9D25-FA50-84F8-9CED-590B2D0B932E}"/>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CC226E53-0A1C-40C7-3C3F-A4EB2324D88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55" name="Rectangle 54">
            <a:extLst>
              <a:ext uri="{FF2B5EF4-FFF2-40B4-BE49-F238E27FC236}">
                <a16:creationId xmlns:a16="http://schemas.microsoft.com/office/drawing/2014/main" id="{A38F54F0-A809-7969-47EC-2A7496550F1A}"/>
              </a:ext>
            </a:extLst>
          </p:cNvPr>
          <p:cNvSpPr/>
          <p:nvPr/>
        </p:nvSpPr>
        <p:spPr>
          <a:xfrm>
            <a:off x="-19050" y="10287000"/>
            <a:ext cx="3810000" cy="5136005"/>
          </a:xfrm>
          <a:prstGeom prst="rect">
            <a:avLst/>
          </a:prstGeom>
          <a:solidFill>
            <a:srgbClr val="A3CC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71034727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DFB636-4512-4289-B916-84A204BF785E}"/>
            </a:ext>
          </a:extLst>
        </p:cNvPr>
        <p:cNvGrpSpPr/>
        <p:nvPr/>
      </p:nvGrpSpPr>
      <p:grpSpPr>
        <a:xfrm>
          <a:off x="0" y="0"/>
          <a:ext cx="0" cy="0"/>
          <a:chOff x="0" y="0"/>
          <a:chExt cx="0" cy="0"/>
        </a:xfrm>
      </p:grpSpPr>
      <p:sp>
        <p:nvSpPr>
          <p:cNvPr id="49" name="Rectangle 48">
            <a:extLst>
              <a:ext uri="{FF2B5EF4-FFF2-40B4-BE49-F238E27FC236}">
                <a16:creationId xmlns:a16="http://schemas.microsoft.com/office/drawing/2014/main" id="{76120C2E-FA40-440C-B4F4-15E188BEE433}"/>
              </a:ext>
            </a:extLst>
          </p:cNvPr>
          <p:cNvSpPr/>
          <p:nvPr/>
        </p:nvSpPr>
        <p:spPr>
          <a:xfrm>
            <a:off x="0" y="5150995"/>
            <a:ext cx="3810000" cy="5136005"/>
          </a:xfrm>
          <a:prstGeom prst="rect">
            <a:avLst/>
          </a:prstGeom>
          <a:solidFill>
            <a:srgbClr val="A3CC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8" name="Rectangle 47">
            <a:extLst>
              <a:ext uri="{FF2B5EF4-FFF2-40B4-BE49-F238E27FC236}">
                <a16:creationId xmlns:a16="http://schemas.microsoft.com/office/drawing/2014/main" id="{1852F6B0-7793-17B8-3D18-2F43867A4379}"/>
              </a:ext>
            </a:extLst>
          </p:cNvPr>
          <p:cNvSpPr/>
          <p:nvPr/>
        </p:nvSpPr>
        <p:spPr>
          <a:xfrm>
            <a:off x="0" y="2400299"/>
            <a:ext cx="3810000" cy="2749749"/>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 name="TextBox 2">
            <a:extLst>
              <a:ext uri="{FF2B5EF4-FFF2-40B4-BE49-F238E27FC236}">
                <a16:creationId xmlns:a16="http://schemas.microsoft.com/office/drawing/2014/main" id="{3BA9A554-B603-48E9-FDCF-3FF6F085AD8F}"/>
              </a:ext>
            </a:extLst>
          </p:cNvPr>
          <p:cNvSpPr txBox="1"/>
          <p:nvPr/>
        </p:nvSpPr>
        <p:spPr>
          <a:xfrm>
            <a:off x="864705" y="3439900"/>
            <a:ext cx="1981201" cy="646331"/>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Mục đích</a:t>
            </a:r>
            <a:endParaRPr lang="en-US" sz="3600" dirty="0">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id="{07E9D2AF-010B-CCC6-2C94-4EBD65BB3EA9}"/>
              </a:ext>
            </a:extLst>
          </p:cNvPr>
          <p:cNvSpPr txBox="1"/>
          <p:nvPr/>
        </p:nvSpPr>
        <p:spPr>
          <a:xfrm>
            <a:off x="864705" y="7401819"/>
            <a:ext cx="1752600" cy="646331"/>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Yêu cầu</a:t>
            </a:r>
            <a:endParaRPr lang="en-US" sz="3600" dirty="0">
              <a:latin typeface="Times New Roman" panose="02020603050405020304" pitchFamily="18" charset="0"/>
              <a:cs typeface="Times New Roman" panose="02020603050405020304" pitchFamily="18" charset="0"/>
            </a:endParaRPr>
          </a:p>
        </p:txBody>
      </p:sp>
      <p:sp>
        <p:nvSpPr>
          <p:cNvPr id="4" name="TextBox 10">
            <a:extLst>
              <a:ext uri="{FF2B5EF4-FFF2-40B4-BE49-F238E27FC236}">
                <a16:creationId xmlns:a16="http://schemas.microsoft.com/office/drawing/2014/main" id="{E87176E6-85B2-3657-D831-9DD5B18C056A}"/>
              </a:ext>
            </a:extLst>
          </p:cNvPr>
          <p:cNvSpPr txBox="1"/>
          <p:nvPr/>
        </p:nvSpPr>
        <p:spPr>
          <a:xfrm>
            <a:off x="3858223" y="2488700"/>
            <a:ext cx="14201178" cy="2496837"/>
          </a:xfrm>
          <a:prstGeom prst="rect">
            <a:avLst/>
          </a:prstGeom>
        </p:spPr>
        <p:txBody>
          <a:bodyPr wrap="square" lIns="0" tIns="0" rIns="0" bIns="0" rtlCol="0" anchor="t">
            <a:spAutoFit/>
          </a:bodyPr>
          <a:lstStyle/>
          <a:p>
            <a:pPr indent="457200" algn="just">
              <a:lnSpc>
                <a:spcPct val="130000"/>
              </a:lnSpc>
              <a:spcAft>
                <a:spcPts val="800"/>
              </a:spcAft>
            </a:pPr>
            <a:r>
              <a:rPr lang="vi-VN" sz="3200" dirty="0">
                <a:latin typeface="Times New Roman" panose="02020603050405020304" pitchFamily="18" charset="0"/>
                <a:ea typeface="Times New Roman" panose="02020603050405020304" pitchFamily="18" charset="0"/>
              </a:rPr>
              <a:t>Tiến hành nghiên cứu và</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vận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dụng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các</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công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nghệ</a:t>
            </a:r>
            <a:r>
              <a:rPr lang="en-US" sz="3200" dirty="0">
                <a:latin typeface="Times New Roman" panose="02020603050405020304" pitchFamily="18" charset="0"/>
                <a:ea typeface="Times New Roman" panose="02020603050405020304" pitchFamily="18" charset="0"/>
              </a:rPr>
              <a:t> </a:t>
            </a:r>
            <a:r>
              <a:rPr lang="vi-VN" sz="3200" dirty="0">
                <a:latin typeface="Times New Roman" panose="02020603050405020304" pitchFamily="18" charset="0"/>
                <a:ea typeface="Times New Roman" panose="02020603050405020304" pitchFamily="18" charset="0"/>
              </a:rPr>
              <a:t>hiện đại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để</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xây</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dựng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một</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hệ</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thống</a:t>
            </a:r>
            <a:r>
              <a:rPr lang="en-US" sz="3200" dirty="0">
                <a:latin typeface="Times New Roman" panose="02020603050405020304" pitchFamily="18" charset="0"/>
                <a:ea typeface="Times New Roman" panose="02020603050405020304" pitchFamily="18" charset="0"/>
              </a:rPr>
              <a:t> web </a:t>
            </a:r>
            <a:r>
              <a:rPr lang="en-US" sz="3200" dirty="0" err="1">
                <a:latin typeface="Times New Roman" panose="02020603050405020304" pitchFamily="18" charset="0"/>
                <a:ea typeface="Times New Roman" panose="02020603050405020304" pitchFamily="18" charset="0"/>
              </a:rPr>
              <a:t>quản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lý</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phòng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khám</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thú</a:t>
            </a:r>
            <a:r>
              <a:rPr lang="en-US" sz="3200" dirty="0">
                <a:latin typeface="Times New Roman" panose="02020603050405020304" pitchFamily="18" charset="0"/>
                <a:ea typeface="Times New Roman" panose="02020603050405020304" pitchFamily="18" charset="0"/>
              </a:rPr>
              <a:t> y </a:t>
            </a:r>
            <a:r>
              <a:rPr lang="en-US" sz="3200" dirty="0" err="1">
                <a:latin typeface="Times New Roman" panose="02020603050405020304" pitchFamily="18" charset="0"/>
                <a:ea typeface="Times New Roman" panose="02020603050405020304" pitchFamily="18" charset="0"/>
              </a:rPr>
              <a:t>thông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minh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Mục</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tiêu</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cốt</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lõi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là</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số</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hóa</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quy</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trình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vận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hành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giúp</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phòng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khám</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nâng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cao</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hiệu</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quả</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quản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lý</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và</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mang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lại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trải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nghiệm</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đặt</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lịch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sử</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dụng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dịch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vụ</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tiện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lợi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nhất</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cho</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khách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hàng</a:t>
            </a:r>
            <a:r>
              <a:rPr lang="en-US" sz="3200" dirty="0">
                <a:latin typeface="Times New Roman" panose="02020603050405020304" pitchFamily="18" charset="0"/>
                <a:ea typeface="Times New Roman" panose="02020603050405020304" pitchFamily="18" charset="0"/>
              </a:rPr>
              <a:t>.</a:t>
            </a:r>
            <a:endParaRPr lang="en-US" sz="2400"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581D4500-9AAE-93DB-584C-32F5D50386AF}"/>
              </a:ext>
            </a:extLst>
          </p:cNvPr>
          <p:cNvSpPr txBox="1"/>
          <p:nvPr/>
        </p:nvSpPr>
        <p:spPr>
          <a:xfrm>
            <a:off x="3810000" y="5130800"/>
            <a:ext cx="14249401" cy="5016758"/>
          </a:xfrm>
          <a:prstGeom prst="rect">
            <a:avLst/>
          </a:prstGeom>
          <a:noFill/>
        </p:spPr>
        <p:txBody>
          <a:bodyPr wrap="square" rtlCol="0">
            <a:spAutoFit/>
          </a:bodyPr>
          <a:lstStyle/>
          <a:p>
            <a:pPr lvl="0" indent="457200" algn="just"/>
            <a:r>
              <a:rPr lang="en-US" sz="3200" dirty="0" err="1">
                <a:latin typeface="Times New Roman" panose="02020603050405020304" pitchFamily="18" charset="0"/>
                <a:ea typeface="SimSun" panose="02010600030101010101" pitchFamily="2" charset="-122"/>
              </a:rPr>
              <a:t>Hệ</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thống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phải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tự</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động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hóa</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các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luồng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nghiệp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vụ</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đáp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ứng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đầy</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đủ</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tính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năng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cho</a:t>
            </a:r>
            <a:r>
              <a:rPr lang="en-US" sz="3200" dirty="0">
                <a:latin typeface="Times New Roman" panose="02020603050405020304" pitchFamily="18" charset="0"/>
                <a:ea typeface="SimSun" panose="02010600030101010101" pitchFamily="2" charset="-122"/>
              </a:rPr>
              <a:t> 4 </a:t>
            </a:r>
            <a:r>
              <a:rPr lang="en-US" sz="3200" dirty="0" err="1">
                <a:latin typeface="Times New Roman" panose="02020603050405020304" pitchFamily="18" charset="0"/>
                <a:ea typeface="SimSun" panose="02010600030101010101" pitchFamily="2" charset="-122"/>
              </a:rPr>
              <a:t>nhóm</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đối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tượng</a:t>
            </a:r>
            <a:r>
              <a:rPr lang="en-US" sz="3200" dirty="0">
                <a:latin typeface="Times New Roman" panose="02020603050405020304" pitchFamily="18" charset="0"/>
                <a:ea typeface="SimSun" panose="02010600030101010101" pitchFamily="2" charset="-122"/>
              </a:rPr>
              <a:t>:</a:t>
            </a:r>
            <a:endParaRPr lang="vi-VN" sz="3200" dirty="0">
              <a:latin typeface="Times New Roman" panose="02020603050405020304" pitchFamily="18" charset="0"/>
              <a:ea typeface="SimSun" panose="02010600030101010101" pitchFamily="2" charset="-122"/>
            </a:endParaRPr>
          </a:p>
          <a:p>
            <a:pPr marL="457200" lvl="0" indent="-457200" algn="just">
              <a:buFontTx/>
              <a:buChar char="-"/>
            </a:pPr>
            <a:r>
              <a:rPr lang="en-US" sz="3200" dirty="0" err="1">
                <a:latin typeface="Times New Roman" panose="02020603050405020304" pitchFamily="18" charset="0"/>
                <a:ea typeface="SimSun" panose="02010600030101010101" pitchFamily="2" charset="-122"/>
              </a:rPr>
              <a:t>Khách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hàng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Đăng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ký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tài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khoản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chủ</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động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đặt</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theo</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dõi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tiến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trình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dịch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vụ</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của</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thú</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cưng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thanh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toán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trực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tuyến</a:t>
            </a:r>
            <a:endParaRPr lang="en-US" sz="3200" dirty="0">
              <a:latin typeface="Times New Roman" panose="02020603050405020304" pitchFamily="18" charset="0"/>
              <a:ea typeface="SimSun" panose="02010600030101010101" pitchFamily="2" charset="-122"/>
            </a:endParaRPr>
          </a:p>
          <a:p>
            <a:pPr marL="457200" lvl="0" indent="-457200" algn="just">
              <a:buFontTx/>
              <a:buChar char="-"/>
            </a:pPr>
            <a:r>
              <a:rPr lang="en-US" sz="3200" dirty="0" err="1">
                <a:latin typeface="Times New Roman" panose="02020603050405020304" pitchFamily="18" charset="0"/>
                <a:ea typeface="SimSun" panose="02010600030101010101" pitchFamily="2" charset="-122"/>
              </a:rPr>
              <a:t>Lễ</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tân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Tiếp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nhận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đặt</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trực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tiếp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tại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quầy</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đăng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ký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theo</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dõi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làm</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việc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xử</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thanh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toán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xuất</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hóa</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đơn</a:t>
            </a:r>
            <a:r>
              <a:rPr lang="en-US" sz="3200" dirty="0">
                <a:latin typeface="Times New Roman" panose="02020603050405020304" pitchFamily="18" charset="0"/>
                <a:ea typeface="SimSun" panose="02010600030101010101" pitchFamily="2" charset="-122"/>
              </a:rPr>
              <a:t>.</a:t>
            </a:r>
          </a:p>
          <a:p>
            <a:pPr marL="457200" lvl="0" indent="-457200" algn="just">
              <a:buFontTx/>
              <a:buChar char="-"/>
            </a:pPr>
            <a:r>
              <a:rPr lang="en-US" sz="3200" dirty="0" err="1">
                <a:latin typeface="Times New Roman" panose="02020603050405020304" pitchFamily="18" charset="0"/>
                <a:ea typeface="SimSun" panose="02010600030101010101" pitchFamily="2" charset="-122"/>
              </a:rPr>
              <a:t>Bác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sĩ</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Nhân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thông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báo</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nhắc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đăng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ký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quản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trực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cá</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nhân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trực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tiếp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cập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nhật</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hồ</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sơ</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bệnh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án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điện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tử</a:t>
            </a:r>
            <a:endParaRPr lang="en-US" sz="3200" dirty="0">
              <a:latin typeface="Times New Roman" panose="02020603050405020304" pitchFamily="18" charset="0"/>
              <a:ea typeface="SimSun" panose="02010600030101010101" pitchFamily="2" charset="-122"/>
            </a:endParaRPr>
          </a:p>
          <a:p>
            <a:pPr marL="457200" lvl="0" indent="-457200" algn="just">
              <a:buFontTx/>
              <a:buChar char="-"/>
            </a:pPr>
            <a:r>
              <a:rPr lang="en-US" sz="3200" dirty="0">
                <a:latin typeface="Times New Roman" panose="02020603050405020304" pitchFamily="18" charset="0"/>
                <a:ea typeface="SimSun" panose="02010600030101010101" pitchFamily="2" charset="-122"/>
              </a:rPr>
              <a:t>Quản </a:t>
            </a:r>
            <a:r>
              <a:rPr lang="en-US" sz="3200" dirty="0" err="1">
                <a:latin typeface="Times New Roman" panose="02020603050405020304" pitchFamily="18" charset="0"/>
                <a:ea typeface="SimSun" panose="02010600030101010101" pitchFamily="2" charset="-122"/>
              </a:rPr>
              <a:t>trị</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viên</a:t>
            </a:r>
            <a:r>
              <a:rPr lang="en-US" sz="3200" dirty="0">
                <a:latin typeface="Times New Roman" panose="02020603050405020304" pitchFamily="18" charset="0"/>
                <a:ea typeface="SimSun" panose="02010600030101010101" pitchFamily="2" charset="-122"/>
              </a:rPr>
              <a:t>: Quản </a:t>
            </a:r>
            <a:r>
              <a:rPr lang="en-US" sz="3200" dirty="0" err="1">
                <a:latin typeface="Times New Roman" panose="02020603050405020304" pitchFamily="18" charset="0"/>
                <a:ea typeface="SimSun" panose="02010600030101010101" pitchFamily="2" charset="-122"/>
              </a:rPr>
              <a:t>lý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người</a:t>
            </a:r>
            <a:r>
              <a:rPr lang="en-US" sz="3200" dirty="0">
                <a:latin typeface="Times New Roman" panose="02020603050405020304" pitchFamily="18" charset="0"/>
                <a:ea typeface="SimSun" panose="02010600030101010101" pitchFamily="2" charset="-122"/>
              </a:rPr>
              <a:t> dung, </a:t>
            </a:r>
            <a:r>
              <a:rPr lang="en-US" sz="3200" dirty="0" err="1">
                <a:latin typeface="Times New Roman" panose="02020603050405020304" pitchFamily="18" charset="0"/>
                <a:ea typeface="SimSun" panose="02010600030101010101" pitchFamily="2" charset="-122"/>
              </a:rPr>
              <a:t>quản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dịch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vụ</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điều</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phối</a:t>
            </a:r>
            <a:r>
              <a:rPr lang="en-US" sz="3200" dirty="0">
                <a:latin typeface="Times New Roman" panose="02020603050405020304" pitchFamily="18" charset="0"/>
                <a:ea typeface="SimSun" panose="02010600030101010101" pitchFamily="2" charset="-122"/>
              </a:rPr>
              <a:t> ca </a:t>
            </a:r>
            <a:r>
              <a:rPr lang="en-US" sz="3200" dirty="0" err="1">
                <a:latin typeface="Times New Roman" panose="02020603050405020304" pitchFamily="18" charset="0"/>
                <a:ea typeface="SimSun" panose="02010600030101010101" pitchFamily="2" charset="-122"/>
              </a:rPr>
              <a:t>làm</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việc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thống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kê</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doanh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thu</a:t>
            </a:r>
            <a:endParaRPr lang="en-US" sz="3200" dirty="0">
              <a:latin typeface="Times New Roman" panose="02020603050405020304" pitchFamily="18" charset="0"/>
              <a:ea typeface="SimSun" panose="02010600030101010101" pitchFamily="2" charset="-122"/>
            </a:endParaRPr>
          </a:p>
        </p:txBody>
      </p:sp>
      <p:cxnSp>
        <p:nvCxnSpPr>
          <p:cNvPr id="8" name="Straight Connector 7">
            <a:extLst>
              <a:ext uri="{FF2B5EF4-FFF2-40B4-BE49-F238E27FC236}">
                <a16:creationId xmlns:a16="http://schemas.microsoft.com/office/drawing/2014/main" id="{3F5C40E9-0CB4-C3CA-71A5-3BCF2AAE48E0}"/>
              </a:ext>
            </a:extLst>
          </p:cNvPr>
          <p:cNvCxnSpPr/>
          <p:nvPr/>
        </p:nvCxnSpPr>
        <p:spPr>
          <a:xfrm>
            <a:off x="5041757" y="5150995"/>
            <a:ext cx="10204065" cy="0"/>
          </a:xfrm>
          <a:prstGeom prst="line">
            <a:avLst/>
          </a:prstGeom>
        </p:spPr>
        <p:style>
          <a:lnRef idx="1">
            <a:schemeClr val="dk1"/>
          </a:lnRef>
          <a:fillRef idx="0">
            <a:schemeClr val="dk1"/>
          </a:fillRef>
          <a:effectRef idx="0">
            <a:schemeClr val="dk1"/>
          </a:effectRef>
          <a:fontRef idx="minor">
            <a:schemeClr val="tx1"/>
          </a:fontRef>
        </p:style>
      </p:cxnSp>
      <p:grpSp>
        <p:nvGrpSpPr>
          <p:cNvPr id="30" name="Group 29">
            <a:extLst>
              <a:ext uri="{FF2B5EF4-FFF2-40B4-BE49-F238E27FC236}">
                <a16:creationId xmlns:a16="http://schemas.microsoft.com/office/drawing/2014/main" id="{1ED20D53-AF62-87B4-4BC8-C3E200391E73}"/>
              </a:ext>
            </a:extLst>
          </p:cNvPr>
          <p:cNvGrpSpPr/>
          <p:nvPr/>
        </p:nvGrpSpPr>
        <p:grpSpPr>
          <a:xfrm>
            <a:off x="0" y="0"/>
            <a:ext cx="18360000" cy="1188944"/>
            <a:chOff x="0" y="0"/>
            <a:chExt cx="18360000" cy="1188944"/>
          </a:xfrm>
        </p:grpSpPr>
        <p:grpSp>
          <p:nvGrpSpPr>
            <p:cNvPr id="31" name="Group 30">
              <a:extLst>
                <a:ext uri="{FF2B5EF4-FFF2-40B4-BE49-F238E27FC236}">
                  <a16:creationId xmlns:a16="http://schemas.microsoft.com/office/drawing/2014/main" id="{DC2F8B75-33A2-5D63-F0B4-182CD3975014}"/>
                </a:ext>
              </a:extLst>
            </p:cNvPr>
            <p:cNvGrpSpPr/>
            <p:nvPr/>
          </p:nvGrpSpPr>
          <p:grpSpPr>
            <a:xfrm>
              <a:off x="0" y="0"/>
              <a:ext cx="18360000" cy="1188944"/>
              <a:chOff x="0" y="0"/>
              <a:chExt cx="18360000" cy="1188944"/>
            </a:xfrm>
          </p:grpSpPr>
          <p:sp>
            <p:nvSpPr>
              <p:cNvPr id="40" name="Rectangle 39">
                <a:extLst>
                  <a:ext uri="{FF2B5EF4-FFF2-40B4-BE49-F238E27FC236}">
                    <a16:creationId xmlns:a16="http://schemas.microsoft.com/office/drawing/2014/main" id="{5AA3526A-C906-0887-5A86-E0C9C40D00C0}"/>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1" name="Rectangle 40">
                <a:extLst>
                  <a:ext uri="{FF2B5EF4-FFF2-40B4-BE49-F238E27FC236}">
                    <a16:creationId xmlns:a16="http://schemas.microsoft.com/office/drawing/2014/main" id="{005733A5-DB99-80D0-2304-27223948790E}"/>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2" name="Rectangle 41">
                <a:extLst>
                  <a:ext uri="{FF2B5EF4-FFF2-40B4-BE49-F238E27FC236}">
                    <a16:creationId xmlns:a16="http://schemas.microsoft.com/office/drawing/2014/main" id="{F9A8D0AB-CB1F-B0B9-A5C4-B8B6B29D257A}"/>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3" name="Rectangle 42">
                <a:extLst>
                  <a:ext uri="{FF2B5EF4-FFF2-40B4-BE49-F238E27FC236}">
                    <a16:creationId xmlns:a16="http://schemas.microsoft.com/office/drawing/2014/main" id="{357205C9-129B-1878-C14E-D6700F078089}"/>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6" name="Oval 35">
              <a:extLst>
                <a:ext uri="{FF2B5EF4-FFF2-40B4-BE49-F238E27FC236}">
                  <a16:creationId xmlns:a16="http://schemas.microsoft.com/office/drawing/2014/main" id="{38B4483E-F0BC-B246-F49E-9489EDA07EA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8" name="TextBox 37">
              <a:extLst>
                <a:ext uri="{FF2B5EF4-FFF2-40B4-BE49-F238E27FC236}">
                  <a16:creationId xmlns:a16="http://schemas.microsoft.com/office/drawing/2014/main" id="{3F52BD86-C8CA-A681-545C-EAF958049026}"/>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9" name="Picture 38">
              <a:extLst>
                <a:ext uri="{FF2B5EF4-FFF2-40B4-BE49-F238E27FC236}">
                  <a16:creationId xmlns:a16="http://schemas.microsoft.com/office/drawing/2014/main" id="{2C42FD78-0B0A-00B2-9DD4-DE99B6C173F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grpSp>
      <p:sp>
        <p:nvSpPr>
          <p:cNvPr id="51" name="Rectangle 50">
            <a:extLst>
              <a:ext uri="{FF2B5EF4-FFF2-40B4-BE49-F238E27FC236}">
                <a16:creationId xmlns:a16="http://schemas.microsoft.com/office/drawing/2014/main" id="{51BEAAD8-A270-554D-CE62-750265668415}"/>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2" name="Rectangle: Rounded Corners 51">
            <a:extLst>
              <a:ext uri="{FF2B5EF4-FFF2-40B4-BE49-F238E27FC236}">
                <a16:creationId xmlns:a16="http://schemas.microsoft.com/office/drawing/2014/main" id="{41533482-7773-7F63-B51F-FB1B2F843DF8}"/>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3" name="TextBox 52">
            <a:extLst>
              <a:ext uri="{FF2B5EF4-FFF2-40B4-BE49-F238E27FC236}">
                <a16:creationId xmlns:a16="http://schemas.microsoft.com/office/drawing/2014/main" id="{84B2B7B0-2A00-6C52-08F4-0808EA0973FC}"/>
              </a:ext>
            </a:extLst>
          </p:cNvPr>
          <p:cNvSpPr txBox="1"/>
          <p:nvPr/>
        </p:nvSpPr>
        <p:spPr>
          <a:xfrm>
            <a:off x="3858223" y="1463633"/>
            <a:ext cx="3321174"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1. GIỚI THIỆU</a:t>
            </a:r>
          </a:p>
        </p:txBody>
      </p:sp>
    </p:spTree>
    <p:extLst>
      <p:ext uri="{BB962C8B-B14F-4D97-AF65-F5344CB8AC3E}">
        <p14:creationId xmlns:p14="http://schemas.microsoft.com/office/powerpoint/2010/main" val="238720098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75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750" fill="hold"/>
                                        <p:tgtEl>
                                          <p:spTgt spid="2">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additive="base">
                                        <p:cTn id="11" dur="75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2" dur="750" fill="hold"/>
                                        <p:tgtEl>
                                          <p:spTgt spid="3">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anim calcmode="lin" valueType="num">
                                      <p:cBhvr additive="base">
                                        <p:cTn id="15"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6">
                                            <p:txEl>
                                              <p:pRg st="0" end="0"/>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anim calcmode="lin" valueType="num">
                                      <p:cBhvr additive="base">
                                        <p:cTn id="19"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6">
                                            <p:txEl>
                                              <p:pRg st="1" end="1"/>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 calcmode="lin" valueType="num">
                                      <p:cBhvr additive="base">
                                        <p:cTn id="23" dur="5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6">
                                            <p:txEl>
                                              <p:pRg st="2" end="2"/>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anim calcmode="lin" valueType="num">
                                      <p:cBhvr additive="base">
                                        <p:cTn id="27" dur="500" fill="hold"/>
                                        <p:tgtEl>
                                          <p:spTgt spid="6">
                                            <p:txEl>
                                              <p:pRg st="3" end="3"/>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6">
                                            <p:txEl>
                                              <p:pRg st="3" end="3"/>
                                            </p:txEl>
                                          </p:spTgt>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6">
                                            <p:txEl>
                                              <p:pRg st="4" end="4"/>
                                            </p:txEl>
                                          </p:spTgt>
                                        </p:tgtEl>
                                        <p:attrNameLst>
                                          <p:attrName>style.visibility</p:attrName>
                                        </p:attrNameLst>
                                      </p:cBhvr>
                                      <p:to>
                                        <p:strVal val="visible"/>
                                      </p:to>
                                    </p:set>
                                    <p:anim calcmode="lin" valueType="num">
                                      <p:cBhvr additive="base">
                                        <p:cTn id="31" dur="500" fill="hold"/>
                                        <p:tgtEl>
                                          <p:spTgt spid="6">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6">
                                            <p:txEl>
                                              <p:pRg st="4" end="4"/>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4">
                                            <p:txEl>
                                              <p:pRg st="0" end="0"/>
                                            </p:txEl>
                                          </p:spTgt>
                                        </p:tgtEl>
                                        <p:attrNameLst>
                                          <p:attrName>style.visibility</p:attrName>
                                        </p:attrNameLst>
                                      </p:cBhvr>
                                      <p:to>
                                        <p:strVal val="visible"/>
                                      </p:to>
                                    </p:set>
                                    <p:anim calcmode="lin" valueType="num">
                                      <p:cBhvr additive="base">
                                        <p:cTn id="35"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E46B9-A6CE-E2D9-EB6C-D8D055173DFD}"/>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67159ABA-508E-C736-7CE5-C829B7FA6A65}"/>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BB17EE4F-6CDF-C2E3-6FDC-E95813CD829F}"/>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E5A61425-B101-8DA6-430E-6D70870A31DB}"/>
              </a:ext>
            </a:extLst>
          </p:cNvPr>
          <p:cNvSpPr/>
          <p:nvPr/>
        </p:nvSpPr>
        <p:spPr>
          <a:xfrm>
            <a:off x="3886200" y="2622850"/>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83ED775B-E31D-C808-158B-F181E74647CD}"/>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3E4094A3-C39F-9C4B-D06F-562A7BFCE7E5}"/>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solidFill>
                  <a:schemeClr val="bg1"/>
                </a:solidFill>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97A9C706-5B35-785E-574F-0D5D068B721E}"/>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EA97263C-529E-58E3-4AAB-4F491C62503B}"/>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90B5CC90-6D36-99F6-B4B9-704060C8ECF1}"/>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B4EBA779-E666-398F-9D55-94BDD727C492}"/>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D29EA114-CB74-AB03-86FD-8A2CD717689B}"/>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9E7C6DDC-FEE4-449D-32BC-F0E47EACD75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F2184C48-E4D9-9C06-7243-A320C7464EF7}"/>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8C3B5862-5E0D-85A4-5EA9-E5875877A6A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132551976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CA64D-173E-B4DE-65A3-94CCC6726C92}"/>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C4B67823-FA9C-1DAB-0DA5-50C0A1004FCB}"/>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37902C54-2963-E88B-35D8-B7FD3C21CD99}"/>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A9C6CE53-E926-36B9-6148-2626670C565C}"/>
              </a:ext>
            </a:extLst>
          </p:cNvPr>
          <p:cNvSpPr/>
          <p:nvPr/>
        </p:nvSpPr>
        <p:spPr>
          <a:xfrm>
            <a:off x="3886200" y="3695700"/>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473C4C68-0523-30B6-4756-FDA259CF19FB}"/>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57B8303A-FFCD-588F-73A1-5FE69E19F370}"/>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892DF14A-609D-BD96-58E8-0C252072B8C1}"/>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35FCCC40-A365-68FD-9425-7CC4E5DD300F}"/>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82BED92B-159E-9047-3C6F-799E499C636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AA35B4B3-B5A3-C58A-12B0-1B3035E55C40}"/>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CC6ABABF-A683-3241-EE2D-2197F64B3ACA}"/>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2A8CBC7A-B6F0-C18C-3A5F-BCC33AC7363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E22F0E52-25F8-D440-CD44-DDBE29D376B4}"/>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FBE12268-0430-2B05-0293-40C51120EBB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124053375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97008A-EF23-78C1-7B66-3214A3CFF551}"/>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DF208607-1E15-009E-BF63-0586C9371F21}"/>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4D30A807-C999-BF51-4304-E65E9D01F9E1}"/>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B90CCF0E-9A6C-088D-35BF-186600BA3775}"/>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355E6D72-8210-C626-9C17-9DCA75DD30B5}"/>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2F87701-413D-7F54-24E4-6BAAA8DDF363}"/>
              </a:ext>
            </a:extLst>
          </p:cNvPr>
          <p:cNvSpPr txBox="1"/>
          <p:nvPr/>
        </p:nvSpPr>
        <p:spPr>
          <a:xfrm>
            <a:off x="762000" y="5697319"/>
            <a:ext cx="2362200" cy="646331"/>
          </a:xfrm>
          <a:prstGeom prst="rect">
            <a:avLst/>
          </a:prstGeom>
          <a:noFill/>
        </p:spPr>
        <p:txBody>
          <a:bodyPr wrap="square" rtlCol="0">
            <a:spAutoFit/>
          </a:bodyPr>
          <a:lstStyle/>
          <a:p>
            <a:r>
              <a:rPr lang="vi-VN" sz="3600">
                <a:latin typeface="Times New Roman" panose="02020603050405020304" pitchFamily="18" charset="0"/>
                <a:cs typeface="Times New Roman" panose="02020603050405020304" pitchFamily="18" charset="0"/>
              </a:rPr>
              <a:t>Trong nước</a:t>
            </a:r>
            <a:endParaRPr lang="en-US" sz="3600">
              <a:latin typeface="Times New Roman" panose="02020603050405020304" pitchFamily="18" charset="0"/>
              <a:cs typeface="Times New Roman" panose="02020603050405020304" pitchFamily="18" charset="0"/>
            </a:endParaRPr>
          </a:p>
        </p:txBody>
      </p:sp>
      <p:sp>
        <p:nvSpPr>
          <p:cNvPr id="18" name="TextBox 17">
            <a:extLst>
              <a:ext uri="{FF2B5EF4-FFF2-40B4-BE49-F238E27FC236}">
                <a16:creationId xmlns:a16="http://schemas.microsoft.com/office/drawing/2014/main" id="{BB880925-57D4-1F74-1AC8-05398DDF8E5C}"/>
              </a:ext>
            </a:extLst>
          </p:cNvPr>
          <p:cNvSpPr txBox="1"/>
          <p:nvPr/>
        </p:nvSpPr>
        <p:spPr>
          <a:xfrm>
            <a:off x="3886200" y="3342828"/>
            <a:ext cx="14249400" cy="6001643"/>
          </a:xfrm>
          <a:prstGeom prst="rect">
            <a:avLst/>
          </a:prstGeom>
          <a:noFill/>
        </p:spPr>
        <p:txBody>
          <a:bodyPr wrap="square" rtlCol="0">
            <a:spAutoFit/>
          </a:bodyPr>
          <a:lstStyle/>
          <a:p>
            <a:pPr marL="457200" lvl="0" indent="-457200" eaLnBrk="0" fontAlgn="base" hangingPunct="0">
              <a:spcBef>
                <a:spcPct val="0"/>
              </a:spcBef>
              <a:spcAft>
                <a:spcPct val="0"/>
              </a:spcAft>
              <a:buFont typeface="Arial" panose="020B0604020202020204" pitchFamily="34" charset="0"/>
              <a:buChar char="•"/>
            </a:pPr>
            <a:r>
              <a:rPr lang="en-US" altLang="en-US" sz="3200" b="1" dirty="0" err="1">
                <a:latin typeface="Times New Roman" panose="02020603050405020304" pitchFamily="18" charset="0"/>
                <a:cs typeface="Times New Roman" panose="02020603050405020304" pitchFamily="18" charset="0"/>
              </a:rPr>
              <a:t>Thực</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trạng</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chung</a:t>
            </a:r>
            <a:r>
              <a:rPr lang="en-US" altLang="en-US" sz="3200" b="1" dirty="0">
                <a:latin typeface="Times New Roman" panose="02020603050405020304" pitchFamily="18" charset="0"/>
                <a:cs typeface="Times New Roman" panose="02020603050405020304" pitchFamily="18" charset="0"/>
              </a:rPr>
              <a:t>: </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Đã</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bắt</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đầu</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ứng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dụng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phần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mềm</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nội</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bộ</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hoặc</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ứng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dụng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đơn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giản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để</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lưu</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trữ</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và</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quản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lý</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lịch</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khám</a:t>
            </a:r>
            <a:endParaRPr lang="en-US" altLang="en-US" sz="3200" dirty="0">
              <a:latin typeface="Times New Roman" panose="02020603050405020304" pitchFamily="18" charset="0"/>
              <a:cs typeface="Times New Roman" panose="02020603050405020304" pitchFamily="18" charset="0"/>
            </a:endParaRPr>
          </a:p>
          <a:p>
            <a:pPr marL="457200" lvl="0" indent="-457200" eaLnBrk="0" fontAlgn="base" hangingPunct="0">
              <a:spcBef>
                <a:spcPct val="0"/>
              </a:spcBef>
              <a:spcAft>
                <a:spcPct val="0"/>
              </a:spcAft>
              <a:buFont typeface="Arial" panose="020B0604020202020204" pitchFamily="34" charset="0"/>
              <a:buChar char="•"/>
            </a:pPr>
            <a:r>
              <a:rPr lang="en-US" altLang="en-US" sz="3200" b="1" dirty="0" err="1">
                <a:latin typeface="Times New Roman" panose="02020603050405020304" pitchFamily="18" charset="0"/>
                <a:cs typeface="Times New Roman" panose="02020603050405020304" pitchFamily="18" charset="0"/>
              </a:rPr>
              <a:t>Ưu</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điểm</a:t>
            </a:r>
            <a:r>
              <a:rPr lang="en-US" altLang="en-US" sz="3200" b="1" dirty="0">
                <a:latin typeface="Times New Roman" panose="02020603050405020304" pitchFamily="18" charset="0"/>
                <a:cs typeface="Times New Roman" panose="02020603050405020304" pitchFamily="18" charset="0"/>
              </a:rPr>
              <a:t>:</a:t>
            </a:r>
          </a:p>
          <a:p>
            <a:pPr marL="914400" lvl="1" indent="-457200" eaLnBrk="0" fontAlgn="base" hangingPunct="0">
              <a:spcBef>
                <a:spcPct val="0"/>
              </a:spcBef>
              <a:spcAft>
                <a:spcPct val="0"/>
              </a:spcAft>
              <a:buFont typeface="Arial" panose="020B0604020202020204" pitchFamily="34" charset="0"/>
              <a:buChar char="•"/>
            </a:pPr>
            <a:r>
              <a:rPr lang="en-US" altLang="en-US" sz="3200" dirty="0" err="1">
                <a:latin typeface="Times New Roman" panose="02020603050405020304" pitchFamily="18" charset="0"/>
                <a:cs typeface="Times New Roman" panose="02020603050405020304" pitchFamily="18" charset="0"/>
              </a:rPr>
              <a:t>Phù</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hợp</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với</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quy</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mô</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hoạt</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động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của</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các</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phòng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khám</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tại</a:t>
            </a:r>
            <a:r>
              <a:rPr lang="en-US" altLang="en-US" sz="3200" dirty="0">
                <a:latin typeface="Times New Roman" panose="02020603050405020304" pitchFamily="18" charset="0"/>
                <a:cs typeface="Times New Roman" panose="02020603050405020304" pitchFamily="18" charset="0"/>
              </a:rPr>
              <a:t> Việt Nam</a:t>
            </a:r>
          </a:p>
          <a:p>
            <a:pPr marL="914400" lvl="1" indent="-457200" eaLnBrk="0" fontAlgn="base" hangingPunct="0">
              <a:spcBef>
                <a:spcPct val="0"/>
              </a:spcBef>
              <a:spcAft>
                <a:spcPct val="0"/>
              </a:spcAft>
              <a:buFont typeface="Arial" panose="020B0604020202020204" pitchFamily="34" charset="0"/>
              <a:buChar char="•"/>
            </a:pPr>
            <a:r>
              <a:rPr lang="en-US" altLang="en-US" sz="3200" dirty="0">
                <a:latin typeface="Times New Roman" panose="02020603050405020304" pitchFamily="18" charset="0"/>
                <a:cs typeface="Times New Roman" panose="02020603050405020304" pitchFamily="18" charset="0"/>
              </a:rPr>
              <a:t>Giao </a:t>
            </a:r>
            <a:r>
              <a:rPr lang="en-US" altLang="en-US" sz="3200" dirty="0" err="1">
                <a:latin typeface="Times New Roman" panose="02020603050405020304" pitchFamily="18" charset="0"/>
                <a:cs typeface="Times New Roman" panose="02020603050405020304" pitchFamily="18" charset="0"/>
              </a:rPr>
              <a:t>diện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quy</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trình</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đơn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giản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dễ</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tiếp</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cận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cho</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nhân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viên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và</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khách</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hàng</a:t>
            </a:r>
            <a:endParaRPr lang="en-US" altLang="en-US" sz="3200" dirty="0">
              <a:latin typeface="Times New Roman" panose="02020603050405020304" pitchFamily="18" charset="0"/>
              <a:cs typeface="Times New Roman" panose="02020603050405020304" pitchFamily="18" charset="0"/>
            </a:endParaRPr>
          </a:p>
          <a:p>
            <a:pPr marL="914400" lvl="1" indent="-457200" eaLnBrk="0" fontAlgn="base" hangingPunct="0">
              <a:spcBef>
                <a:spcPct val="0"/>
              </a:spcBef>
              <a:spcAft>
                <a:spcPct val="0"/>
              </a:spcAft>
              <a:buFont typeface="Arial" panose="020B0604020202020204" pitchFamily="34" charset="0"/>
              <a:buChar char="•"/>
            </a:pPr>
            <a:r>
              <a:rPr lang="en-US" altLang="en-US" sz="3200" dirty="0">
                <a:latin typeface="Times New Roman" panose="02020603050405020304" pitchFamily="18" charset="0"/>
                <a:cs typeface="Times New Roman" panose="02020603050405020304" pitchFamily="18" charset="0"/>
              </a:rPr>
              <a:t>Chi </a:t>
            </a:r>
            <a:r>
              <a:rPr lang="en-US" altLang="en-US" sz="3200" dirty="0" err="1">
                <a:latin typeface="Times New Roman" panose="02020603050405020304" pitchFamily="18" charset="0"/>
                <a:cs typeface="Times New Roman" panose="02020603050405020304" pitchFamily="18" charset="0"/>
              </a:rPr>
              <a:t>phí</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triển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khai</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thấp</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đáp</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ứng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tốt</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các</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nhu</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cầu</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quản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lý</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cơ</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bản</a:t>
            </a:r>
            <a:endParaRPr lang="en-US" altLang="en-US" sz="3200" dirty="0">
              <a:latin typeface="Times New Roman" panose="02020603050405020304" pitchFamily="18" charset="0"/>
              <a:cs typeface="Times New Roman" panose="02020603050405020304" pitchFamily="18" charset="0"/>
            </a:endParaRPr>
          </a:p>
          <a:p>
            <a:pPr marL="457200" indent="-457200" eaLnBrk="0" fontAlgn="base" hangingPunct="0">
              <a:spcBef>
                <a:spcPct val="0"/>
              </a:spcBef>
              <a:spcAft>
                <a:spcPct val="0"/>
              </a:spcAft>
              <a:buFont typeface="Arial" panose="020B0604020202020204" pitchFamily="34" charset="0"/>
              <a:buChar char="•"/>
            </a:pPr>
            <a:r>
              <a:rPr lang="en-US" altLang="en-US" sz="3200" b="1" dirty="0" err="1">
                <a:latin typeface="Times New Roman" panose="02020603050405020304" pitchFamily="18" charset="0"/>
                <a:cs typeface="Times New Roman" panose="02020603050405020304" pitchFamily="18" charset="0"/>
              </a:rPr>
              <a:t>Hạn</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chế</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và</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thách</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thức</a:t>
            </a:r>
            <a:r>
              <a:rPr lang="en-US" altLang="en-US" sz="3200" b="1" dirty="0">
                <a:latin typeface="Times New Roman" panose="02020603050405020304" pitchFamily="18" charset="0"/>
                <a:cs typeface="Times New Roman" panose="02020603050405020304" pitchFamily="18" charset="0"/>
              </a:rPr>
              <a:t>:</a:t>
            </a:r>
          </a:p>
          <a:p>
            <a:pPr marL="914400" lvl="1" indent="-457200" eaLnBrk="0" fontAlgn="base" hangingPunct="0">
              <a:spcBef>
                <a:spcPct val="0"/>
              </a:spcBef>
              <a:spcAft>
                <a:spcPct val="0"/>
              </a:spcAft>
              <a:buFont typeface="Arial" panose="020B0604020202020204" pitchFamily="34" charset="0"/>
              <a:buChar char="•"/>
            </a:pPr>
            <a:r>
              <a:rPr lang="en-US" altLang="en-US" sz="3200" dirty="0" err="1">
                <a:latin typeface="Times New Roman" panose="02020603050405020304" pitchFamily="18" charset="0"/>
                <a:cs typeface="Times New Roman" panose="02020603050405020304" pitchFamily="18" charset="0"/>
              </a:rPr>
              <a:t>Thiếu</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động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bộ</a:t>
            </a:r>
            <a:r>
              <a:rPr lang="en-US" altLang="en-US" sz="3200" dirty="0">
                <a:latin typeface="Times New Roman" panose="02020603050405020304" pitchFamily="18" charset="0"/>
                <a:cs typeface="Times New Roman" panose="02020603050405020304" pitchFamily="18" charset="0"/>
              </a:rPr>
              <a:t>: Các </a:t>
            </a:r>
            <a:r>
              <a:rPr lang="en-US" altLang="en-US" sz="3200" dirty="0" err="1">
                <a:latin typeface="Times New Roman" panose="02020603050405020304" pitchFamily="18" charset="0"/>
                <a:cs typeface="Times New Roman" panose="02020603050405020304" pitchFamily="18" charset="0"/>
              </a:rPr>
              <a:t>hệ</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thống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rời</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rạc</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chưa</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liên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kết</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chặt</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chẽ</a:t>
            </a:r>
            <a:endParaRPr lang="en-US" altLang="en-US" sz="3200" dirty="0">
              <a:latin typeface="Times New Roman" panose="02020603050405020304" pitchFamily="18" charset="0"/>
              <a:cs typeface="Times New Roman" panose="02020603050405020304" pitchFamily="18" charset="0"/>
            </a:endParaRPr>
          </a:p>
          <a:p>
            <a:pPr marL="914400" lvl="1" indent="-457200" eaLnBrk="0" fontAlgn="base" hangingPunct="0">
              <a:spcBef>
                <a:spcPct val="0"/>
              </a:spcBef>
              <a:spcAft>
                <a:spcPct val="0"/>
              </a:spcAft>
              <a:buFont typeface="Arial" panose="020B0604020202020204" pitchFamily="34" charset="0"/>
              <a:buChar char="•"/>
            </a:pPr>
            <a:r>
              <a:rPr lang="vi-VN" sz="3200" b="1" dirty="0">
                <a:latin typeface="+mj-lt"/>
              </a:rPr>
              <a:t>Trải nghiệm khách hàng:</a:t>
            </a:r>
            <a:r>
              <a:rPr lang="vi-VN" sz="3200" dirty="0">
                <a:latin typeface="+mj-lt"/>
              </a:rPr>
              <a:t> Chưa chú trọng tiện ích trực tuyến (đặt lịch, theo dõi dịch vụ).</a:t>
            </a:r>
            <a:endParaRPr lang="en-US" sz="3200" dirty="0">
              <a:latin typeface="+mj-lt"/>
            </a:endParaRPr>
          </a:p>
          <a:p>
            <a:pPr marL="914400" lvl="1" indent="-457200" eaLnBrk="0" fontAlgn="base" hangingPunct="0">
              <a:spcBef>
                <a:spcPct val="0"/>
              </a:spcBef>
              <a:spcAft>
                <a:spcPct val="0"/>
              </a:spcAft>
              <a:buFont typeface="Arial" panose="020B0604020202020204" pitchFamily="34" charset="0"/>
              <a:buChar char="•"/>
            </a:pPr>
            <a:r>
              <a:rPr lang="vi-VN" sz="3200" b="1" dirty="0">
                <a:latin typeface="+mj-lt"/>
              </a:rPr>
              <a:t>Hạn chế công nghệ:</a:t>
            </a:r>
            <a:r>
              <a:rPr lang="vi-VN" sz="3200" dirty="0">
                <a:latin typeface="+mj-lt"/>
              </a:rPr>
              <a:t> Chưa áp dụng kiến trúc và design pattern hiện đại, gây khó khăn cho việc bảo trì và mở rộng khi phòng khám phát triển.</a:t>
            </a:r>
            <a:endParaRPr lang="en-US" altLang="en-US" sz="3200" dirty="0">
              <a:latin typeface="+mj-lt"/>
              <a:cs typeface="Times New Roman" panose="02020603050405020304" pitchFamily="18" charset="0"/>
            </a:endParaRPr>
          </a:p>
        </p:txBody>
      </p:sp>
      <p:sp>
        <p:nvSpPr>
          <p:cNvPr id="16" name="TextBox 15">
            <a:extLst>
              <a:ext uri="{FF2B5EF4-FFF2-40B4-BE49-F238E27FC236}">
                <a16:creationId xmlns:a16="http://schemas.microsoft.com/office/drawing/2014/main" id="{6CFD5CB9-6E00-CDFA-5522-61B4CECEE619}"/>
              </a:ext>
            </a:extLst>
          </p:cNvPr>
          <p:cNvSpPr txBox="1"/>
          <p:nvPr/>
        </p:nvSpPr>
        <p:spPr>
          <a:xfrm>
            <a:off x="3858222" y="1463633"/>
            <a:ext cx="114579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2. TÌNH HÌNH NGHIÊN CỨU TRONG VÀ NGOÀI NƯỚC</a:t>
            </a:r>
            <a:endParaRPr lang="en-US" sz="3600" dirty="0">
              <a:solidFill>
                <a:schemeClr val="bg1"/>
              </a:solidFill>
              <a:latin typeface="Times New Roman" panose="02020603050405020304" pitchFamily="18" charset="0"/>
              <a:cs typeface="Times New Roman" panose="02020603050405020304" pitchFamily="18" charset="0"/>
            </a:endParaRPr>
          </a:p>
        </p:txBody>
      </p:sp>
      <p:grpSp>
        <p:nvGrpSpPr>
          <p:cNvPr id="47" name="Group 46">
            <a:extLst>
              <a:ext uri="{FF2B5EF4-FFF2-40B4-BE49-F238E27FC236}">
                <a16:creationId xmlns:a16="http://schemas.microsoft.com/office/drawing/2014/main" id="{9378FA1B-22E6-691A-7353-0E95A8E0425C}"/>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DF998919-F2DF-E08F-7D47-BBD9A82A0AC2}"/>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DDA785B4-B796-4E2B-B78A-41145628A0E5}"/>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A7A2D5E5-8139-AF09-0DE5-E62DF473D4C6}"/>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D022026E-40D1-BF53-BED1-A1423AD7034F}"/>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5FC7E4EB-D941-4FA4-86F9-B608960E722E}"/>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CDE4A42D-9EA0-8D13-6F90-4266180FA319}"/>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B217F375-98A5-244E-3B72-B4EA78A5CEE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241476071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8">
                                            <p:txEl>
                                              <p:pRg st="6" end="6"/>
                                            </p:txEl>
                                          </p:spTgt>
                                        </p:tgtEl>
                                        <p:attrNameLst>
                                          <p:attrName>style.visibility</p:attrName>
                                        </p:attrNameLst>
                                      </p:cBhvr>
                                      <p:to>
                                        <p:strVal val="visible"/>
                                      </p:to>
                                    </p:set>
                                    <p:anim calcmode="lin" valueType="num">
                                      <p:cBhvr additive="base">
                                        <p:cTn id="35" dur="500" fill="hold"/>
                                        <p:tgtEl>
                                          <p:spTgt spid="18">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
                                            <p:txEl>
                                              <p:pRg st="7" end="7"/>
                                            </p:txEl>
                                          </p:spTgt>
                                        </p:tgtEl>
                                        <p:attrNameLst>
                                          <p:attrName>style.visibility</p:attrName>
                                        </p:attrNameLst>
                                      </p:cBhvr>
                                      <p:to>
                                        <p:strVal val="visible"/>
                                      </p:to>
                                    </p:set>
                                    <p:anim calcmode="lin" valueType="num">
                                      <p:cBhvr additive="base">
                                        <p:cTn id="39" dur="500" fill="hold"/>
                                        <p:tgtEl>
                                          <p:spTgt spid="18">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8">
                                            <p:txEl>
                                              <p:pRg st="7" end="7"/>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18">
                                            <p:txEl>
                                              <p:pRg st="8" end="8"/>
                                            </p:txEl>
                                          </p:spTgt>
                                        </p:tgtEl>
                                        <p:attrNameLst>
                                          <p:attrName>style.visibility</p:attrName>
                                        </p:attrNameLst>
                                      </p:cBhvr>
                                      <p:to>
                                        <p:strVal val="visible"/>
                                      </p:to>
                                    </p:set>
                                    <p:anim calcmode="lin" valueType="num">
                                      <p:cBhvr additive="base">
                                        <p:cTn id="43" dur="500" fill="hold"/>
                                        <p:tgtEl>
                                          <p:spTgt spid="18">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8">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F41B82-2CF1-311C-2482-066AB1550F6E}"/>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C5F220DC-C62D-8033-9426-4F3071AEEB55}"/>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BE2112D1-94AF-524D-EAB1-80F743890699}"/>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E7775189-9342-43BA-81BB-8DB12316FDF1}"/>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4D106601-ADDC-8F94-1A21-E47D3A394543}"/>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B61E55BE-D96D-6FC1-B2F0-444DDA46AA32}"/>
              </a:ext>
            </a:extLst>
          </p:cNvPr>
          <p:cNvSpPr txBox="1"/>
          <p:nvPr/>
        </p:nvSpPr>
        <p:spPr>
          <a:xfrm>
            <a:off x="762000" y="5697319"/>
            <a:ext cx="2514600" cy="646331"/>
          </a:xfrm>
          <a:prstGeom prst="rect">
            <a:avLst/>
          </a:prstGeom>
          <a:noFill/>
        </p:spPr>
        <p:txBody>
          <a:bodyPr wrap="square" rtlCol="0">
            <a:spAutoFit/>
          </a:bodyPr>
          <a:lstStyle/>
          <a:p>
            <a:r>
              <a:rPr lang="vi-VN" sz="3600">
                <a:latin typeface="Times New Roman" panose="02020603050405020304" pitchFamily="18" charset="0"/>
                <a:cs typeface="Times New Roman" panose="02020603050405020304" pitchFamily="18" charset="0"/>
              </a:rPr>
              <a:t>Ngoài nước</a:t>
            </a:r>
            <a:endParaRPr lang="en-US" sz="3600">
              <a:latin typeface="Times New Roman" panose="02020603050405020304" pitchFamily="18" charset="0"/>
              <a:cs typeface="Times New Roman" panose="02020603050405020304" pitchFamily="18" charset="0"/>
            </a:endParaRPr>
          </a:p>
        </p:txBody>
      </p:sp>
      <p:sp>
        <p:nvSpPr>
          <p:cNvPr id="18" name="TextBox 17">
            <a:extLst>
              <a:ext uri="{FF2B5EF4-FFF2-40B4-BE49-F238E27FC236}">
                <a16:creationId xmlns:a16="http://schemas.microsoft.com/office/drawing/2014/main" id="{A43249D0-548A-C088-22E4-5515DDCE8256}"/>
              </a:ext>
            </a:extLst>
          </p:cNvPr>
          <p:cNvSpPr txBox="1"/>
          <p:nvPr/>
        </p:nvSpPr>
        <p:spPr>
          <a:xfrm>
            <a:off x="3810000" y="3188131"/>
            <a:ext cx="14249400" cy="5861156"/>
          </a:xfrm>
          <a:prstGeom prst="rect">
            <a:avLst/>
          </a:prstGeom>
          <a:noFill/>
        </p:spPr>
        <p:txBody>
          <a:bodyPr wrap="square" rtlCol="0">
            <a:spAutoFit/>
          </a:bodyPr>
          <a:lstStyle/>
          <a:p>
            <a:pPr>
              <a:lnSpc>
                <a:spcPct val="200000"/>
              </a:lnSpc>
            </a:pPr>
            <a:r>
              <a:rPr lang="pt-BR" sz="3200" dirty="0">
                <a:latin typeface="Times New Roman" panose="02020603050405020304" pitchFamily="18" charset="0"/>
                <a:ea typeface="SimSun" panose="02010600030101010101" pitchFamily="2" charset="-122"/>
                <a:cs typeface="Times New Roman" panose="02020603050405020304" pitchFamily="18" charset="0"/>
              </a:rPr>
              <a:t>	Trên thế giới, các hệ thống phòng khám thú y trực tuyến đang được ứng dụng rộng rãi tại các quốc gia có ngành thú y phát triển (Mỹ, Úc, Anh,...), tích hợp toàn diện giữa quản lý nội bộ và tiện ích trực tuyến cho khách hàng (Đặt lịch, nhắc lịch, thanh toán). </a:t>
            </a:r>
            <a:r>
              <a:rPr lang="vi-VN" sz="3200" dirty="0">
                <a:latin typeface="+mj-lt"/>
              </a:rPr>
              <a:t>Sự đồng bộ dữ liệu theo thời gian thực giúp duy trì sợi dây liên kết liên tục giữa bác sĩ thú y và người nuôi. Khách hàng hoàn toàn chủ động theo dõi lịch sử y tế của thú cưng mọi lúc, mọi nơi thông qua nền tảng web hoặc ứng dụng di động</a:t>
            </a:r>
            <a:endParaRPr lang="en-US" sz="3200" dirty="0">
              <a:latin typeface="+mj-lt"/>
              <a:cs typeface="Times New Roman" panose="02020603050405020304" pitchFamily="18" charset="0"/>
            </a:endParaRPr>
          </a:p>
        </p:txBody>
      </p:sp>
      <p:sp>
        <p:nvSpPr>
          <p:cNvPr id="16" name="TextBox 15">
            <a:extLst>
              <a:ext uri="{FF2B5EF4-FFF2-40B4-BE49-F238E27FC236}">
                <a16:creationId xmlns:a16="http://schemas.microsoft.com/office/drawing/2014/main" id="{3F218F22-29B4-19AB-84F3-0AFD1B5E185C}"/>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2. TÌNH HÌNH NGHIÊN CỨU TRONG VÀ NGOÀI NƯỚC</a:t>
            </a:r>
            <a:endParaRPr lang="en-US" sz="3600" dirty="0">
              <a:solidFill>
                <a:schemeClr val="bg1"/>
              </a:solidFill>
              <a:latin typeface="Times New Roman" panose="02020603050405020304" pitchFamily="18" charset="0"/>
              <a:cs typeface="Times New Roman" panose="02020603050405020304" pitchFamily="18" charset="0"/>
            </a:endParaRPr>
          </a:p>
        </p:txBody>
      </p:sp>
      <p:grpSp>
        <p:nvGrpSpPr>
          <p:cNvPr id="47" name="Group 46">
            <a:extLst>
              <a:ext uri="{FF2B5EF4-FFF2-40B4-BE49-F238E27FC236}">
                <a16:creationId xmlns:a16="http://schemas.microsoft.com/office/drawing/2014/main" id="{16E11FE6-85F6-3788-F7D3-8246D19E97CB}"/>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81C10372-06A5-A274-CD74-CC56B1735C92}"/>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4B480615-C59F-D227-08E9-DE7F3E35949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92411EFF-021C-D234-DAC4-70B9DAD601C6}"/>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9840088D-EB62-92DE-67BB-0830E08FA3B1}"/>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CFDC6A27-0CC8-F0FF-4F7A-5ADA5A668AE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552C96C0-D233-F632-AACC-998CD662AE45}"/>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55F3867A-AC1D-681F-A05C-A89242CE185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281533244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D30A3-DD8B-78E0-7716-A7CC8D075A7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5E2F5734-76CF-18F4-BEE7-4F9CC0305CF1}"/>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0602AB4E-46B2-2B4D-0D96-19CA77B955E4}"/>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72CD359A-FFF8-9E95-EF3F-7FF81B4BF7A4}"/>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5C4F707A-EFB0-B442-7E62-A3568FD2869F}"/>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5C761753-8EE8-786F-E473-FD501DD338AD}"/>
              </a:ext>
            </a:extLst>
          </p:cNvPr>
          <p:cNvSpPr txBox="1"/>
          <p:nvPr/>
        </p:nvSpPr>
        <p:spPr>
          <a:xfrm>
            <a:off x="762000" y="5697319"/>
            <a:ext cx="28956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Một số trang web phổ biến</a:t>
            </a:r>
          </a:p>
        </p:txBody>
      </p:sp>
      <p:sp>
        <p:nvSpPr>
          <p:cNvPr id="18" name="TextBox 17">
            <a:extLst>
              <a:ext uri="{FF2B5EF4-FFF2-40B4-BE49-F238E27FC236}">
                <a16:creationId xmlns:a16="http://schemas.microsoft.com/office/drawing/2014/main" id="{4C386072-3CDB-F8EA-B4DD-9417063F3651}"/>
              </a:ext>
            </a:extLst>
          </p:cNvPr>
          <p:cNvSpPr txBox="1"/>
          <p:nvPr/>
        </p:nvSpPr>
        <p:spPr>
          <a:xfrm>
            <a:off x="3800475" y="4000500"/>
            <a:ext cx="14249400" cy="4382482"/>
          </a:xfrm>
          <a:prstGeom prst="rect">
            <a:avLst/>
          </a:prstGeom>
          <a:noFill/>
        </p:spPr>
        <p:txBody>
          <a:bodyPr wrap="square" rtlCol="0">
            <a:spAutoFit/>
          </a:bodyPr>
          <a:lstStyle/>
          <a:p>
            <a:pPr marL="457200" indent="-457200" algn="just">
              <a:lnSpc>
                <a:spcPct val="130000"/>
              </a:lnSpc>
              <a:spcAft>
                <a:spcPts val="800"/>
              </a:spcAft>
              <a:buFont typeface="Arial" panose="020B0604020202020204" pitchFamily="34" charset="0"/>
              <a:buChar char="•"/>
            </a:pPr>
            <a:r>
              <a:rPr lang="en-US" sz="3200" b="1" dirty="0" err="1">
                <a:latin typeface="Times New Roman" panose="02020603050405020304" pitchFamily="18" charset="0"/>
                <a:ea typeface="SimSun" panose="02010600030101010101" pitchFamily="2" charset="-122"/>
              </a:rPr>
              <a:t>Bệnh</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viện</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thú</a:t>
            </a:r>
            <a:r>
              <a:rPr lang="en-US" sz="3200" b="1" dirty="0">
                <a:latin typeface="Times New Roman" panose="02020603050405020304" pitchFamily="18" charset="0"/>
                <a:ea typeface="SimSun" panose="02010600030101010101" pitchFamily="2" charset="-122"/>
              </a:rPr>
              <a:t> y VNUA</a:t>
            </a:r>
            <a:r>
              <a:rPr lang="vi-VN" sz="3200" b="1" dirty="0">
                <a:latin typeface="Times New Roman" panose="02020603050405020304" pitchFamily="18" charset="0"/>
                <a:ea typeface="SimSun" panose="02010600030101010101" pitchFamily="2" charset="-122"/>
              </a:rPr>
              <a:t> (</a:t>
            </a:r>
            <a:r>
              <a:rPr lang="vi-VN" sz="3200" u="sng" dirty="0">
                <a:solidFill>
                  <a:srgbClr val="0000FF"/>
                </a:solidFill>
                <a:latin typeface="Times New Roman" panose="02020603050405020304" pitchFamily="18" charset="0"/>
                <a:ea typeface="SimSun" panose="02010600030101010101" pitchFamily="2" charset="-122"/>
              </a:rPr>
              <a:t>https://vethospital.vnua.edu.vn/</a:t>
            </a:r>
            <a:r>
              <a:rPr lang="vi-VN" sz="3200" b="1" dirty="0">
                <a:latin typeface="Times New Roman" panose="02020603050405020304" pitchFamily="18" charset="0"/>
                <a:ea typeface="SimSun" panose="02010600030101010101" pitchFamily="2" charset="-122"/>
              </a:rPr>
              <a:t>)</a:t>
            </a:r>
            <a:endParaRPr lang="en-US" sz="3200" b="1" dirty="0">
              <a:latin typeface="Times New Roman" panose="02020603050405020304" pitchFamily="18" charset="0"/>
              <a:ea typeface="SimSun" panose="02010600030101010101" pitchFamily="2" charset="-122"/>
            </a:endParaRPr>
          </a:p>
          <a:p>
            <a:pPr marL="457200" indent="-457200" algn="just">
              <a:lnSpc>
                <a:spcPct val="130000"/>
              </a:lnSpc>
              <a:spcAft>
                <a:spcPts val="800"/>
              </a:spcAft>
              <a:buFont typeface="Arial" panose="020B0604020202020204" pitchFamily="34" charset="0"/>
              <a:buChar char="•"/>
            </a:pPr>
            <a:r>
              <a:rPr lang="en-US" sz="3200" b="1" dirty="0" err="1">
                <a:latin typeface="Times New Roman" panose="02020603050405020304" pitchFamily="18" charset="0"/>
                <a:ea typeface="Times New Roman" panose="02020603050405020304" pitchFamily="18" charset="0"/>
              </a:rPr>
              <a:t>PetHealth</a:t>
            </a:r>
            <a:r>
              <a:rPr lang="vi-VN" sz="3200" b="1" dirty="0">
                <a:latin typeface="Times New Roman" panose="02020603050405020304" pitchFamily="18" charset="0"/>
                <a:ea typeface="Times New Roman" panose="02020603050405020304" pitchFamily="18" charset="0"/>
              </a:rPr>
              <a:t>(</a:t>
            </a:r>
            <a:r>
              <a:rPr lang="vi-VN" sz="3200" u="sng" dirty="0">
                <a:solidFill>
                  <a:srgbClr val="0000FF"/>
                </a:solidFill>
                <a:latin typeface="Times New Roman" panose="02020603050405020304" pitchFamily="18" charset="0"/>
                <a:ea typeface="SimSun" panose="02010600030101010101" pitchFamily="2" charset="-122"/>
              </a:rPr>
              <a:t>https://pethealth.vn/</a:t>
            </a:r>
            <a:r>
              <a:rPr lang="vi-VN" sz="3200" b="1" dirty="0">
                <a:latin typeface="Times New Roman" panose="02020603050405020304" pitchFamily="18" charset="0"/>
                <a:ea typeface="Times New Roman" panose="02020603050405020304" pitchFamily="18" charset="0"/>
              </a:rPr>
              <a:t>)</a:t>
            </a:r>
            <a:endParaRPr lang="en-US" sz="3200" b="1" dirty="0">
              <a:latin typeface="Times New Roman" panose="02020603050405020304" pitchFamily="18" charset="0"/>
              <a:ea typeface="Times New Roman" panose="02020603050405020304" pitchFamily="18" charset="0"/>
            </a:endParaRPr>
          </a:p>
          <a:p>
            <a:pPr marL="457200" indent="-457200" algn="just">
              <a:lnSpc>
                <a:spcPct val="130000"/>
              </a:lnSpc>
              <a:spcAft>
                <a:spcPts val="800"/>
              </a:spcAft>
              <a:buFont typeface="Arial" panose="020B0604020202020204" pitchFamily="34" charset="0"/>
              <a:buChar char="•"/>
            </a:pPr>
            <a:r>
              <a:rPr lang="en-US" sz="3200" b="1" dirty="0">
                <a:latin typeface="Times New Roman" panose="02020603050405020304" pitchFamily="18" charset="0"/>
                <a:ea typeface="Times New Roman" panose="02020603050405020304" pitchFamily="18" charset="0"/>
              </a:rPr>
              <a:t>2VET</a:t>
            </a:r>
            <a:r>
              <a:rPr lang="vi-VN" sz="3200" b="1" dirty="0">
                <a:latin typeface="Times New Roman" panose="02020603050405020304" pitchFamily="18" charset="0"/>
                <a:ea typeface="Times New Roman" panose="02020603050405020304" pitchFamily="18" charset="0"/>
              </a:rPr>
              <a:t> (</a:t>
            </a:r>
            <a:r>
              <a:rPr lang="vi-VN" sz="3200" u="sng" dirty="0">
                <a:solidFill>
                  <a:srgbClr val="0000FF"/>
                </a:solidFill>
                <a:latin typeface="Times New Roman" panose="02020603050405020304" pitchFamily="18" charset="0"/>
                <a:ea typeface="SimSun" panose="02010600030101010101" pitchFamily="2" charset="-122"/>
              </a:rPr>
              <a:t>https://2vet.vn/</a:t>
            </a:r>
            <a:r>
              <a:rPr lang="vi-VN" sz="3200" b="1" dirty="0">
                <a:latin typeface="Times New Roman" panose="02020603050405020304" pitchFamily="18" charset="0"/>
                <a:ea typeface="Times New Roman" panose="02020603050405020304" pitchFamily="18" charset="0"/>
              </a:rPr>
              <a:t>)</a:t>
            </a:r>
            <a:endParaRPr lang="en-US" sz="3200" dirty="0">
              <a:latin typeface="Times New Roman" panose="02020603050405020304" pitchFamily="18" charset="0"/>
              <a:ea typeface="Times New Roman" panose="02020603050405020304" pitchFamily="18" charset="0"/>
            </a:endParaRPr>
          </a:p>
          <a:p>
            <a:pPr marL="457200" indent="-457200" algn="just">
              <a:lnSpc>
                <a:spcPct val="130000"/>
              </a:lnSpc>
              <a:spcAft>
                <a:spcPts val="800"/>
              </a:spcAft>
              <a:buFont typeface="Arial" panose="020B0604020202020204" pitchFamily="34" charset="0"/>
              <a:buChar char="•"/>
            </a:pPr>
            <a:r>
              <a:rPr lang="pt-BR" sz="3200" b="1" dirty="0">
                <a:latin typeface="Times New Roman" panose="02020603050405020304" pitchFamily="18" charset="0"/>
                <a:ea typeface="SimSun" panose="02010600030101010101" pitchFamily="2" charset="-122"/>
                <a:cs typeface="Times New Roman" panose="02020603050405020304" pitchFamily="18" charset="0"/>
              </a:rPr>
              <a:t>Tropicpet</a:t>
            </a:r>
            <a:r>
              <a:rPr lang="pt-BR" sz="3200" dirty="0">
                <a:latin typeface="Times New Roman" panose="02020603050405020304" pitchFamily="18" charset="0"/>
                <a:ea typeface="SimSun" panose="02010600030101010101" pitchFamily="2" charset="-122"/>
                <a:cs typeface="Times New Roman" panose="02020603050405020304" pitchFamily="18" charset="0"/>
              </a:rPr>
              <a:t> (</a:t>
            </a:r>
            <a:r>
              <a:rPr lang="pt-BR" sz="3200" u="sng" dirty="0">
                <a:solidFill>
                  <a:srgbClr val="0000FF"/>
                </a:solidFill>
                <a:latin typeface="Times New Roman" panose="02020603050405020304" pitchFamily="18" charset="0"/>
                <a:ea typeface="SimSun" panose="02010600030101010101" pitchFamily="2" charset="-122"/>
              </a:rPr>
              <a:t>https://tropicpet.vn/</a:t>
            </a:r>
            <a:r>
              <a:rPr lang="pt-BR" sz="3200" dirty="0">
                <a:latin typeface="Times New Roman" panose="02020603050405020304" pitchFamily="18" charset="0"/>
                <a:ea typeface="SimSun" panose="02010600030101010101" pitchFamily="2" charset="-122"/>
                <a:cs typeface="Times New Roman" panose="02020603050405020304" pitchFamily="18" charset="0"/>
              </a:rPr>
              <a:t>)</a:t>
            </a:r>
          </a:p>
          <a:p>
            <a:pPr marL="457200" indent="-457200" algn="just">
              <a:lnSpc>
                <a:spcPct val="130000"/>
              </a:lnSpc>
              <a:spcAft>
                <a:spcPts val="800"/>
              </a:spcAft>
              <a:buFont typeface="Arial" panose="020B0604020202020204" pitchFamily="34" charset="0"/>
              <a:buChar char="•"/>
            </a:pPr>
            <a:r>
              <a:rPr lang="pt-BR" sz="3200" b="1" dirty="0">
                <a:latin typeface="Times New Roman" panose="02020603050405020304" pitchFamily="18" charset="0"/>
                <a:ea typeface="SimSun" panose="02010600030101010101" pitchFamily="2" charset="-122"/>
                <a:cs typeface="Times New Roman" panose="02020603050405020304" pitchFamily="18" charset="0"/>
              </a:rPr>
              <a:t>Pet Mart (</a:t>
            </a:r>
            <a:r>
              <a:rPr lang="pt-BR" sz="3200" u="sng" dirty="0">
                <a:solidFill>
                  <a:srgbClr val="0000FF"/>
                </a:solidFill>
                <a:latin typeface="Times New Roman" panose="02020603050405020304" pitchFamily="18" charset="0"/>
                <a:ea typeface="SimSun" panose="02010600030101010101" pitchFamily="2" charset="-122"/>
              </a:rPr>
              <a:t>https://www.petmart.vn/</a:t>
            </a:r>
            <a:r>
              <a:rPr lang="pt-BR" sz="3200" dirty="0">
                <a:latin typeface="Times New Roman" panose="02020603050405020304" pitchFamily="18" charset="0"/>
                <a:ea typeface="SimSun" panose="02010600030101010101" pitchFamily="2" charset="-122"/>
                <a:cs typeface="Times New Roman" panose="02020603050405020304" pitchFamily="18" charset="0"/>
              </a:rPr>
              <a:t>)</a:t>
            </a:r>
          </a:p>
          <a:p>
            <a:pPr marL="457200" indent="-457200" algn="just">
              <a:lnSpc>
                <a:spcPct val="130000"/>
              </a:lnSpc>
              <a:spcAft>
                <a:spcPts val="800"/>
              </a:spcAft>
              <a:buFont typeface="Arial" panose="020B0604020202020204" pitchFamily="34" charset="0"/>
              <a:buChar char="•"/>
            </a:pPr>
            <a:r>
              <a:rPr lang="en-US" sz="3200" b="1" dirty="0">
                <a:latin typeface="Times New Roman" panose="02020603050405020304" pitchFamily="18" charset="0"/>
                <a:ea typeface="Times New Roman" panose="02020603050405020304" pitchFamily="18" charset="0"/>
              </a:rPr>
              <a:t>Sakura</a:t>
            </a:r>
            <a:r>
              <a:rPr lang="vi-VN" sz="3200" dirty="0">
                <a:latin typeface="Times New Roman" panose="02020603050405020304" pitchFamily="18" charset="0"/>
                <a:ea typeface="Times New Roman" panose="02020603050405020304" pitchFamily="18" charset="0"/>
              </a:rPr>
              <a:t> (</a:t>
            </a:r>
            <a:r>
              <a:rPr lang="vi-VN" sz="3200" u="sng" dirty="0">
                <a:solidFill>
                  <a:srgbClr val="0000FF"/>
                </a:solidFill>
                <a:latin typeface="Times New Roman" panose="02020603050405020304" pitchFamily="18" charset="0"/>
                <a:ea typeface="SimSun" panose="02010600030101010101" pitchFamily="2" charset="-122"/>
              </a:rPr>
              <a:t>https://sakurapetclinic.vn/</a:t>
            </a:r>
            <a:r>
              <a:rPr lang="vi-VN" sz="3200" dirty="0">
                <a:latin typeface="Times New Roman" panose="02020603050405020304" pitchFamily="18" charset="0"/>
                <a:ea typeface="Times New Roman" panose="02020603050405020304" pitchFamily="18" charset="0"/>
              </a:rPr>
              <a:t>)</a:t>
            </a:r>
            <a:endParaRPr lang="en-US" sz="3200" u="sng" dirty="0">
              <a:solidFill>
                <a:srgbClr val="0000FF"/>
              </a:solidFill>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0215595B-DEB8-CB9F-2A19-43A22928AFD7}"/>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B6E64CF5-89F9-1FEC-61B7-59EBF7D66FC0}"/>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5F65CD4A-2B94-3A61-F176-F6099993792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85C64A6A-8042-EA7B-135B-6AD56E84FB5B}"/>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06A73A9B-3148-D2A7-EBE7-25E5A4E9368D}"/>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CA26C34D-1937-F5B9-A4C4-23C0D71C6AF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6F2A406E-B76F-B954-E1F9-DC5BF919483E}"/>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FC00464D-1337-CB52-DDF5-75C9E0A736A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F2786C85-CD01-4C93-E386-56DA706353B7}"/>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2. TÌNH HÌNH NGHIÊN CỨU TRONG VÀ NGOÀI NƯỚC</a:t>
            </a:r>
            <a:endParaRPr lang="en-US" sz="36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2956946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C5086-36BF-5A97-B81F-4421FEAF9CC4}"/>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2F913D05-46C0-7966-B0C7-EE569A1A9798}"/>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E1D9BA36-A75F-CA1A-9639-FDBA4912A952}"/>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2088C2C2-06A8-C2EC-1351-B93E037053C1}"/>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D2221980-C5DC-1001-7E44-BDAE28EE52F6}"/>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B4639F6E-93A9-1F42-B6B1-7719B219D72D}"/>
              </a:ext>
            </a:extLst>
          </p:cNvPr>
          <p:cNvSpPr txBox="1"/>
          <p:nvPr/>
        </p:nvSpPr>
        <p:spPr>
          <a:xfrm>
            <a:off x="685800" y="5466487"/>
            <a:ext cx="3028950" cy="1754326"/>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Tính thời sự, tầm quan trọng của đề tài</a:t>
            </a:r>
          </a:p>
        </p:txBody>
      </p:sp>
      <p:sp>
        <p:nvSpPr>
          <p:cNvPr id="18" name="TextBox 17">
            <a:extLst>
              <a:ext uri="{FF2B5EF4-FFF2-40B4-BE49-F238E27FC236}">
                <a16:creationId xmlns:a16="http://schemas.microsoft.com/office/drawing/2014/main" id="{BF6C44E7-26E3-9E50-2A00-92755336CC5C}"/>
              </a:ext>
            </a:extLst>
          </p:cNvPr>
          <p:cNvSpPr txBox="1"/>
          <p:nvPr/>
        </p:nvSpPr>
        <p:spPr>
          <a:xfrm>
            <a:off x="3810000" y="2392805"/>
            <a:ext cx="14249400" cy="7971413"/>
          </a:xfrm>
          <a:prstGeom prst="rect">
            <a:avLst/>
          </a:prstGeom>
          <a:noFill/>
        </p:spPr>
        <p:txBody>
          <a:bodyPr wrap="square" rtlCol="0">
            <a:spAutoFit/>
          </a:bodyPr>
          <a:lstStyle/>
          <a:p>
            <a:r>
              <a:rPr lang="en-US" sz="3200" dirty="0">
                <a:latin typeface="+mj-lt"/>
              </a:rPr>
              <a:t>	</a:t>
            </a:r>
            <a:r>
              <a:rPr lang="vi-VN" sz="3200" dirty="0">
                <a:latin typeface="+mj-lt"/>
              </a:rPr>
              <a:t>Hiện nay, cùng với sự phát triển của xu hướng nuôi thú cưng và quá trình chuyển đổi số, nhu cầu quản lý hoạt động tại các phòng khám thú y ngày càng tăng. Tuy nhiên, nhiều phòng khám vẫn sử dụng sổ sách hoặc các công cụ quản lý rời rạc, gây khó khăn trong việc theo dõi lịch khám, hồ sơ bệnh án, nhân sự và thanh toán dịch vụ. Điều này làm giảm hiệu quả vận hành và ảnh hưởng đến trải nghiệm khách hàng.</a:t>
            </a:r>
            <a:endParaRPr lang="en-US" sz="3200" b="1" dirty="0">
              <a:latin typeface="+mj-lt"/>
              <a:cs typeface="Times New Roman" panose="02020603050405020304" pitchFamily="18" charset="0"/>
            </a:endParaRPr>
          </a:p>
          <a:p>
            <a:pPr marL="457200" indent="-457200">
              <a:buFont typeface="Arial" panose="020B0604020202020204" pitchFamily="34" charset="0"/>
              <a:buChar char="•"/>
            </a:pPr>
            <a:r>
              <a:rPr lang="vi-VN" sz="3200" b="1" dirty="0">
                <a:latin typeface="+mj-lt"/>
                <a:cs typeface="Times New Roman" panose="02020603050405020304" pitchFamily="18" charset="0"/>
              </a:rPr>
              <a:t>Nhu cầu cấp thiết:</a:t>
            </a:r>
            <a:r>
              <a:rPr lang="vi-VN" sz="3200" dirty="0">
                <a:latin typeface="+mj-lt"/>
                <a:cs typeface="Times New Roman" panose="02020603050405020304" pitchFamily="18" charset="0"/>
              </a:rPr>
              <a:t> </a:t>
            </a:r>
            <a:r>
              <a:rPr lang="vi-VN" sz="3200" dirty="0">
                <a:latin typeface="+mj-lt"/>
              </a:rPr>
              <a:t>Các phòng khám cần một hệ thống quản lý tập trung, hỗ trợ quản lý khách hàng, thú cưng, lịch khám và dịch vụ một cách chính xác, hiệu quả.</a:t>
            </a:r>
            <a:endParaRPr lang="en-US" sz="3200" dirty="0">
              <a:latin typeface="+mj-lt"/>
            </a:endParaRPr>
          </a:p>
          <a:p>
            <a:pPr marL="457200" indent="-457200">
              <a:buFont typeface="Arial" panose="020B0604020202020204" pitchFamily="34" charset="0"/>
              <a:buChar char="•"/>
            </a:pPr>
            <a:r>
              <a:rPr lang="vi-VN" sz="3200" b="1" dirty="0">
                <a:latin typeface="+mj-lt"/>
                <a:cs typeface="Times New Roman" panose="02020603050405020304" pitchFamily="18" charset="0"/>
              </a:rPr>
              <a:t>Giải pháp tối ưu:</a:t>
            </a:r>
            <a:r>
              <a:rPr lang="vi-VN" sz="3200" dirty="0">
                <a:latin typeface="+mj-lt"/>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Xây</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dựng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ứng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dụng</a:t>
            </a:r>
            <a:r>
              <a:rPr lang="en-US" sz="3200" dirty="0">
                <a:latin typeface="Times New Roman" panose="02020603050405020304" pitchFamily="18" charset="0"/>
                <a:cs typeface="Times New Roman" panose="02020603050405020304" pitchFamily="18" charset="0"/>
              </a:rPr>
              <a:t> web </a:t>
            </a:r>
            <a:r>
              <a:rPr lang="en-US" sz="3200" dirty="0" err="1">
                <a:latin typeface="Times New Roman" panose="02020603050405020304" pitchFamily="18" charset="0"/>
                <a:cs typeface="Times New Roman" panose="02020603050405020304" pitchFamily="18" charset="0"/>
              </a:rPr>
              <a:t>quản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lý</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phòng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khám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thú</a:t>
            </a:r>
            <a:r>
              <a:rPr lang="en-US" sz="3200" dirty="0">
                <a:latin typeface="Times New Roman" panose="02020603050405020304" pitchFamily="18" charset="0"/>
                <a:cs typeface="Times New Roman" panose="02020603050405020304" pitchFamily="18" charset="0"/>
              </a:rPr>
              <a:t> y </a:t>
            </a:r>
            <a:r>
              <a:rPr lang="en-US" sz="3200" dirty="0" err="1">
                <a:latin typeface="Times New Roman" panose="02020603050405020304" pitchFamily="18" charset="0"/>
                <a:cs typeface="Times New Roman" panose="02020603050405020304" pitchFamily="18" charset="0"/>
              </a:rPr>
              <a:t>giúp</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số</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hóa</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quy</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trình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đặt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lịch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khám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chữa</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bệnh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thanh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toán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và</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quản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lý</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nhân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sự</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trên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một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nền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tảng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thống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nhất</a:t>
            </a:r>
            <a:r>
              <a:rPr lang="en-US" sz="3200" dirty="0">
                <a:latin typeface="Times New Roman" panose="02020603050405020304" pitchFamily="18" charset="0"/>
                <a:cs typeface="Times New Roman" panose="02020603050405020304" pitchFamily="18" charset="0"/>
              </a:rPr>
              <a:t>.</a:t>
            </a:r>
          </a:p>
          <a:p>
            <a:pPr marL="457200" indent="-457200">
              <a:buFont typeface="Arial" panose="020B0604020202020204" pitchFamily="34" charset="0"/>
              <a:buChar char="•"/>
            </a:pPr>
            <a:r>
              <a:rPr lang="vi-VN" sz="3200" b="1" dirty="0">
                <a:latin typeface="+mj-lt"/>
                <a:cs typeface="Times New Roman" panose="02020603050405020304" pitchFamily="18" charset="0"/>
              </a:rPr>
              <a:t>Lợi ích đa chiều:</a:t>
            </a:r>
            <a:r>
              <a:rPr lang="vi-VN" sz="3200" dirty="0">
                <a:latin typeface="+mj-lt"/>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Hệ</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thống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giúp</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giảm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sai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sót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trong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quản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lý</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tiết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kiệm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thời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gian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xử</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lý</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nghiệp</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vụ</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nâng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cao</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hiệu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suất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làm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việc</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của</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bác</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sĩ</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và</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nhân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viên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lễ</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tân</a:t>
            </a:r>
            <a:r>
              <a:rPr lang="en-US" sz="3200" dirty="0">
                <a:latin typeface="Times New Roman" panose="02020603050405020304" pitchFamily="18" charset="0"/>
                <a:cs typeface="Times New Roman" panose="02020603050405020304" pitchFamily="18" charset="0"/>
              </a:rPr>
              <a:t>.</a:t>
            </a:r>
          </a:p>
          <a:p>
            <a:pPr marL="457200" indent="-457200">
              <a:buFont typeface="Arial" panose="020B0604020202020204" pitchFamily="34" charset="0"/>
              <a:buChar char="•"/>
            </a:pPr>
            <a:r>
              <a:rPr lang="vi-VN" sz="3200" b="1" dirty="0">
                <a:latin typeface="+mj-lt"/>
                <a:cs typeface="Times New Roman" panose="02020603050405020304" pitchFamily="18" charset="0"/>
              </a:rPr>
              <a:t>Tầm quan trọng đặc biệt:</a:t>
            </a:r>
            <a:r>
              <a:rPr lang="vi-VN" sz="3200" dirty="0">
                <a:latin typeface="+mj-lt"/>
                <a:cs typeface="Times New Roman" panose="02020603050405020304" pitchFamily="18" charset="0"/>
              </a:rPr>
              <a:t> </a:t>
            </a:r>
            <a:r>
              <a:rPr lang="vi-VN" sz="3200" dirty="0">
                <a:latin typeface="+mj-lt"/>
              </a:rPr>
              <a:t>Đề tài góp phần thúc đẩy chuyển đổi số trong lĩnh vực thú y, nâng cao chất lượng dịch vụ và mang lại trải nghiệm thuận tiện hơn cho khách hàng khi sử dụng dịch vụ khám chữa bệnh cho thú cưng.</a:t>
            </a:r>
            <a:endParaRPr lang="vi-VN" sz="3200" dirty="0">
              <a:latin typeface="+mj-lt"/>
              <a:cs typeface="Times New Roman" panose="02020603050405020304" pitchFamily="18" charset="0"/>
            </a:endParaRPr>
          </a:p>
        </p:txBody>
      </p:sp>
      <p:grpSp>
        <p:nvGrpSpPr>
          <p:cNvPr id="47" name="Group 46">
            <a:extLst>
              <a:ext uri="{FF2B5EF4-FFF2-40B4-BE49-F238E27FC236}">
                <a16:creationId xmlns:a16="http://schemas.microsoft.com/office/drawing/2014/main" id="{61DD330F-A2D7-E113-DEE1-83F9C77BCEB5}"/>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A471ACD7-55EE-4E05-6F4F-2E0513910562}"/>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0074EE17-D317-0367-796A-771265C35CD5}"/>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21299B38-35D5-42C5-71A8-E11FB97B325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B8DC85D9-E4A7-6A9D-F79B-225512616AB9}"/>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FDA06AE3-E3DB-2815-5FBA-22837F2EDB11}"/>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995A0681-0D0A-5157-539E-342FA6514DB1}"/>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16161350-E260-3AA4-A4A6-DA033D58B81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DD709350-2E18-D3A4-B48A-6E0D1AC455C6}"/>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2. TÌNH HÌNH NGHIÊN CỨU TRONG VÀ NGOÀI NƯỚC</a:t>
            </a:r>
            <a:endParaRPr lang="en-US" sz="36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50934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0786BD-D1CE-87D6-70AC-F90E7BF6D5B6}"/>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D0E23E6B-ABCB-1735-231D-41CBEFBB6E5C}"/>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9BFFC742-635D-F8C8-D4FD-5277838E3B22}"/>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C18BD4DD-3F63-1B25-A953-067CA959924F}"/>
              </a:ext>
            </a:extLst>
          </p:cNvPr>
          <p:cNvSpPr/>
          <p:nvPr/>
        </p:nvSpPr>
        <p:spPr>
          <a:xfrm>
            <a:off x="3886200" y="3695700"/>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B87350F7-191E-980E-9E34-466ED73741C5}"/>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578EF325-F90B-0F6B-7D21-B54BBC83422A}"/>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MỞ ĐẦU</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86271971-4009-58C3-7FC1-000BF5918B19}"/>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6950440C-8935-7830-037F-328380FC48CA}"/>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BDE2E769-A58D-BFB5-F57A-0002B146B32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CA2D238D-BBC1-9279-7539-1E811A314BAF}"/>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A87687C3-2911-2701-2B27-E2BFEB7D23A8}"/>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C3B4C090-8EBF-7D64-F2C6-FFBDB5D6FB7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1C7BBF17-9091-7D0E-C780-0B76D2846BF5}"/>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03A1FACD-BA10-BFB9-991C-27A53017A5D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207951460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06F0E-5AD2-3AC4-07B7-FC412025E2C1}"/>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9ABA0280-EADF-88B2-557C-164D7BCCDA34}"/>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54A262F6-C5EF-17D9-4ACD-C9B008A402A2}"/>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E664D5E3-3367-35D4-6804-8D8B20987023}"/>
              </a:ext>
            </a:extLst>
          </p:cNvPr>
          <p:cNvSpPr/>
          <p:nvPr/>
        </p:nvSpPr>
        <p:spPr>
          <a:xfrm>
            <a:off x="3886200" y="4808888"/>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43EADB8F-48E9-EEE4-239E-3AD20948E3BD}"/>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3763D50C-98C3-0D61-3D77-5D59B9AD7A4E}"/>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MỞ ĐẦU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0D3DE6B5-D0B4-E64F-DBD6-7CD05A6728F6}"/>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8C25398B-A40E-77BA-1215-64505C74292F}"/>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FDE1F5E3-8B96-52D1-6FAF-98B03D1012D4}"/>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A92757B9-61B1-B6FF-4058-3230A481984F}"/>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224B4EF9-A7F3-9360-BFD9-389A0BCB5573}"/>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92826352-7CA6-8DF2-6068-C3D17BB86E06}"/>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67981F55-BB97-915A-E74F-8B3C78AC5952}"/>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01ADE9E3-4573-02E2-51AD-BFFD65408F9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Rectangle 1">
            <a:extLst>
              <a:ext uri="{FF2B5EF4-FFF2-40B4-BE49-F238E27FC236}">
                <a16:creationId xmlns:a16="http://schemas.microsoft.com/office/drawing/2014/main" id="{3542934E-1121-4061-773B-F40F2417BD3F}"/>
              </a:ext>
            </a:extLst>
          </p:cNvPr>
          <p:cNvSpPr/>
          <p:nvPr/>
        </p:nvSpPr>
        <p:spPr>
          <a:xfrm>
            <a:off x="-8398" y="10278536"/>
            <a:ext cx="3810000" cy="5136005"/>
          </a:xfrm>
          <a:prstGeom prst="rect">
            <a:avLst/>
          </a:prstGeom>
          <a:solidFill>
            <a:srgbClr val="A3CC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70162672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E97CC5-C919-489D-7969-FBEFB5AF7798}"/>
            </a:ext>
          </a:extLst>
        </p:cNvPr>
        <p:cNvGrpSpPr/>
        <p:nvPr/>
      </p:nvGrpSpPr>
      <p:grpSpPr>
        <a:xfrm>
          <a:off x="0" y="0"/>
          <a:ext cx="0" cy="0"/>
          <a:chOff x="0" y="0"/>
          <a:chExt cx="0" cy="0"/>
        </a:xfrm>
      </p:grpSpPr>
      <p:sp>
        <p:nvSpPr>
          <p:cNvPr id="49" name="Rectangle 48">
            <a:extLst>
              <a:ext uri="{FF2B5EF4-FFF2-40B4-BE49-F238E27FC236}">
                <a16:creationId xmlns:a16="http://schemas.microsoft.com/office/drawing/2014/main" id="{AA35AA2C-D8C5-BEA7-91A0-CA4E1FB53E5E}"/>
              </a:ext>
            </a:extLst>
          </p:cNvPr>
          <p:cNvSpPr/>
          <p:nvPr/>
        </p:nvSpPr>
        <p:spPr>
          <a:xfrm>
            <a:off x="0" y="5150995"/>
            <a:ext cx="3810000" cy="5136005"/>
          </a:xfrm>
          <a:prstGeom prst="rect">
            <a:avLst/>
          </a:prstGeom>
          <a:solidFill>
            <a:srgbClr val="A3CC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8" name="Rectangle 47">
            <a:extLst>
              <a:ext uri="{FF2B5EF4-FFF2-40B4-BE49-F238E27FC236}">
                <a16:creationId xmlns:a16="http://schemas.microsoft.com/office/drawing/2014/main" id="{239CC5A3-EB83-4CC9-185C-FE35820C484F}"/>
              </a:ext>
            </a:extLst>
          </p:cNvPr>
          <p:cNvSpPr/>
          <p:nvPr/>
        </p:nvSpPr>
        <p:spPr>
          <a:xfrm>
            <a:off x="0" y="2400299"/>
            <a:ext cx="3810000" cy="2749749"/>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 name="TextBox 2">
            <a:extLst>
              <a:ext uri="{FF2B5EF4-FFF2-40B4-BE49-F238E27FC236}">
                <a16:creationId xmlns:a16="http://schemas.microsoft.com/office/drawing/2014/main" id="{0171D20A-4F0B-2D8C-5DAC-6D63A3589D4B}"/>
              </a:ext>
            </a:extLst>
          </p:cNvPr>
          <p:cNvSpPr txBox="1"/>
          <p:nvPr/>
        </p:nvSpPr>
        <p:spPr>
          <a:xfrm>
            <a:off x="228599" y="3136953"/>
            <a:ext cx="3429000" cy="1200329"/>
          </a:xfrm>
          <a:prstGeom prst="rect">
            <a:avLst/>
          </a:prstGeom>
          <a:noFill/>
        </p:spPr>
        <p:txBody>
          <a:bodyPr wrap="square" rtlCol="0">
            <a:spAutoFit/>
          </a:bodyPr>
          <a:lstStyle/>
          <a:p>
            <a:r>
              <a:rPr lang="en-US" sz="3600" dirty="0" err="1">
                <a:latin typeface="Times New Roman" panose="02020603050405020304" pitchFamily="18" charset="0"/>
                <a:cs typeface="Times New Roman" panose="02020603050405020304" pitchFamily="18" charset="0"/>
              </a:rPr>
              <a:t>Địa</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điểm</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nghiên</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cứu</a:t>
            </a:r>
            <a:endParaRPr lang="en-US" sz="3600" dirty="0">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id="{501F0022-C436-55C0-3A67-E1BC88069D55}"/>
              </a:ext>
            </a:extLst>
          </p:cNvPr>
          <p:cNvSpPr txBox="1"/>
          <p:nvPr/>
        </p:nvSpPr>
        <p:spPr>
          <a:xfrm>
            <a:off x="609600" y="6785483"/>
            <a:ext cx="2667000" cy="1200329"/>
          </a:xfrm>
          <a:prstGeom prst="rect">
            <a:avLst/>
          </a:prstGeom>
          <a:noFill/>
        </p:spPr>
        <p:txBody>
          <a:bodyPr wrap="square" rtlCol="0">
            <a:spAutoFit/>
          </a:bodyPr>
          <a:lstStyle/>
          <a:p>
            <a:r>
              <a:rPr lang="vi-VN" sz="3600">
                <a:latin typeface="Times New Roman" panose="02020603050405020304" pitchFamily="18" charset="0"/>
                <a:cs typeface="Times New Roman" panose="02020603050405020304" pitchFamily="18" charset="0"/>
              </a:rPr>
              <a:t>Phương pháp nghiên cứu</a:t>
            </a:r>
          </a:p>
        </p:txBody>
      </p:sp>
      <p:sp>
        <p:nvSpPr>
          <p:cNvPr id="4" name="TextBox 10">
            <a:extLst>
              <a:ext uri="{FF2B5EF4-FFF2-40B4-BE49-F238E27FC236}">
                <a16:creationId xmlns:a16="http://schemas.microsoft.com/office/drawing/2014/main" id="{F8256E5E-446D-9F20-7903-B54C01AF3326}"/>
              </a:ext>
            </a:extLst>
          </p:cNvPr>
          <p:cNvSpPr txBox="1"/>
          <p:nvPr/>
        </p:nvSpPr>
        <p:spPr>
          <a:xfrm>
            <a:off x="3858223" y="2488700"/>
            <a:ext cx="14201178" cy="1216487"/>
          </a:xfrm>
          <a:prstGeom prst="rect">
            <a:avLst/>
          </a:prstGeom>
        </p:spPr>
        <p:txBody>
          <a:bodyPr wrap="square" lIns="0" tIns="0" rIns="0" bIns="0" rtlCol="0" anchor="t">
            <a:spAutoFit/>
          </a:bodyPr>
          <a:lstStyle/>
          <a:p>
            <a:pPr lvl="0">
              <a:lnSpc>
                <a:spcPct val="130000"/>
              </a:lnSpc>
            </a:pPr>
            <a:r>
              <a:rPr lang="vi-VN" sz="3200" dirty="0">
                <a:latin typeface="Times New Roman" panose="02020603050405020304" pitchFamily="18" charset="0"/>
                <a:ea typeface="SimSun" panose="02010600030101010101" pitchFamily="2" charset="-122"/>
              </a:rPr>
              <a:t>Đề tài được thực hiện tại:</a:t>
            </a:r>
            <a:endParaRPr lang="en-US" sz="3200" dirty="0">
              <a:latin typeface="Times New Roman" panose="02020603050405020304" pitchFamily="18" charset="0"/>
              <a:ea typeface="Times New Roman" panose="02020603050405020304" pitchFamily="18" charset="0"/>
            </a:endParaRP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Công ty TNHH Công </a:t>
            </a:r>
            <a:r>
              <a:rPr lang="en-US" sz="3200" dirty="0" err="1">
                <a:latin typeface="Times New Roman" panose="02020603050405020304" pitchFamily="18" charset="0"/>
                <a:ea typeface="SimSun" panose="02010600030101010101" pitchFamily="2" charset="-122"/>
              </a:rPr>
              <a:t>nghệ</a:t>
            </a:r>
            <a:r>
              <a:rPr lang="en-US" sz="3200" dirty="0">
                <a:latin typeface="Times New Roman" panose="02020603050405020304" pitchFamily="18" charset="0"/>
                <a:ea typeface="SimSun" panose="02010600030101010101" pitchFamily="2" charset="-122"/>
              </a:rPr>
              <a:t> Thiên An</a:t>
            </a:r>
            <a:endParaRPr lang="en-US" sz="3200" dirty="0">
              <a:latin typeface="Times New Roman" panose="02020603050405020304" pitchFamily="18" charset="0"/>
              <a:ea typeface="Times New Roman" panose="02020603050405020304" pitchFamily="18" charset="0"/>
            </a:endParaRPr>
          </a:p>
        </p:txBody>
      </p:sp>
      <p:sp>
        <p:nvSpPr>
          <p:cNvPr id="6" name="TextBox 5">
            <a:extLst>
              <a:ext uri="{FF2B5EF4-FFF2-40B4-BE49-F238E27FC236}">
                <a16:creationId xmlns:a16="http://schemas.microsoft.com/office/drawing/2014/main" id="{FCE63654-DC2C-226C-A032-3F62832C8206}"/>
              </a:ext>
            </a:extLst>
          </p:cNvPr>
          <p:cNvSpPr txBox="1"/>
          <p:nvPr/>
        </p:nvSpPr>
        <p:spPr>
          <a:xfrm>
            <a:off x="3810000" y="5130800"/>
            <a:ext cx="14249401" cy="1958549"/>
          </a:xfrm>
          <a:prstGeom prst="rect">
            <a:avLst/>
          </a:prstGeom>
          <a:noFill/>
        </p:spPr>
        <p:txBody>
          <a:bodyPr wrap="square" rtlCol="0">
            <a:spAutoFit/>
          </a:bodyPr>
          <a:lstStyle/>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Phương pháp nghiên cứu lý luận</a:t>
            </a:r>
            <a:endParaRPr lang="en-US" sz="3200">
              <a:latin typeface="Times New Roman" panose="02020603050405020304" pitchFamily="18" charset="0"/>
              <a:ea typeface="SimSun" panose="02010600030101010101" pitchFamily="2" charset="-122"/>
            </a:endParaRPr>
          </a:p>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Phương pháp nghiên cứu thực nghiệm</a:t>
            </a:r>
            <a:endParaRPr lang="en-US" sz="3200">
              <a:latin typeface="Times New Roman" panose="02020603050405020304" pitchFamily="18" charset="0"/>
              <a:ea typeface="SimSun" panose="02010600030101010101" pitchFamily="2" charset="-122"/>
            </a:endParaRPr>
          </a:p>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Phương pháp chuyên gia</a:t>
            </a:r>
            <a:endParaRPr lang="en-US" sz="3200"/>
          </a:p>
        </p:txBody>
      </p:sp>
      <p:cxnSp>
        <p:nvCxnSpPr>
          <p:cNvPr id="8" name="Straight Connector 7">
            <a:extLst>
              <a:ext uri="{FF2B5EF4-FFF2-40B4-BE49-F238E27FC236}">
                <a16:creationId xmlns:a16="http://schemas.microsoft.com/office/drawing/2014/main" id="{83F6DA76-0BA0-7C05-6482-946816174D9E}"/>
              </a:ext>
            </a:extLst>
          </p:cNvPr>
          <p:cNvCxnSpPr/>
          <p:nvPr/>
        </p:nvCxnSpPr>
        <p:spPr>
          <a:xfrm>
            <a:off x="5041757" y="5150995"/>
            <a:ext cx="10204065" cy="0"/>
          </a:xfrm>
          <a:prstGeom prst="line">
            <a:avLst/>
          </a:prstGeom>
        </p:spPr>
        <p:style>
          <a:lnRef idx="1">
            <a:schemeClr val="dk1"/>
          </a:lnRef>
          <a:fillRef idx="0">
            <a:schemeClr val="dk1"/>
          </a:fillRef>
          <a:effectRef idx="0">
            <a:schemeClr val="dk1"/>
          </a:effectRef>
          <a:fontRef idx="minor">
            <a:schemeClr val="tx1"/>
          </a:fontRef>
        </p:style>
      </p:cxnSp>
      <p:grpSp>
        <p:nvGrpSpPr>
          <p:cNvPr id="30" name="Group 29">
            <a:extLst>
              <a:ext uri="{FF2B5EF4-FFF2-40B4-BE49-F238E27FC236}">
                <a16:creationId xmlns:a16="http://schemas.microsoft.com/office/drawing/2014/main" id="{DD36799A-C0DD-2381-DDFA-BDCD9427DADC}"/>
              </a:ext>
            </a:extLst>
          </p:cNvPr>
          <p:cNvGrpSpPr/>
          <p:nvPr/>
        </p:nvGrpSpPr>
        <p:grpSpPr>
          <a:xfrm>
            <a:off x="0" y="0"/>
            <a:ext cx="18360000" cy="1188944"/>
            <a:chOff x="0" y="0"/>
            <a:chExt cx="18360000" cy="1188944"/>
          </a:xfrm>
        </p:grpSpPr>
        <p:grpSp>
          <p:nvGrpSpPr>
            <p:cNvPr id="31" name="Group 30">
              <a:extLst>
                <a:ext uri="{FF2B5EF4-FFF2-40B4-BE49-F238E27FC236}">
                  <a16:creationId xmlns:a16="http://schemas.microsoft.com/office/drawing/2014/main" id="{681E1C90-DABC-715C-434C-4B861321A158}"/>
                </a:ext>
              </a:extLst>
            </p:cNvPr>
            <p:cNvGrpSpPr/>
            <p:nvPr/>
          </p:nvGrpSpPr>
          <p:grpSpPr>
            <a:xfrm>
              <a:off x="0" y="0"/>
              <a:ext cx="18360000" cy="1188944"/>
              <a:chOff x="0" y="0"/>
              <a:chExt cx="18360000" cy="1188944"/>
            </a:xfrm>
          </p:grpSpPr>
          <p:sp>
            <p:nvSpPr>
              <p:cNvPr id="40" name="Rectangle 39">
                <a:extLst>
                  <a:ext uri="{FF2B5EF4-FFF2-40B4-BE49-F238E27FC236}">
                    <a16:creationId xmlns:a16="http://schemas.microsoft.com/office/drawing/2014/main" id="{86D392F5-0FC2-968C-9D3E-25A9D7756981}"/>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1" name="Rectangle 40">
                <a:extLst>
                  <a:ext uri="{FF2B5EF4-FFF2-40B4-BE49-F238E27FC236}">
                    <a16:creationId xmlns:a16="http://schemas.microsoft.com/office/drawing/2014/main" id="{7B0AC89C-5A24-FB8B-ABFA-267582A5CBF7}"/>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2" name="Rectangle 41">
                <a:extLst>
                  <a:ext uri="{FF2B5EF4-FFF2-40B4-BE49-F238E27FC236}">
                    <a16:creationId xmlns:a16="http://schemas.microsoft.com/office/drawing/2014/main" id="{8783BF10-9360-0350-6377-FBD79BB7F9D8}"/>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3" name="Rectangle 42">
                <a:extLst>
                  <a:ext uri="{FF2B5EF4-FFF2-40B4-BE49-F238E27FC236}">
                    <a16:creationId xmlns:a16="http://schemas.microsoft.com/office/drawing/2014/main" id="{059FF4CC-1131-15A1-D5FF-A3092C9D84E4}"/>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6" name="Oval 35">
              <a:extLst>
                <a:ext uri="{FF2B5EF4-FFF2-40B4-BE49-F238E27FC236}">
                  <a16:creationId xmlns:a16="http://schemas.microsoft.com/office/drawing/2014/main" id="{22170CF1-04BA-BABB-0DCF-01E2154B5EA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8" name="TextBox 37">
              <a:extLst>
                <a:ext uri="{FF2B5EF4-FFF2-40B4-BE49-F238E27FC236}">
                  <a16:creationId xmlns:a16="http://schemas.microsoft.com/office/drawing/2014/main" id="{AD7DB524-0426-F47E-415C-73F3529D52B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9" name="Picture 38">
              <a:extLst>
                <a:ext uri="{FF2B5EF4-FFF2-40B4-BE49-F238E27FC236}">
                  <a16:creationId xmlns:a16="http://schemas.microsoft.com/office/drawing/2014/main" id="{92E5E315-0D01-B470-DC1D-379F129E893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grpSp>
      <p:sp>
        <p:nvSpPr>
          <p:cNvPr id="51" name="Rectangle 50">
            <a:extLst>
              <a:ext uri="{FF2B5EF4-FFF2-40B4-BE49-F238E27FC236}">
                <a16:creationId xmlns:a16="http://schemas.microsoft.com/office/drawing/2014/main" id="{6B7549D4-F17F-E1D7-FD47-74ED02FF9DF6}"/>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2" name="Rectangle: Rounded Corners 51">
            <a:extLst>
              <a:ext uri="{FF2B5EF4-FFF2-40B4-BE49-F238E27FC236}">
                <a16:creationId xmlns:a16="http://schemas.microsoft.com/office/drawing/2014/main" id="{8A90E312-5E37-3305-8C2A-4E37CDD20B8D}"/>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3" name="TextBox 52">
            <a:extLst>
              <a:ext uri="{FF2B5EF4-FFF2-40B4-BE49-F238E27FC236}">
                <a16:creationId xmlns:a16="http://schemas.microsoft.com/office/drawing/2014/main" id="{22A4ACE2-BE93-5257-1130-3CD789C3DF72}"/>
              </a:ext>
            </a:extLst>
          </p:cNvPr>
          <p:cNvSpPr txBox="1"/>
          <p:nvPr/>
        </p:nvSpPr>
        <p:spPr>
          <a:xfrm>
            <a:off x="3858222" y="1463633"/>
            <a:ext cx="100863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3. NỘI DUNG VÀ PHƯƠNG PHÁP NGHIÊN CỨU</a:t>
            </a:r>
            <a:endParaRPr lang="en-US" sz="36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1973153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75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750" fill="hold"/>
                                        <p:tgtEl>
                                          <p:spTgt spid="2">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additive="base">
                                        <p:cTn id="11" dur="75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2" dur="750" fill="hold"/>
                                        <p:tgtEl>
                                          <p:spTgt spid="3">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anim calcmode="lin" valueType="num">
                                      <p:cBhvr additive="base">
                                        <p:cTn id="15"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6">
                                            <p:txEl>
                                              <p:pRg st="0" end="0"/>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anim calcmode="lin" valueType="num">
                                      <p:cBhvr additive="base">
                                        <p:cTn id="19"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6">
                                            <p:txEl>
                                              <p:pRg st="1" end="1"/>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 calcmode="lin" valueType="num">
                                      <p:cBhvr additive="base">
                                        <p:cTn id="23" dur="5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6">
                                            <p:txEl>
                                              <p:pRg st="2" end="2"/>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 calcmode="lin" valueType="num">
                                      <p:cBhvr additive="base">
                                        <p:cTn id="2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4">
                                            <p:txEl>
                                              <p:pRg st="0" end="0"/>
                                            </p:txEl>
                                          </p:spTgt>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4">
                                            <p:txEl>
                                              <p:pRg st="1" end="1"/>
                                            </p:txEl>
                                          </p:spTgt>
                                        </p:tgtEl>
                                        <p:attrNameLst>
                                          <p:attrName>style.visibility</p:attrName>
                                        </p:attrNameLst>
                                      </p:cBhvr>
                                      <p:to>
                                        <p:strVal val="visible"/>
                                      </p:to>
                                    </p:set>
                                    <p:anim calcmode="lin" valueType="num">
                                      <p:cBhvr additive="base">
                                        <p:cTn id="31"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4">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934D95-F3C7-CC4B-C843-EB04CE3F5154}"/>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8C2DD526-00AA-17E3-8192-91AC60E6EF23}"/>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C8FF5868-02AF-7740-103D-8DCEF34B5D96}"/>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A3C9E027-1496-BC1E-1346-9C6BB1AF06FD}"/>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9728C56F-BAF4-AA99-A2B2-404CF0F5AB8E}"/>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1415CB54-2752-F486-F870-E79F83FD8944}"/>
              </a:ext>
            </a:extLst>
          </p:cNvPr>
          <p:cNvSpPr txBox="1"/>
          <p:nvPr/>
        </p:nvSpPr>
        <p:spPr>
          <a:xfrm>
            <a:off x="685800" y="5466487"/>
            <a:ext cx="22860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Nội dung nghiên cứu</a:t>
            </a:r>
          </a:p>
        </p:txBody>
      </p:sp>
      <p:sp>
        <p:nvSpPr>
          <p:cNvPr id="18" name="TextBox 17">
            <a:extLst>
              <a:ext uri="{FF2B5EF4-FFF2-40B4-BE49-F238E27FC236}">
                <a16:creationId xmlns:a16="http://schemas.microsoft.com/office/drawing/2014/main" id="{BA480541-2574-93E8-D38D-7187C31B1608}"/>
              </a:ext>
            </a:extLst>
          </p:cNvPr>
          <p:cNvSpPr txBox="1"/>
          <p:nvPr/>
        </p:nvSpPr>
        <p:spPr>
          <a:xfrm>
            <a:off x="3810000" y="2453830"/>
            <a:ext cx="14249400" cy="7070397"/>
          </a:xfrm>
          <a:prstGeom prst="rect">
            <a:avLst/>
          </a:prstGeom>
          <a:noFill/>
        </p:spPr>
        <p:txBody>
          <a:bodyPr wrap="square" rtlCol="0">
            <a:spAutoFit/>
          </a:bodyPr>
          <a:lstStyle/>
          <a:p>
            <a:pPr marL="457200" lvl="0" indent="-457200">
              <a:lnSpc>
                <a:spcPct val="130000"/>
              </a:lnSpc>
              <a:buFont typeface="Arial" panose="020B0604020202020204" pitchFamily="34" charset="0"/>
              <a:buChar char="•"/>
            </a:pPr>
            <a:r>
              <a:rPr lang="vi-VN" sz="3200" b="1">
                <a:latin typeface="Times New Roman" panose="02020603050405020304" pitchFamily="18" charset="0"/>
                <a:ea typeface="SimSun" panose="02010600030101010101" pitchFamily="2" charset="-122"/>
              </a:rPr>
              <a:t>Khảo sát và viết đặc tả yêu cầu</a:t>
            </a:r>
            <a:endParaRPr lang="en-US" sz="3200">
              <a:latin typeface="Times New Roman" panose="02020603050405020304" pitchFamily="18" charset="0"/>
              <a:ea typeface="SimSun" panose="02010600030101010101" pitchFamily="2" charset="-122"/>
            </a:endParaRPr>
          </a:p>
          <a:p>
            <a:pPr marL="457200" lvl="0" indent="-457200">
              <a:lnSpc>
                <a:spcPct val="130000"/>
              </a:lnSpc>
              <a:buFont typeface="Arial" panose="020B0604020202020204" pitchFamily="34" charset="0"/>
              <a:buChar char="•"/>
            </a:pPr>
            <a:r>
              <a:rPr lang="vi-VN" sz="3200" b="1">
                <a:latin typeface="Times New Roman" panose="02020603050405020304" pitchFamily="18" charset="0"/>
                <a:ea typeface="SimSun" panose="02010600030101010101" pitchFamily="2" charset="-122"/>
              </a:rPr>
              <a:t>Nghiên cứu các công nghệ thiết kế phía Front-end</a:t>
            </a:r>
            <a:endParaRPr lang="en-US" sz="3200" b="1">
              <a:latin typeface="Times New Roman" panose="02020603050405020304" pitchFamily="18" charset="0"/>
              <a:ea typeface="SimSun" panose="02010600030101010101" pitchFamily="2" charset="-122"/>
            </a:endParaRPr>
          </a:p>
          <a:p>
            <a:pPr marL="457200" lvl="0" indent="-457200">
              <a:lnSpc>
                <a:spcPct val="130000"/>
              </a:lnSpc>
              <a:buFont typeface="Arial" panose="020B0604020202020204" pitchFamily="34" charset="0"/>
              <a:buChar char="•"/>
            </a:pPr>
            <a:r>
              <a:rPr lang="vi-VN" sz="3200" b="1">
                <a:latin typeface="Times New Roman" panose="02020603050405020304" pitchFamily="18" charset="0"/>
                <a:ea typeface="SimSun" panose="02010600030101010101" pitchFamily="2" charset="-122"/>
              </a:rPr>
              <a:t>Nghiên cứu công nghệ thiết kế phía Back-end</a:t>
            </a:r>
            <a:endParaRPr lang="en-US" sz="3200">
              <a:latin typeface="Times New Roman" panose="02020603050405020304" pitchFamily="18" charset="0"/>
              <a:ea typeface="Times New Roman" panose="02020603050405020304" pitchFamily="18" charset="0"/>
            </a:endParaRPr>
          </a:p>
          <a:p>
            <a:pPr marL="457200" lvl="0" indent="-457200">
              <a:lnSpc>
                <a:spcPct val="130000"/>
              </a:lnSpc>
              <a:buFont typeface="Arial" panose="020B0604020202020204" pitchFamily="34" charset="0"/>
              <a:buChar char="•"/>
            </a:pPr>
            <a:r>
              <a:rPr lang="vi-VN" sz="3200" b="1">
                <a:latin typeface="Times New Roman" panose="02020603050405020304" pitchFamily="18" charset="0"/>
                <a:ea typeface="SimSun" panose="02010600030101010101" pitchFamily="2" charset="-122"/>
              </a:rPr>
              <a:t>Nghiên cứu quy trình xây dựng phần mềm:</a:t>
            </a:r>
            <a:endParaRPr lang="en-US" sz="3200" b="1">
              <a:latin typeface="Times New Roman" panose="02020603050405020304" pitchFamily="18" charset="0"/>
              <a:ea typeface="SimSun" panose="02010600030101010101" pitchFamily="2" charset="-122"/>
            </a:endParaRPr>
          </a:p>
          <a:p>
            <a:pPr marL="914400" lvl="1" indent="-457200">
              <a:lnSpc>
                <a:spcPct val="130000"/>
              </a:lnSpc>
              <a:buFont typeface="Wingdings" panose="05000000000000000000" pitchFamily="2" charset="2"/>
              <a:buChar char="Ø"/>
            </a:pPr>
            <a:r>
              <a:rPr lang="vi-VN" sz="3200">
                <a:latin typeface="Times New Roman" panose="02020603050405020304" pitchFamily="18" charset="0"/>
                <a:ea typeface="Times New Roman" panose="02020603050405020304" pitchFamily="18" charset="0"/>
              </a:rPr>
              <a:t>Thiết kế kiến trúc hệ thống </a:t>
            </a:r>
            <a:endParaRPr lang="en-US" sz="3200">
              <a:latin typeface="Times New Roman" panose="02020603050405020304" pitchFamily="18" charset="0"/>
              <a:ea typeface="Times New Roman" panose="02020603050405020304" pitchFamily="18" charset="0"/>
            </a:endParaRPr>
          </a:p>
          <a:p>
            <a:pPr marL="914400" lvl="1" indent="-457200">
              <a:lnSpc>
                <a:spcPct val="130000"/>
              </a:lnSpc>
              <a:buFont typeface="Wingdings" panose="05000000000000000000" pitchFamily="2" charset="2"/>
              <a:buChar char="Ø"/>
            </a:pPr>
            <a:r>
              <a:rPr lang="vi-VN" sz="3200">
                <a:latin typeface="Times New Roman" panose="02020603050405020304" pitchFamily="18" charset="0"/>
                <a:ea typeface="Times New Roman" panose="02020603050405020304" pitchFamily="18" charset="0"/>
              </a:rPr>
              <a:t>Thiết kế CSDL</a:t>
            </a:r>
            <a:endParaRPr lang="en-US" sz="3200">
              <a:latin typeface="Times New Roman" panose="02020603050405020304" pitchFamily="18" charset="0"/>
              <a:ea typeface="Times New Roman" panose="02020603050405020304" pitchFamily="18" charset="0"/>
            </a:endParaRPr>
          </a:p>
          <a:p>
            <a:pPr marL="914400" lvl="1" indent="-457200">
              <a:lnSpc>
                <a:spcPct val="130000"/>
              </a:lnSpc>
              <a:buFont typeface="Wingdings" panose="05000000000000000000" pitchFamily="2" charset="2"/>
              <a:buChar char="Ø"/>
            </a:pPr>
            <a:r>
              <a:rPr lang="vi-VN" sz="3200">
                <a:latin typeface="Times New Roman" panose="02020603050405020304" pitchFamily="18" charset="0"/>
                <a:ea typeface="Times New Roman" panose="02020603050405020304" pitchFamily="18" charset="0"/>
              </a:rPr>
              <a:t>Thiết kế giao diện</a:t>
            </a:r>
            <a:endParaRPr lang="en-US" sz="3200">
              <a:latin typeface="Times New Roman" panose="02020603050405020304" pitchFamily="18" charset="0"/>
              <a:ea typeface="Times New Roman" panose="02020603050405020304" pitchFamily="18" charset="0"/>
            </a:endParaRPr>
          </a:p>
          <a:p>
            <a:pPr marL="914400" lvl="1" indent="-457200">
              <a:lnSpc>
                <a:spcPct val="130000"/>
              </a:lnSpc>
              <a:buFont typeface="Wingdings" panose="05000000000000000000" pitchFamily="2" charset="2"/>
              <a:buChar char="Ø"/>
            </a:pPr>
            <a:r>
              <a:rPr lang="vi-VN" sz="3200">
                <a:latin typeface="Times New Roman" panose="02020603050405020304" pitchFamily="18" charset="0"/>
                <a:ea typeface="Times New Roman" panose="02020603050405020304" pitchFamily="18" charset="0"/>
              </a:rPr>
              <a:t>Thiết kế các thành phần, chức năng cần có cho </a:t>
            </a:r>
            <a:r>
              <a:rPr lang="en-US" sz="3200">
                <a:latin typeface="Times New Roman" panose="02020603050405020304" pitchFamily="18" charset="0"/>
                <a:ea typeface="Times New Roman" panose="02020603050405020304" pitchFamily="18" charset="0"/>
              </a:rPr>
              <a:t>ứng dụng</a:t>
            </a:r>
          </a:p>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Nghiên cứu quy trình viết đặc tả yêu cầu theo hướng đối tượng.</a:t>
            </a:r>
            <a:endParaRPr lang="en-US" sz="3200">
              <a:latin typeface="Times New Roman" panose="02020603050405020304" pitchFamily="18" charset="0"/>
              <a:ea typeface="Times New Roman" panose="02020603050405020304" pitchFamily="18" charset="0"/>
            </a:endParaRPr>
          </a:p>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Nghiên cứu quy trình kiểm thử phần mềm.</a:t>
            </a:r>
            <a:endParaRPr lang="en-US" sz="3200">
              <a:latin typeface="Times New Roman" panose="02020603050405020304" pitchFamily="18" charset="0"/>
              <a:ea typeface="Times New Roman" panose="02020603050405020304" pitchFamily="18" charset="0"/>
            </a:endParaRPr>
          </a:p>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Chỉnh sửa kiểm thử và hoàn thiện chương trình</a:t>
            </a:r>
            <a:endParaRPr lang="en-US" sz="3200">
              <a:latin typeface="Times New Roman" panose="02020603050405020304" pitchFamily="18" charset="0"/>
              <a:ea typeface="Times New Roman" panose="02020603050405020304" pitchFamily="18" charset="0"/>
            </a:endParaRPr>
          </a:p>
        </p:txBody>
      </p:sp>
      <p:grpSp>
        <p:nvGrpSpPr>
          <p:cNvPr id="47" name="Group 46">
            <a:extLst>
              <a:ext uri="{FF2B5EF4-FFF2-40B4-BE49-F238E27FC236}">
                <a16:creationId xmlns:a16="http://schemas.microsoft.com/office/drawing/2014/main" id="{B87F4830-A03E-AF7C-D4EA-85F834CE2952}"/>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B652FBA3-699B-03DD-892C-44F0DDB3097A}"/>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7BCA0DB6-659B-3529-329D-838279E74441}"/>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77932484-39A1-A0C1-1278-6038B3A5A695}"/>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1957817C-3130-E1B2-8FC8-8FA005B278C5}"/>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560F43E2-F7EA-8427-C254-77A51066C79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5E94FFC4-A91E-AE6F-D7D2-406E4A71D24C}"/>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7DC1F384-BEAB-D283-6D44-0129512C31C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5C230445-0126-6E4A-9D96-A5514DB6D7A7}"/>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3. NỘI DUNG VÀ PHƯƠNG PHÁP NGHIÊN CỨU</a:t>
            </a:r>
            <a:endParaRPr lang="en-US" sz="3600" dirty="0">
              <a:solidFill>
                <a:schemeClr val="bg1"/>
              </a:solidFill>
              <a:latin typeface="Times New Roman" panose="02020603050405020304" pitchFamily="18" charset="0"/>
              <a:cs typeface="Times New Roman" panose="02020603050405020304" pitchFamily="18" charset="0"/>
            </a:endParaRPr>
          </a:p>
        </p:txBody>
      </p:sp>
      <p:sp>
        <p:nvSpPr>
          <p:cNvPr id="4" name="Rectangle 3">
            <a:extLst>
              <a:ext uri="{FF2B5EF4-FFF2-40B4-BE49-F238E27FC236}">
                <a16:creationId xmlns:a16="http://schemas.microsoft.com/office/drawing/2014/main" id="{C70BAD8A-E7DA-B09D-9385-C2082B322507}"/>
              </a:ext>
            </a:extLst>
          </p:cNvPr>
          <p:cNvSpPr/>
          <p:nvPr/>
        </p:nvSpPr>
        <p:spPr>
          <a:xfrm>
            <a:off x="-3810000" y="5150995"/>
            <a:ext cx="3810000" cy="5136005"/>
          </a:xfrm>
          <a:prstGeom prst="rect">
            <a:avLst/>
          </a:prstGeom>
          <a:solidFill>
            <a:srgbClr val="A3CC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00247362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8">
                                            <p:txEl>
                                              <p:pRg st="6" end="6"/>
                                            </p:txEl>
                                          </p:spTgt>
                                        </p:tgtEl>
                                        <p:attrNameLst>
                                          <p:attrName>style.visibility</p:attrName>
                                        </p:attrNameLst>
                                      </p:cBhvr>
                                      <p:to>
                                        <p:strVal val="visible"/>
                                      </p:to>
                                    </p:set>
                                    <p:anim calcmode="lin" valueType="num">
                                      <p:cBhvr additive="base">
                                        <p:cTn id="35" dur="500" fill="hold"/>
                                        <p:tgtEl>
                                          <p:spTgt spid="18">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
                                            <p:txEl>
                                              <p:pRg st="7" end="7"/>
                                            </p:txEl>
                                          </p:spTgt>
                                        </p:tgtEl>
                                        <p:attrNameLst>
                                          <p:attrName>style.visibility</p:attrName>
                                        </p:attrNameLst>
                                      </p:cBhvr>
                                      <p:to>
                                        <p:strVal val="visible"/>
                                      </p:to>
                                    </p:set>
                                    <p:anim calcmode="lin" valueType="num">
                                      <p:cBhvr additive="base">
                                        <p:cTn id="39" dur="500" fill="hold"/>
                                        <p:tgtEl>
                                          <p:spTgt spid="18">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8">
                                            <p:txEl>
                                              <p:pRg st="7" end="7"/>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18">
                                            <p:txEl>
                                              <p:pRg st="8" end="8"/>
                                            </p:txEl>
                                          </p:spTgt>
                                        </p:tgtEl>
                                        <p:attrNameLst>
                                          <p:attrName>style.visibility</p:attrName>
                                        </p:attrNameLst>
                                      </p:cBhvr>
                                      <p:to>
                                        <p:strVal val="visible"/>
                                      </p:to>
                                    </p:set>
                                    <p:anim calcmode="lin" valueType="num">
                                      <p:cBhvr additive="base">
                                        <p:cTn id="43" dur="500" fill="hold"/>
                                        <p:tgtEl>
                                          <p:spTgt spid="18">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8">
                                            <p:txEl>
                                              <p:pRg st="8" end="8"/>
                                            </p:txEl>
                                          </p:spTgt>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18">
                                            <p:txEl>
                                              <p:pRg st="9" end="9"/>
                                            </p:txEl>
                                          </p:spTgt>
                                        </p:tgtEl>
                                        <p:attrNameLst>
                                          <p:attrName>style.visibility</p:attrName>
                                        </p:attrNameLst>
                                      </p:cBhvr>
                                      <p:to>
                                        <p:strVal val="visible"/>
                                      </p:to>
                                    </p:set>
                                    <p:anim calcmode="lin" valueType="num">
                                      <p:cBhvr additive="base">
                                        <p:cTn id="47" dur="500" fill="hold"/>
                                        <p:tgtEl>
                                          <p:spTgt spid="18">
                                            <p:txEl>
                                              <p:pRg st="9" end="9"/>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18">
                                            <p:txEl>
                                              <p:pRg st="9" end="9"/>
                                            </p:txEl>
                                          </p:spTgt>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18">
                                            <p:txEl>
                                              <p:pRg st="10" end="10"/>
                                            </p:txEl>
                                          </p:spTgt>
                                        </p:tgtEl>
                                        <p:attrNameLst>
                                          <p:attrName>style.visibility</p:attrName>
                                        </p:attrNameLst>
                                      </p:cBhvr>
                                      <p:to>
                                        <p:strVal val="visible"/>
                                      </p:to>
                                    </p:set>
                                    <p:anim calcmode="lin" valueType="num">
                                      <p:cBhvr additive="base">
                                        <p:cTn id="51" dur="500" fill="hold"/>
                                        <p:tgtEl>
                                          <p:spTgt spid="18">
                                            <p:txEl>
                                              <p:pRg st="10" end="10"/>
                                            </p:txEl>
                                          </p:spTgt>
                                        </p:tgtEl>
                                        <p:attrNameLst>
                                          <p:attrName>ppt_x</p:attrName>
                                        </p:attrNameLst>
                                      </p:cBhvr>
                                      <p:tavLst>
                                        <p:tav tm="0">
                                          <p:val>
                                            <p:strVal val="#ppt_x"/>
                                          </p:val>
                                        </p:tav>
                                        <p:tav tm="100000">
                                          <p:val>
                                            <p:strVal val="#ppt_x"/>
                                          </p:val>
                                        </p:tav>
                                      </p:tavLst>
                                    </p:anim>
                                    <p:anim calcmode="lin" valueType="num">
                                      <p:cBhvr additive="base">
                                        <p:cTn id="52" dur="500" fill="hold"/>
                                        <p:tgtEl>
                                          <p:spTgt spid="18">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F299D-1286-75A9-893E-4C0546377D9A}"/>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E6779247-9B11-017D-A0C5-32293F81A140}"/>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51DD69D7-8A35-F3C6-F1A1-1C55F5511D78}"/>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8A6D9EE6-DFE1-552B-EA0F-145CB73B3814}"/>
              </a:ext>
            </a:extLst>
          </p:cNvPr>
          <p:cNvSpPr/>
          <p:nvPr/>
        </p:nvSpPr>
        <p:spPr>
          <a:xfrm>
            <a:off x="3886200" y="4808888"/>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7D2D19EE-4C2C-5932-D9C8-E296D847DFEC}"/>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17EE5A4A-EF79-E3D2-D004-C3BD9254D91A}"/>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6207F82A-1113-AE57-4ADE-6C6D7EDEE9ED}"/>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352C9B87-3D0A-D71D-CF1A-728FC7911B43}"/>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B3692B91-074F-5D12-FEC9-89439798A85F}"/>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52AB5AED-2438-D323-5AC7-8893F413C75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223B251E-22D5-BDAA-1DC3-E4B703DF24F5}"/>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7AE40797-AF23-F841-4B5A-086341A386E1}"/>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92708759-C1C7-515C-80AB-C4374DF74491}"/>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0CD0C103-C2DE-13DC-CEBC-C77709EBC4D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141457412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81309-1A37-A603-CDEE-D6D1CEDCF47F}"/>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5E6420F8-0F48-DE10-692A-E694A99C3D1F}"/>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3752476C-59A2-96FF-AEFD-4681C9566EBA}"/>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0357E6FE-A0CC-9779-25E9-5A98191B1735}"/>
              </a:ext>
            </a:extLst>
          </p:cNvPr>
          <p:cNvSpPr/>
          <p:nvPr/>
        </p:nvSpPr>
        <p:spPr>
          <a:xfrm>
            <a:off x="3886200" y="5905500"/>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E4919BD2-039E-9430-971D-0EA7220655B4}"/>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2002C9DD-43F0-836B-BC79-FB88936219D3}"/>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FC011E8D-EE5D-40C5-7222-642B1C8676E1}"/>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BEA8CB8A-4EEC-8BF1-4E26-BAB517B3222B}"/>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E66D98CC-6B10-84E0-CC02-867AFFFC46A9}"/>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22CA948B-D150-40C6-A444-0DC55FA5BAF4}"/>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A89FAC4B-F2EC-C537-83CF-A7990FA00189}"/>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A017A576-D0DF-4E2C-34EB-F3CEBE8F2888}"/>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B306A525-E71F-95BA-EEFD-963F99014FF7}"/>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8D511443-182C-FEE2-63D5-FB88C4BBC0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176279355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6D77D-57CA-D5D3-92D5-79E87C67BC0F}"/>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3536D4BE-6884-3793-90E0-BEBAD4B46221}"/>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AD331214-3A94-434E-DBAA-CECDFC18C3B7}"/>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BE2D80DB-D601-7C1F-2B52-5DD07C99F8D3}"/>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F784DF5B-FC53-1A0C-1307-B9617D902FA2}"/>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680FB833-1770-B0DE-9E70-5E7824A06873}"/>
              </a:ext>
            </a:extLst>
          </p:cNvPr>
          <p:cNvSpPr txBox="1"/>
          <p:nvPr/>
        </p:nvSpPr>
        <p:spPr>
          <a:xfrm>
            <a:off x="685800" y="5466487"/>
            <a:ext cx="22860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Tổng quan lý thuyết</a:t>
            </a:r>
          </a:p>
        </p:txBody>
      </p:sp>
      <p:sp>
        <p:nvSpPr>
          <p:cNvPr id="18" name="TextBox 17">
            <a:extLst>
              <a:ext uri="{FF2B5EF4-FFF2-40B4-BE49-F238E27FC236}">
                <a16:creationId xmlns:a16="http://schemas.microsoft.com/office/drawing/2014/main" id="{4A2D8A18-1812-C35F-3A73-C56A4B7B7760}"/>
              </a:ext>
            </a:extLst>
          </p:cNvPr>
          <p:cNvSpPr txBox="1"/>
          <p:nvPr/>
        </p:nvSpPr>
        <p:spPr>
          <a:xfrm>
            <a:off x="3872252" y="3673496"/>
            <a:ext cx="14249400" cy="5149871"/>
          </a:xfrm>
          <a:prstGeom prst="rect">
            <a:avLst/>
          </a:prstGeom>
          <a:noFill/>
        </p:spPr>
        <p:txBody>
          <a:bodyPr wrap="square" rtlCol="0">
            <a:spAutoFit/>
          </a:bodyPr>
          <a:lstStyle/>
          <a:p>
            <a:pPr lvl="0">
              <a:lnSpc>
                <a:spcPct val="130000"/>
              </a:lnSpc>
            </a:pPr>
            <a:r>
              <a:rPr lang="en-US" sz="3200" b="1" dirty="0">
                <a:latin typeface="Times New Roman" panose="02020603050405020304" pitchFamily="18" charset="0"/>
                <a:ea typeface="SimSun" panose="02010600030101010101" pitchFamily="2" charset="-122"/>
              </a:rPr>
              <a:t>Các </a:t>
            </a:r>
            <a:r>
              <a:rPr lang="en-US" sz="3200" b="1" dirty="0" err="1">
                <a:latin typeface="Times New Roman" panose="02020603050405020304" pitchFamily="18" charset="0"/>
                <a:ea typeface="SimSun" panose="02010600030101010101" pitchFamily="2" charset="-122"/>
              </a:rPr>
              <a:t>công</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nghệ</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được</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sử</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dụng</a:t>
            </a:r>
            <a:r>
              <a:rPr lang="en-US" sz="3200" b="1" dirty="0">
                <a:latin typeface="Times New Roman" panose="02020603050405020304" pitchFamily="18" charset="0"/>
                <a:ea typeface="SimSun" panose="02010600030101010101" pitchFamily="2" charset="-122"/>
              </a:rPr>
              <a:t>:</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HTML/CSS(Ant Design/ AG-Grid)</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C#(ASP.NET Core Web API Framework)</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SQL Server</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Typescript(Angular)</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Docker</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Postman/ Swagger</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Git</a:t>
            </a:r>
          </a:p>
        </p:txBody>
      </p:sp>
      <p:grpSp>
        <p:nvGrpSpPr>
          <p:cNvPr id="47" name="Group 46">
            <a:extLst>
              <a:ext uri="{FF2B5EF4-FFF2-40B4-BE49-F238E27FC236}">
                <a16:creationId xmlns:a16="http://schemas.microsoft.com/office/drawing/2014/main" id="{E0EE4715-F6F0-062D-D83B-436253F13115}"/>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19BF3B98-A456-AADB-987F-E8CAB33C2468}"/>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8D6A404C-9CDB-C2CA-6CC4-E75C3894E64A}"/>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0DDEF088-51FC-7D59-3355-3AE84E4DB27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64A8F718-0B2F-9D17-B5A7-B00E50D4C608}"/>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C93A21D6-FDC4-2A9B-971C-9884E6AA7532}"/>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C64A72B4-1BFB-8BB8-A684-D60D35967F46}"/>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6193B867-AE17-AA9F-A6E1-7158798B317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1DB05631-526A-1D41-609A-17599C9BA64A}"/>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spTree>
    <p:extLst>
      <p:ext uri="{BB962C8B-B14F-4D97-AF65-F5344CB8AC3E}">
        <p14:creationId xmlns:p14="http://schemas.microsoft.com/office/powerpoint/2010/main" val="85390324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8">
                                            <p:txEl>
                                              <p:pRg st="6" end="6"/>
                                            </p:txEl>
                                          </p:spTgt>
                                        </p:tgtEl>
                                        <p:attrNameLst>
                                          <p:attrName>style.visibility</p:attrName>
                                        </p:attrNameLst>
                                      </p:cBhvr>
                                      <p:to>
                                        <p:strVal val="visible"/>
                                      </p:to>
                                    </p:set>
                                    <p:anim calcmode="lin" valueType="num">
                                      <p:cBhvr additive="base">
                                        <p:cTn id="35" dur="500" fill="hold"/>
                                        <p:tgtEl>
                                          <p:spTgt spid="18">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
                                            <p:txEl>
                                              <p:pRg st="7" end="7"/>
                                            </p:txEl>
                                          </p:spTgt>
                                        </p:tgtEl>
                                        <p:attrNameLst>
                                          <p:attrName>style.visibility</p:attrName>
                                        </p:attrNameLst>
                                      </p:cBhvr>
                                      <p:to>
                                        <p:strVal val="visible"/>
                                      </p:to>
                                    </p:set>
                                    <p:anim calcmode="lin" valueType="num">
                                      <p:cBhvr additive="base">
                                        <p:cTn id="39" dur="500" fill="hold"/>
                                        <p:tgtEl>
                                          <p:spTgt spid="18">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8">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44A0F-74DC-A346-C251-373BBBF21BF0}"/>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DC01AE9F-EAA9-5EA0-687E-F4E2947D515A}"/>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F58FE71C-4B70-F609-2A85-8037B4CCE520}"/>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4C0372A4-D5F0-B183-CD4B-EC7F504CB9FC}"/>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BE8209F2-AEBA-0E50-2B1C-FD4EA425E0A9}"/>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A5CEFF6-DBAC-50B7-681D-CA468A8DBDF1}"/>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FF288A30-F875-AA1D-B856-29D481908587}"/>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Usecase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06403500-2549-6CE9-B204-80F9AD0FC8AB}"/>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71F49054-1D19-85C2-09AE-A9C2C5E53C87}"/>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27CC9F23-D38C-B44C-5B33-15DE0FF42528}"/>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47B91105-2C0D-443E-588F-32E57341B995}"/>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BA0835B6-2AE0-F3C1-FDA6-A4898D3DE127}"/>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1B18056E-37B7-7232-0CD5-66990543CDA7}"/>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6BCC2037-A5C1-CA18-3C21-EF22E0D43B68}"/>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7D9F87D7-D9EB-2BF4-24F9-B5E79405AB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5396086C-F77B-27CC-B97E-4DB9D637FA9A}"/>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8" name="Picture 7">
            <a:extLst>
              <a:ext uri="{FF2B5EF4-FFF2-40B4-BE49-F238E27FC236}">
                <a16:creationId xmlns:a16="http://schemas.microsoft.com/office/drawing/2014/main" id="{EEEB9749-226B-535E-8420-7E33E05EAFE6}"/>
              </a:ext>
            </a:extLst>
          </p:cNvPr>
          <p:cNvPicPr>
            <a:picLocks noChangeAspect="1"/>
          </p:cNvPicPr>
          <p:nvPr/>
        </p:nvPicPr>
        <p:blipFill>
          <a:blip r:embed="rId5"/>
          <a:stretch>
            <a:fillRect/>
          </a:stretch>
        </p:blipFill>
        <p:spPr>
          <a:xfrm>
            <a:off x="4086823" y="3225516"/>
            <a:ext cx="13806362" cy="6586048"/>
          </a:xfrm>
          <a:prstGeom prst="rect">
            <a:avLst/>
          </a:prstGeom>
        </p:spPr>
      </p:pic>
    </p:spTree>
    <p:extLst>
      <p:ext uri="{BB962C8B-B14F-4D97-AF65-F5344CB8AC3E}">
        <p14:creationId xmlns:p14="http://schemas.microsoft.com/office/powerpoint/2010/main" val="25518829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94C22C-9D1A-BD3F-9DFC-E8C8A470CC00}"/>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4C1914FD-FA35-E228-FFF0-C37CB306906E}"/>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EF6BC302-92DD-B99F-C45F-79DE0D88E6A5}"/>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BCCDA566-9A59-9BF0-12D2-DBED34C58F7A}"/>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71BF45A4-4FDF-351B-11FA-7E0B80002478}"/>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9E47441C-A418-45E1-1CF7-286AA0511210}"/>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D99C3F42-0BAE-85FF-12F7-40530F12244E}"/>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Usecase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14FF3675-AA1D-18DB-01D8-4016A1AE21B9}"/>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C0B4ADF4-FE18-3FA8-ACA6-227DD23AB2A7}"/>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7537CF34-6B0D-8547-831F-80B40801E749}"/>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7AEBDE12-293B-6BF0-2336-2DE0A289F392}"/>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C9422CFB-35E0-0A83-1517-A2FDB41B1A9E}"/>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163B7D29-B0FD-4555-2399-C49D9238B13E}"/>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B2254C66-C3E2-1C15-C427-8884903042B9}"/>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F391045F-0B18-E2A8-2E5D-753EF13754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56A9952F-82E0-6A95-FD41-100AE30D5CE2}"/>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9" name="Picture 8">
            <a:extLst>
              <a:ext uri="{FF2B5EF4-FFF2-40B4-BE49-F238E27FC236}">
                <a16:creationId xmlns:a16="http://schemas.microsoft.com/office/drawing/2014/main" id="{DA37B5BF-97F6-2D61-40CA-5574F137FCEA}"/>
              </a:ext>
            </a:extLst>
          </p:cNvPr>
          <p:cNvPicPr>
            <a:picLocks noChangeAspect="1"/>
          </p:cNvPicPr>
          <p:nvPr/>
        </p:nvPicPr>
        <p:blipFill>
          <a:blip r:embed="rId5"/>
          <a:stretch>
            <a:fillRect/>
          </a:stretch>
        </p:blipFill>
        <p:spPr>
          <a:xfrm>
            <a:off x="4800600" y="3172115"/>
            <a:ext cx="11658599" cy="5972541"/>
          </a:xfrm>
          <a:prstGeom prst="rect">
            <a:avLst/>
          </a:prstGeom>
        </p:spPr>
      </p:pic>
    </p:spTree>
    <p:extLst>
      <p:ext uri="{BB962C8B-B14F-4D97-AF65-F5344CB8AC3E}">
        <p14:creationId xmlns:p14="http://schemas.microsoft.com/office/powerpoint/2010/main" val="3021278150"/>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40023-631C-4B1E-E847-286CD3385D19}"/>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2E37F152-5123-F528-CDDD-9BA5F26A6B8C}"/>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FADC7D53-9E82-2A2A-36CF-A13F28485807}"/>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D7CDB43A-CB60-C10B-403E-81C37EF6931B}"/>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FA28BDE1-BA73-E5CA-4195-A3D0DC6A5800}"/>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0CAE7B83-3624-D976-3FBB-B7BBFA962D73}"/>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271CFDA1-8BD0-709A-1341-81C8A36BE470}"/>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Usecase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CE0D591C-606A-AD67-AED2-911FBECBEDDA}"/>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D50D7533-88BC-219D-CF61-2252E9727C60}"/>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82DB3653-A98B-4EF8-CC3F-8D47641C3A44}"/>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03B49828-EFDA-FD57-218C-E5FAA1067BF5}"/>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5F6A8E4F-E876-6358-260E-80C0D216661A}"/>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FE95B9A5-A682-F386-D33D-7B918247B0E7}"/>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655204D9-F942-E4FE-9A10-0DB17E2A02B5}"/>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20EABFD6-018B-C873-BF39-2FFC1F6F35B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2E05E404-05BB-4023-70F6-438CE938A20A}"/>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87A7EEF2-60B4-3B85-9DA7-264BF861A5E9}"/>
              </a:ext>
            </a:extLst>
          </p:cNvPr>
          <p:cNvPicPr>
            <a:picLocks noChangeAspect="1"/>
          </p:cNvPicPr>
          <p:nvPr/>
        </p:nvPicPr>
        <p:blipFill>
          <a:blip r:embed="rId5"/>
          <a:stretch>
            <a:fillRect/>
          </a:stretch>
        </p:blipFill>
        <p:spPr>
          <a:xfrm>
            <a:off x="4572000" y="3130155"/>
            <a:ext cx="12268518" cy="6594950"/>
          </a:xfrm>
          <a:prstGeom prst="rect">
            <a:avLst/>
          </a:prstGeom>
        </p:spPr>
      </p:pic>
    </p:spTree>
    <p:extLst>
      <p:ext uri="{BB962C8B-B14F-4D97-AF65-F5344CB8AC3E}">
        <p14:creationId xmlns:p14="http://schemas.microsoft.com/office/powerpoint/2010/main" val="1842644155"/>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18605-C8F9-9429-0A92-2FA9D486C3D0}"/>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04B14329-632F-39FD-8C52-BCBCD0B60E4C}"/>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65AB5BFC-3A73-B171-4FDA-FC9C6EA83F7F}"/>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EEAA7A3C-61FB-72D0-5665-6301357CDFF4}"/>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33683D2F-C9C6-DF6E-6223-3942D9A38BC0}"/>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540063F6-3FAF-97CC-F6A3-5D3501C95C41}"/>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4F443ED4-AFC8-2BE9-53AD-B3E0C72127DE}"/>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Usecase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69EE4DC0-C4B8-1D5D-9E29-66F3881BA1B1}"/>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C49742EC-A506-F206-C113-9431E5B846CE}"/>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3B96B122-60AB-6682-13FF-04F195CBF5B7}"/>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32350240-DEB4-F3C2-0F88-9D3D3AD77AC2}"/>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C3AF30E0-A394-CB8A-161D-2A437B558A37}"/>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C2C672BF-3638-7858-ED99-F80FC4207C88}"/>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918DDFCC-5B11-19E8-889D-A9EDBC5E7CE0}"/>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D694106D-C88C-BE81-E6B9-64502F85B4B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F0CFF703-E170-BA8F-0BB6-D199B642A575}"/>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5" name="Picture 4">
            <a:extLst>
              <a:ext uri="{FF2B5EF4-FFF2-40B4-BE49-F238E27FC236}">
                <a16:creationId xmlns:a16="http://schemas.microsoft.com/office/drawing/2014/main" id="{60229FD4-768E-355B-839B-12B56195C98B}"/>
              </a:ext>
            </a:extLst>
          </p:cNvPr>
          <p:cNvPicPr>
            <a:picLocks noChangeAspect="1"/>
          </p:cNvPicPr>
          <p:nvPr/>
        </p:nvPicPr>
        <p:blipFill>
          <a:blip r:embed="rId5"/>
          <a:stretch>
            <a:fillRect/>
          </a:stretch>
        </p:blipFill>
        <p:spPr>
          <a:xfrm>
            <a:off x="4114800" y="3099550"/>
            <a:ext cx="13258800" cy="6442416"/>
          </a:xfrm>
          <a:prstGeom prst="rect">
            <a:avLst/>
          </a:prstGeom>
        </p:spPr>
      </p:pic>
    </p:spTree>
    <p:extLst>
      <p:ext uri="{BB962C8B-B14F-4D97-AF65-F5344CB8AC3E}">
        <p14:creationId xmlns:p14="http://schemas.microsoft.com/office/powerpoint/2010/main" val="2538343328"/>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74571-413E-4545-328E-450C8A74C833}"/>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FDBAFC3C-D6AB-E89F-E7B6-91C24E00FFEC}"/>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2CEE31E4-04B3-63C8-2A65-804757B1B4A2}"/>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37334A50-0490-AE7B-E350-AD319836B530}"/>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9CB22D16-05E7-9E6C-BD6B-6582A079169A}"/>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FBE78F8C-3C80-B9E2-7C93-F5C0F12336D7}"/>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AD3EAC8F-8841-6863-E2D0-384782038D83}"/>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dirty="0" err="1">
                <a:latin typeface="Times New Roman" panose="02020603050405020304" pitchFamily="18" charset="0"/>
                <a:ea typeface="SimSun" panose="02010600030101010101" pitchFamily="2" charset="-122"/>
              </a:rPr>
              <a:t>Biểu</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đồ</a:t>
            </a:r>
            <a:r>
              <a:rPr lang="en-US" sz="3200" b="1" dirty="0">
                <a:latin typeface="Times New Roman" panose="02020603050405020304" pitchFamily="18" charset="0"/>
                <a:ea typeface="SimSun" panose="02010600030101010101" pitchFamily="2" charset="-122"/>
              </a:rPr>
              <a:t> Class</a:t>
            </a:r>
            <a:endParaRPr lang="en-US" sz="3200" dirty="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A18278BB-275F-702E-A795-E3D4811FD50A}"/>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629D4C15-E4FA-C6B3-B112-426D452EC4C2}"/>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97649F4B-C6F0-7991-892E-690836104E0E}"/>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E8DFBBD1-DA98-4356-C688-7528C94717D3}"/>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BAFEE6B2-1DCC-0BE7-0C98-CC6ECC4F2FA8}"/>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48934823-B5A2-5068-98B2-EF41806F057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F10C050A-0180-5B62-E7AE-73137343E83F}"/>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529D4D69-95E0-6DC6-7775-01947638C36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11FFB93E-DAF1-4B32-F1CA-4EE143A9E59F}"/>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5" name="Picture 4">
            <a:extLst>
              <a:ext uri="{FF2B5EF4-FFF2-40B4-BE49-F238E27FC236}">
                <a16:creationId xmlns:a16="http://schemas.microsoft.com/office/drawing/2014/main" id="{344528E7-CE01-D9A7-0E05-6C75A7162534}"/>
              </a:ext>
            </a:extLst>
          </p:cNvPr>
          <p:cNvPicPr>
            <a:picLocks noChangeAspect="1"/>
          </p:cNvPicPr>
          <p:nvPr/>
        </p:nvPicPr>
        <p:blipFill>
          <a:blip r:embed="rId5"/>
          <a:stretch>
            <a:fillRect/>
          </a:stretch>
        </p:blipFill>
        <p:spPr>
          <a:xfrm>
            <a:off x="6477000" y="2392804"/>
            <a:ext cx="9419220" cy="7886699"/>
          </a:xfrm>
          <a:prstGeom prst="rect">
            <a:avLst/>
          </a:prstGeom>
        </p:spPr>
      </p:pic>
    </p:spTree>
    <p:extLst>
      <p:ext uri="{BB962C8B-B14F-4D97-AF65-F5344CB8AC3E}">
        <p14:creationId xmlns:p14="http://schemas.microsoft.com/office/powerpoint/2010/main" val="38355881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anim calcmode="lin" valueType="num">
                                      <p:cBhvr additive="base">
                                        <p:cTn id="7"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FFB1F-E479-B1B9-388A-02E6BA13BD52}"/>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798B88E7-5AFF-9B66-9D68-6BA65D5DE9B9}"/>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F68EA1EF-CC0B-989F-A6BC-C6361B6A00BF}"/>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6988D3BF-4EA9-5EC8-3D85-7D527510961E}"/>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730CFFD8-8423-69F8-27D7-A1B18A3EA0EC}"/>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14527EF6-3BDE-0DC3-CA8C-3737B3480865}"/>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E15515DD-A935-9793-1AC0-12508149B5BC}"/>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D91366EB-0423-AF76-4101-C4FD3AFC0941}"/>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592634C6-DE5B-1F11-3999-9A4FAC3E2D86}"/>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E2E694F5-E155-3D0A-1F79-BCAFCAB50571}"/>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B6C5B9C3-617E-451F-9F17-29AE4CE51A01}"/>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549274FA-2371-90DE-FF3F-E2E90897E45D}"/>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0FFAC545-042D-317F-F029-3851F10FE5DF}"/>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58792570-C937-6D4C-0688-1704B2B6C0B3}"/>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E4B06361-F37F-0A4E-4D78-AA0601D2C00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09CA6638-CAF3-063A-C30B-85D37FA5DDFC}"/>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6" name="Picture 5">
            <a:extLst>
              <a:ext uri="{FF2B5EF4-FFF2-40B4-BE49-F238E27FC236}">
                <a16:creationId xmlns:a16="http://schemas.microsoft.com/office/drawing/2014/main" id="{02C3C451-F42C-B062-7776-75385579A2DC}"/>
              </a:ext>
            </a:extLst>
          </p:cNvPr>
          <p:cNvPicPr>
            <a:picLocks noChangeAspect="1"/>
          </p:cNvPicPr>
          <p:nvPr/>
        </p:nvPicPr>
        <p:blipFill>
          <a:blip r:embed="rId5"/>
          <a:stretch>
            <a:fillRect/>
          </a:stretch>
        </p:blipFill>
        <p:spPr>
          <a:xfrm>
            <a:off x="5410200" y="3271803"/>
            <a:ext cx="11487662" cy="6143693"/>
          </a:xfrm>
          <a:prstGeom prst="rect">
            <a:avLst/>
          </a:prstGeom>
        </p:spPr>
      </p:pic>
    </p:spTree>
    <p:extLst>
      <p:ext uri="{BB962C8B-B14F-4D97-AF65-F5344CB8AC3E}">
        <p14:creationId xmlns:p14="http://schemas.microsoft.com/office/powerpoint/2010/main" val="103515619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anim calcmode="lin" valueType="num">
                                      <p:cBhvr additive="base">
                                        <p:cTn id="7"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50A23-C7F7-DC1C-5EDB-2E9E02C81422}"/>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64527C78-001F-E8BB-A56D-198BD4312C87}"/>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13872903-AFF1-11B2-5B9F-735D01E16535}"/>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1F7BD3A9-F26A-CACF-5EA8-ED27FFDAE213}"/>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25FEB034-2C60-07E1-B878-9CA083E8290C}"/>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0A7103C-567A-D6D6-E948-9DF97D8E5FFC}"/>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8B97B6C2-72C5-9CF4-D6FD-300032FA7ADD}"/>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BF1C416E-D754-931E-D37E-C0B2AA961B10}"/>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AE62A110-D793-5F89-A1E9-72F55B1C4957}"/>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87882F04-88C5-CBBC-163F-1803598044C5}"/>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F18F62AE-59DA-4587-FFEA-8EF8C24BB744}"/>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B4583DF2-22D4-FB7E-088F-37FEFD8A05FC}"/>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6CBA8FC6-A325-60FC-0F5E-6584E6BD595D}"/>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EFBD04A1-FE01-C1F7-B277-30B1E3FEE376}"/>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50DCE941-6228-8F48-3AAB-C512A65388F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ECCD54A7-0EDD-ADAD-D5D9-39F2FF6F129A}"/>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CEBC5640-C702-4419-F682-BEB70D920F18}"/>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239000" y="2456992"/>
            <a:ext cx="8686800" cy="7831767"/>
          </a:xfrm>
          <a:prstGeom prst="rect">
            <a:avLst/>
          </a:prstGeom>
          <a:noFill/>
          <a:ln>
            <a:noFill/>
          </a:ln>
        </p:spPr>
      </p:pic>
    </p:spTree>
    <p:extLst>
      <p:ext uri="{BB962C8B-B14F-4D97-AF65-F5344CB8AC3E}">
        <p14:creationId xmlns:p14="http://schemas.microsoft.com/office/powerpoint/2010/main" val="2145362102"/>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anim calcmode="lin" valueType="num">
                                      <p:cBhvr additive="base">
                                        <p:cTn id="7"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B26DE-6447-9C48-DBA0-9689FCD7D7C1}"/>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D9B7F4C2-ABA1-DADC-2EE7-78C75B940ECE}"/>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B5594B10-80A1-3150-47FD-BD9E70393AF9}"/>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C584175D-C2AF-EF21-CF9C-367E86650E1C}"/>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7E68D001-E604-2EB7-B25F-6FFFD7C2CEB9}"/>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6BD6934-94FE-31EE-7F07-F722A2FAC2F5}"/>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426221C3-BABF-9CD6-E1FE-C73DB53FB2E9}"/>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6B5B3B17-E02F-B68B-C9EA-8B8736664322}"/>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7908F42D-FB22-B3E8-FA90-88D8C3F66E58}"/>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03C568A4-BFAD-E7CC-2370-A6F004F88255}"/>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138F8C54-BD64-767A-5C6F-8D98683F07FF}"/>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AE600757-F5D5-7B26-9F4F-37F26B8DA5DD}"/>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F826E097-3BCE-3AF5-FA5E-5F89664DA132}"/>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13329872-7FD3-FEAC-794D-182C27A94D2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EABAFE3C-5FF0-D842-A9E0-938C9EB2285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68900133-8E7A-1AD6-2B45-261DE93B2A6F}"/>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74B67D96-E220-6EE5-F62B-6C6FADBCFB30}"/>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04320" y="2654794"/>
            <a:ext cx="7954758" cy="6984506"/>
          </a:xfrm>
          <a:prstGeom prst="rect">
            <a:avLst/>
          </a:prstGeom>
          <a:noFill/>
          <a:ln>
            <a:noFill/>
          </a:ln>
        </p:spPr>
      </p:pic>
    </p:spTree>
    <p:extLst>
      <p:ext uri="{BB962C8B-B14F-4D97-AF65-F5344CB8AC3E}">
        <p14:creationId xmlns:p14="http://schemas.microsoft.com/office/powerpoint/2010/main" val="393103201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B456554-27AB-3270-29AB-501889148C00}"/>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165E1BF4-99CC-C549-1AD4-D3B9B946E993}"/>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7B01522E-91D5-A442-F2F1-A303CAEFCA0E}"/>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56C3FA96-510B-0F67-582E-5C2EEE8A4A6A}"/>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67682754-D57C-63D7-8F85-1042F2C1F679}"/>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1B04EEF9-226A-84F2-5DB9-59AC948ACCBC}"/>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74B4046A-CF79-D4EB-8A31-5576B0F07F96}"/>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5530033A-1341-EFAC-E7BC-10C21F3DB4EC}"/>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B9355970-8BAA-94E1-8BAA-1EC5C6394743}"/>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4264B3C1-2F76-AC6F-F93F-FB91424FD67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B77F4C70-C228-F6F7-8C6F-3BDD23BECED4}"/>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AF99E511-F2F0-FEDC-5DF5-01E3BF1F6EAC}"/>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E4F77698-E8C9-F79A-A612-BB75C748195C}"/>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D8E9FB84-9976-559E-DC87-62D569F9906A}"/>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A6546D38-DA2F-C7EC-5A58-37BEF73BFD0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8AA17AF9-CEBF-259B-6BA9-61FE0347185F}"/>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DE5DF329-C30F-77D0-67CA-6A2E808755FB}"/>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010399" y="2441574"/>
            <a:ext cx="9372767" cy="7839852"/>
          </a:xfrm>
          <a:prstGeom prst="rect">
            <a:avLst/>
          </a:prstGeom>
          <a:noFill/>
          <a:ln>
            <a:noFill/>
          </a:ln>
        </p:spPr>
      </p:pic>
    </p:spTree>
    <p:extLst>
      <p:ext uri="{BB962C8B-B14F-4D97-AF65-F5344CB8AC3E}">
        <p14:creationId xmlns:p14="http://schemas.microsoft.com/office/powerpoint/2010/main" val="287890067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54D8E69-7126-4878-96E2-A1383BF3314C}"/>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E71D1152-2B1C-9410-59F4-C3DA9C521891}"/>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3F2463E7-9E75-2067-4E09-7C1CC0977D0A}"/>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98CF7461-2C3C-01DD-A6FF-9BB82C709351}"/>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AD49A0FF-9E60-C6B0-05FE-4F998FD6BBAC}"/>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27C1FEFE-4217-E70B-CE65-CAAAD29F6BC1}"/>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3A362EDE-CC12-1DC4-1D97-6DF0B9232455}"/>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CBFA94D4-F11C-D28A-AD04-886708F3E95C}"/>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B3C1C1E1-ABE7-DAAC-165C-53106797484C}"/>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B28376E3-E285-5970-A0B9-B038410ACE3F}"/>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88A64866-F20B-AE15-F4BC-414601307475}"/>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DE8CBF2A-ADAF-4950-E60D-F8B1B6AB00BE}"/>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47687F63-A0DA-8ECC-D84F-880323E87BFF}"/>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53A47577-B0A9-8835-619D-34A0A774B40D}"/>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B4A05952-AFC5-5AAE-8CA8-6AC21BE5C21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050DA0E0-E8EA-D09B-86F4-8EBFB641A657}"/>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5" name="Picture 4">
            <a:extLst>
              <a:ext uri="{FF2B5EF4-FFF2-40B4-BE49-F238E27FC236}">
                <a16:creationId xmlns:a16="http://schemas.microsoft.com/office/drawing/2014/main" id="{71688BB5-DEBC-C045-24E1-16664918906F}"/>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62799" y="2570914"/>
            <a:ext cx="9531203" cy="7525586"/>
          </a:xfrm>
          <a:prstGeom prst="rect">
            <a:avLst/>
          </a:prstGeom>
          <a:noFill/>
          <a:ln>
            <a:noFill/>
          </a:ln>
        </p:spPr>
      </p:pic>
    </p:spTree>
    <p:extLst>
      <p:ext uri="{BB962C8B-B14F-4D97-AF65-F5344CB8AC3E}">
        <p14:creationId xmlns:p14="http://schemas.microsoft.com/office/powerpoint/2010/main" val="427246035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AC7C3B7-8CD7-7C52-1B2A-C3B9C9740892}"/>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D118D9F3-2CEF-F171-8606-2083B633DFE9}"/>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41AD85A8-CC93-374B-CABC-1D26BFF51239}"/>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915E4BAF-0E77-6616-8542-F0933ADB609D}"/>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C1A65034-2584-D7A8-92DD-13AD5CB6D818}"/>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0EFE6DBC-BBE3-B983-618F-D1FB3098935E}"/>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F9531477-E68C-4FE5-6469-4EFF8A273AFD}"/>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E907348A-3709-DD53-FFA0-145D7082B384}"/>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DBFF6FCF-D8DD-5FFA-9BCD-2B63C5F54948}"/>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4C3A53AC-42AA-6685-71E0-2291B3F321D6}"/>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422F0338-CAEB-9751-E375-65C1ADE2595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6F0801ED-A7A5-A5C3-5284-ECFE271822CE}"/>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03A16AC6-28BA-B3A4-5CCF-524B76CB8B8E}"/>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FB06C1C1-CCCE-92C9-8A9E-9F990B729D53}"/>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0C9E4CAA-5238-BCC2-7F53-C813D94A2D4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97D329AB-ACDF-ECF7-8576-2721B3F85C7D}"/>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6" name="Picture 5">
            <a:extLst>
              <a:ext uri="{FF2B5EF4-FFF2-40B4-BE49-F238E27FC236}">
                <a16:creationId xmlns:a16="http://schemas.microsoft.com/office/drawing/2014/main" id="{EF6EB137-9671-AF7C-0056-FF38ADEFEC00}"/>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038600" y="3130155"/>
            <a:ext cx="13461122" cy="6996950"/>
          </a:xfrm>
          <a:prstGeom prst="rect">
            <a:avLst/>
          </a:prstGeom>
          <a:noFill/>
          <a:ln>
            <a:noFill/>
          </a:ln>
        </p:spPr>
      </p:pic>
    </p:spTree>
    <p:extLst>
      <p:ext uri="{BB962C8B-B14F-4D97-AF65-F5344CB8AC3E}">
        <p14:creationId xmlns:p14="http://schemas.microsoft.com/office/powerpoint/2010/main" val="81918426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F88CFFE-AA09-23D8-2EDD-ECF241C0E21B}"/>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07307679-C438-9A31-C10F-F86CEF4A4166}"/>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C9708234-02B8-10C7-8720-9D754D550657}"/>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69ED93B5-9E8F-4C98-5834-83EA4665E2FF}"/>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7391FF01-923A-1301-13D8-7F48E3E10F65}"/>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076436F0-59A6-5EED-ABB2-1486ADEE684A}"/>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6A0EF6CA-4FF5-B2FA-9D4F-AA7967F903B7}"/>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3D9D0A12-C0F7-2620-0047-3F136B89103D}"/>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F22D9796-CFE3-15D0-7A01-1D5F782530EC}"/>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A00CF5F8-DE99-A608-E3DF-004CEEBB7039}"/>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CFB08529-2A41-CA44-3440-EA6D52473A4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DB3B3D49-CFDF-6D15-334C-87DE30DF14F8}"/>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7E200B96-8759-70F0-86BD-8293FF5745C6}"/>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F51B7236-DACA-DAAD-9FC6-120AB2A7FA6D}"/>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CB28ABAE-7BD2-5591-9AF9-36C3061836A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48DB48A6-ED66-CCF0-F4A6-A20815F3A97B}"/>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C31A2795-E62A-E882-86C5-87B242045015}"/>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020331" y="2383093"/>
            <a:ext cx="9029892" cy="7922069"/>
          </a:xfrm>
          <a:prstGeom prst="rect">
            <a:avLst/>
          </a:prstGeom>
          <a:noFill/>
          <a:ln>
            <a:noFill/>
          </a:ln>
        </p:spPr>
      </p:pic>
    </p:spTree>
    <p:extLst>
      <p:ext uri="{BB962C8B-B14F-4D97-AF65-F5344CB8AC3E}">
        <p14:creationId xmlns:p14="http://schemas.microsoft.com/office/powerpoint/2010/main" val="3144588895"/>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63831A-BB42-4731-291B-AA2FC250A9F5}"/>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835A3D4F-AD46-DC25-79CC-56506D5FC733}"/>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A874E943-F40A-38C6-6937-F3B7B8915D26}"/>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3DBCB59F-C269-0FB2-EFD4-E8093DC254B9}"/>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8A9A719A-BB3A-AD5B-3AF1-187469F8D1E4}"/>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4A9EDBF3-378E-1672-1BE4-D25753440D5B}"/>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95B4BB9B-8E58-A2AC-F66E-93BD5C6084B3}"/>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Cơ sở dữ liệu thực tế</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3FA406DC-960A-698B-A389-E65A503DAB75}"/>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EFDB1E68-4DCA-2981-4891-1E35E33DCF8A}"/>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E1E4C469-4F9D-860B-D78E-6209719EEA7E}"/>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8CBF5690-5E00-8220-6C8E-671C9E725161}"/>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73A41465-62E0-C005-EDFD-070395C02B1F}"/>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940ED141-8160-4675-4065-B6D0E5F5295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D30358AF-85C1-1415-1548-E1B9505AD7D3}"/>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F9BF0085-3F07-8A09-95B4-31EEF4CADB4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B28D7637-1CFF-4772-9F5D-40D54456564A}"/>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585A4C67-BE15-E358-22F1-7676B8419390}"/>
              </a:ext>
            </a:extLst>
          </p:cNvPr>
          <p:cNvPicPr>
            <a:picLocks noChangeAspect="1"/>
          </p:cNvPicPr>
          <p:nvPr/>
        </p:nvPicPr>
        <p:blipFill rotWithShape="1">
          <a:blip r:embed="rId5"/>
          <a:srcRect l="756"/>
          <a:stretch>
            <a:fillRect/>
          </a:stretch>
        </p:blipFill>
        <p:spPr>
          <a:xfrm>
            <a:off x="7620000" y="2423647"/>
            <a:ext cx="6553200" cy="7843845"/>
          </a:xfrm>
          <a:prstGeom prst="rect">
            <a:avLst/>
          </a:prstGeom>
        </p:spPr>
      </p:pic>
    </p:spTree>
    <p:extLst>
      <p:ext uri="{BB962C8B-B14F-4D97-AF65-F5344CB8AC3E}">
        <p14:creationId xmlns:p14="http://schemas.microsoft.com/office/powerpoint/2010/main" val="313604123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F9E9C-2BFA-15EB-A716-BDC746C533FC}"/>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411BB55-14CA-DCC1-8854-0C6651DF46C9}"/>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07FDF50D-0002-046A-A884-9A4A4421B94F}"/>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BB5FBDBF-DB89-F1BF-2221-E77CFCAACC5E}"/>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C2533908-D280-EDC3-5A8E-9844E6094E9A}"/>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400569AB-FC0B-E2F8-F6BD-E1068DE6DB92}"/>
              </a:ext>
            </a:extLst>
          </p:cNvPr>
          <p:cNvSpPr txBox="1"/>
          <p:nvPr/>
        </p:nvSpPr>
        <p:spPr>
          <a:xfrm>
            <a:off x="228600" y="5466487"/>
            <a:ext cx="356235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Kết quả xây dựng chương trình</a:t>
            </a:r>
          </a:p>
        </p:txBody>
      </p:sp>
      <p:sp>
        <p:nvSpPr>
          <p:cNvPr id="18" name="TextBox 17">
            <a:extLst>
              <a:ext uri="{FF2B5EF4-FFF2-40B4-BE49-F238E27FC236}">
                <a16:creationId xmlns:a16="http://schemas.microsoft.com/office/drawing/2014/main" id="{1A593D3C-6E2C-5CDD-E860-6D3C503D539B}"/>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Trang Admin</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17E80DEE-C1B5-F145-16E4-E67C84F8C970}"/>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0C03270E-DC13-AC8C-E72C-F6EAB71E7BDA}"/>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EDB2AA32-9B29-D68A-D1C3-E3DEBA5B8C67}"/>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99E3E066-C401-0402-0313-DBA8662FE926}"/>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1FEBB6AC-3F69-4000-0053-163CDBA96746}"/>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68AEAC3C-3528-5DB3-1A54-A5A22668615F}"/>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0A233938-CE2B-264A-7357-7B4334EF0BD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1298FB80-569E-2959-15BA-8618C81B4D5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D1C01769-6209-2C05-501F-528D22BBAB96}"/>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C87B259D-09EE-3AD4-25E7-C498FDD6FE95}"/>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225203" y="3707831"/>
            <a:ext cx="13834197" cy="5276142"/>
          </a:xfrm>
          <a:prstGeom prst="rect">
            <a:avLst/>
          </a:prstGeom>
          <a:noFill/>
          <a:ln>
            <a:noFill/>
          </a:ln>
        </p:spPr>
      </p:pic>
    </p:spTree>
    <p:extLst>
      <p:ext uri="{BB962C8B-B14F-4D97-AF65-F5344CB8AC3E}">
        <p14:creationId xmlns:p14="http://schemas.microsoft.com/office/powerpoint/2010/main" val="41353632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F8E5E0-E390-2D86-5DA0-B717E1AE555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F43631A4-3E67-A0CC-A041-3D33F4994A88}"/>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E4253B4E-6EFB-3890-1570-DE0108D89751}"/>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5114BCCA-BBD2-849C-E541-976D5024CE46}"/>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46632BFF-E047-B778-2E69-E013999E9BF3}"/>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057F601-756A-040C-C917-EE577C600B58}"/>
              </a:ext>
            </a:extLst>
          </p:cNvPr>
          <p:cNvSpPr txBox="1"/>
          <p:nvPr/>
        </p:nvSpPr>
        <p:spPr>
          <a:xfrm>
            <a:off x="228600" y="5466487"/>
            <a:ext cx="356235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Kết quả xây dựng chương trình</a:t>
            </a:r>
          </a:p>
        </p:txBody>
      </p:sp>
      <p:sp>
        <p:nvSpPr>
          <p:cNvPr id="18" name="TextBox 17">
            <a:extLst>
              <a:ext uri="{FF2B5EF4-FFF2-40B4-BE49-F238E27FC236}">
                <a16:creationId xmlns:a16="http://schemas.microsoft.com/office/drawing/2014/main" id="{1A238A2C-CB1D-EE0B-BE1F-E265A2892DE7}"/>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Giao diện ứng dụng</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AA51F8F5-9DA6-243E-64D2-50E39690000F}"/>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91CFA113-6B18-9036-92B6-7CFEC2D6FEE7}"/>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FBE8CC87-A354-3E3F-0A21-7F985FF06612}"/>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F453172F-40B9-2C4E-8E53-448D79B15BE1}"/>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C33FD5AD-6204-56EE-C5D8-61AA79CECDAF}"/>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934B9732-2205-DC09-108F-3DBD342D734A}"/>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4D6A8FF2-46BE-7C59-8492-47E6A088F2B3}"/>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0E8025A0-0358-BCA3-7EB0-9307BC50ABF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3ABE8B5A-6A80-74FF-B99B-3C3774D4C396}"/>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5" name="Picture 4">
            <a:extLst>
              <a:ext uri="{FF2B5EF4-FFF2-40B4-BE49-F238E27FC236}">
                <a16:creationId xmlns:a16="http://schemas.microsoft.com/office/drawing/2014/main" id="{AF1528C8-6127-0F72-086A-032065B45375}"/>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99090" y="3100248"/>
            <a:ext cx="3244864" cy="7019394"/>
          </a:xfrm>
          <a:prstGeom prst="rect">
            <a:avLst/>
          </a:prstGeom>
          <a:noFill/>
          <a:ln>
            <a:noFill/>
          </a:ln>
        </p:spPr>
      </p:pic>
      <p:pic>
        <p:nvPicPr>
          <p:cNvPr id="6" name="Picture 5">
            <a:extLst>
              <a:ext uri="{FF2B5EF4-FFF2-40B4-BE49-F238E27FC236}">
                <a16:creationId xmlns:a16="http://schemas.microsoft.com/office/drawing/2014/main" id="{6B59336C-8599-C843-BB0C-9A316704E8F0}"/>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71182" y="3078382"/>
            <a:ext cx="3244864" cy="7019394"/>
          </a:xfrm>
          <a:prstGeom prst="rect">
            <a:avLst/>
          </a:prstGeom>
          <a:noFill/>
          <a:ln>
            <a:noFill/>
          </a:ln>
        </p:spPr>
      </p:pic>
      <p:pic>
        <p:nvPicPr>
          <p:cNvPr id="7" name="Picture 6">
            <a:extLst>
              <a:ext uri="{FF2B5EF4-FFF2-40B4-BE49-F238E27FC236}">
                <a16:creationId xmlns:a16="http://schemas.microsoft.com/office/drawing/2014/main" id="{32B9B1BA-9A1D-6F1B-B9CF-669AD1C2BCC2}"/>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11026727" y="3069311"/>
            <a:ext cx="3244863" cy="7019123"/>
          </a:xfrm>
          <a:prstGeom prst="rect">
            <a:avLst/>
          </a:prstGeom>
          <a:noFill/>
          <a:ln>
            <a:noFill/>
          </a:ln>
        </p:spPr>
      </p:pic>
      <p:pic>
        <p:nvPicPr>
          <p:cNvPr id="8" name="Picture 7">
            <a:extLst>
              <a:ext uri="{FF2B5EF4-FFF2-40B4-BE49-F238E27FC236}">
                <a16:creationId xmlns:a16="http://schemas.microsoft.com/office/drawing/2014/main" id="{F4F406D4-0ACF-971D-E7B3-B8941775CC63}"/>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14568672" y="3078382"/>
            <a:ext cx="3244947" cy="7019123"/>
          </a:xfrm>
          <a:prstGeom prst="rect">
            <a:avLst/>
          </a:prstGeom>
          <a:noFill/>
          <a:ln>
            <a:noFill/>
          </a:ln>
        </p:spPr>
      </p:pic>
    </p:spTree>
    <p:extLst>
      <p:ext uri="{BB962C8B-B14F-4D97-AF65-F5344CB8AC3E}">
        <p14:creationId xmlns:p14="http://schemas.microsoft.com/office/powerpoint/2010/main" val="6097227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1D8D2-0FAB-3436-E2A7-0D688E055F75}"/>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79368740-E1B5-208C-793D-B004AE5BDDD3}"/>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CD20F00F-6150-BDFF-510E-6C976A67C7C8}"/>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F188B612-9BB3-1427-1E0F-940D78A0444C}"/>
              </a:ext>
            </a:extLst>
          </p:cNvPr>
          <p:cNvSpPr/>
          <p:nvPr/>
        </p:nvSpPr>
        <p:spPr>
          <a:xfrm>
            <a:off x="3886200" y="5951888"/>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3FCED353-2F32-175D-8EC7-F49756940ACD}"/>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1145529B-CB51-8F18-354C-839603D74BC1}"/>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26AF1E05-0F98-DE53-97CD-D525CA5C162E}"/>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FF18EC0C-BD0E-AAB3-6A83-96A4FCE78730}"/>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B4AD18DA-6D3C-0F9C-ACE6-682949C4993E}"/>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0DE2E63A-9864-43C5-8422-1C8B1DCAA8CB}"/>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C0E3DE16-5C6B-B16B-0174-AAE8D04B81E3}"/>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EA4AA81E-A499-6881-1397-C481E48C7822}"/>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DBC99D45-151C-B296-DB7A-7B62D570E8A7}"/>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F9C29E30-D127-4D8A-3052-2017AE2BE71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131630746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347BE-E224-E604-8CDD-9CB541C03842}"/>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BC2D575A-ABEB-78B4-EF08-F052359BC135}"/>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5E9EE90A-4980-3D8B-DF95-76D446B9DE0E}"/>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55B98CEC-E7C9-4B81-6C09-6BC3E1059206}"/>
              </a:ext>
            </a:extLst>
          </p:cNvPr>
          <p:cNvSpPr/>
          <p:nvPr/>
        </p:nvSpPr>
        <p:spPr>
          <a:xfrm>
            <a:off x="3886200" y="7018688"/>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55852AA0-1837-365E-1C54-E6971A13D02F}"/>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03C1DFFA-E81C-062B-69C9-C2C1F6E7A32F}"/>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F2B74D9D-EF1B-AD66-C34C-928CC2EC5052}"/>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0DA8AAB3-FD15-853A-0492-2D0F630C67DF}"/>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80408C2E-3B7C-2259-571B-A22101C97F18}"/>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7E51EA1B-10E0-3843-6EB5-15623F71601C}"/>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7BDAC744-187F-28EE-ACE1-6C5DA73D11C6}"/>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DB22B764-8B09-F027-6C6A-DBAEFE8DBB02}"/>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F019C329-8A72-DADB-AACF-EE443793D652}"/>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DB7B9E24-143A-8170-8468-703202E7104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217621652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344A8-6A3D-568A-6EA6-599443791601}"/>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8A2B6AFF-2C44-6C3A-94CD-D48E7B232041}"/>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2AA0A9C1-D908-5EE7-D0E9-C3FA28AB147F}"/>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C5A6C24F-310D-4371-C39E-C7594C017B2B}"/>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FA03C11A-0427-5A2C-3F49-358411CBC790}"/>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2A31B0CA-CADB-E1BB-8ACF-1A16E43C747B}"/>
              </a:ext>
            </a:extLst>
          </p:cNvPr>
          <p:cNvSpPr txBox="1"/>
          <p:nvPr/>
        </p:nvSpPr>
        <p:spPr>
          <a:xfrm>
            <a:off x="152400" y="5466487"/>
            <a:ext cx="35052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Các chức năng đã xây dựng được</a:t>
            </a:r>
          </a:p>
        </p:txBody>
      </p:sp>
      <p:sp>
        <p:nvSpPr>
          <p:cNvPr id="18" name="TextBox 17">
            <a:extLst>
              <a:ext uri="{FF2B5EF4-FFF2-40B4-BE49-F238E27FC236}">
                <a16:creationId xmlns:a16="http://schemas.microsoft.com/office/drawing/2014/main" id="{7FE78EA3-5309-9956-5CF4-2B665F9D1CB4}"/>
              </a:ext>
            </a:extLst>
          </p:cNvPr>
          <p:cNvSpPr txBox="1"/>
          <p:nvPr/>
        </p:nvSpPr>
        <p:spPr>
          <a:xfrm>
            <a:off x="3810000" y="2430905"/>
            <a:ext cx="14249400" cy="6651821"/>
          </a:xfrm>
          <a:prstGeom prst="rect">
            <a:avLst/>
          </a:prstGeom>
          <a:noFill/>
        </p:spPr>
        <p:txBody>
          <a:bodyPr wrap="square" rtlCol="0">
            <a:spAutoFit/>
          </a:bodyPr>
          <a:lstStyle/>
          <a:p>
            <a:pPr lvl="0" algn="just">
              <a:lnSpc>
                <a:spcPct val="150000"/>
              </a:lnSpc>
            </a:pPr>
            <a:r>
              <a:rPr lang="vi-VN" sz="3200" b="1">
                <a:latin typeface="Times New Roman" panose="02020603050405020304" pitchFamily="18" charset="0"/>
                <a:ea typeface="Times New Roman" panose="02020603050405020304" pitchFamily="18" charset="0"/>
              </a:rPr>
              <a:t>Chức năng dành cho người dung</a:t>
            </a:r>
            <a:r>
              <a:rPr lang="en-US" sz="3200" b="1">
                <a:latin typeface="Times New Roman" panose="02020603050405020304" pitchFamily="18" charset="0"/>
                <a:ea typeface="Times New Roman" panose="02020603050405020304" pitchFamily="18" charset="0"/>
              </a:rPr>
              <a:t>:</a:t>
            </a:r>
            <a:endParaRPr lang="vi-VN"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Đăng ký tài khoản</a:t>
            </a:r>
            <a:endParaRPr lang="en-US"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Đăng nhập tài khoản</a:t>
            </a: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Đăng xuất tài khoản</a:t>
            </a:r>
            <a:endParaRPr lang="en-US"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Xem danh sách bài thi</a:t>
            </a: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Làm bài thi</a:t>
            </a:r>
            <a:endParaRPr lang="en-US"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Xem kết quả thi</a:t>
            </a: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Ôn tập</a:t>
            </a:r>
            <a:endParaRPr lang="en-US"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Tạo danh sách yêu thích cá nhân</a:t>
            </a:r>
          </a:p>
        </p:txBody>
      </p:sp>
      <p:grpSp>
        <p:nvGrpSpPr>
          <p:cNvPr id="47" name="Group 46">
            <a:extLst>
              <a:ext uri="{FF2B5EF4-FFF2-40B4-BE49-F238E27FC236}">
                <a16:creationId xmlns:a16="http://schemas.microsoft.com/office/drawing/2014/main" id="{ADFE695B-1DE8-E675-EDBE-8A2EB6FD66EF}"/>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1F75CCAC-756A-82EF-DA87-436923286164}"/>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56BCD17A-25D1-0B3E-DF79-BE755B13A58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A23CC4CF-7C80-876E-0C5B-9DD87A076551}"/>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687D1DBB-7739-1E76-5FA4-6C5CB6BAE404}"/>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A037C2B9-7729-CDF9-5547-F25CB1FFE43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93EF97D6-B765-114D-86D6-290F24EB80F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7957C2FC-ACCC-3229-1EEA-BFFAE45E888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C460A3B4-7B5C-E0DC-4C52-BCC45D1F92C0}"/>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5. KẾT LUẬN VÀ ĐỀ NGHỊ</a:t>
            </a:r>
          </a:p>
        </p:txBody>
      </p:sp>
    </p:spTree>
    <p:extLst>
      <p:ext uri="{BB962C8B-B14F-4D97-AF65-F5344CB8AC3E}">
        <p14:creationId xmlns:p14="http://schemas.microsoft.com/office/powerpoint/2010/main" val="42234980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8">
                                            <p:txEl>
                                              <p:pRg st="6" end="6"/>
                                            </p:txEl>
                                          </p:spTgt>
                                        </p:tgtEl>
                                        <p:attrNameLst>
                                          <p:attrName>style.visibility</p:attrName>
                                        </p:attrNameLst>
                                      </p:cBhvr>
                                      <p:to>
                                        <p:strVal val="visible"/>
                                      </p:to>
                                    </p:set>
                                    <p:anim calcmode="lin" valueType="num">
                                      <p:cBhvr additive="base">
                                        <p:cTn id="35" dur="500" fill="hold"/>
                                        <p:tgtEl>
                                          <p:spTgt spid="18">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
                                            <p:txEl>
                                              <p:pRg st="7" end="7"/>
                                            </p:txEl>
                                          </p:spTgt>
                                        </p:tgtEl>
                                        <p:attrNameLst>
                                          <p:attrName>style.visibility</p:attrName>
                                        </p:attrNameLst>
                                      </p:cBhvr>
                                      <p:to>
                                        <p:strVal val="visible"/>
                                      </p:to>
                                    </p:set>
                                    <p:anim calcmode="lin" valueType="num">
                                      <p:cBhvr additive="base">
                                        <p:cTn id="39" dur="500" fill="hold"/>
                                        <p:tgtEl>
                                          <p:spTgt spid="18">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8">
                                            <p:txEl>
                                              <p:pRg st="7" end="7"/>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18">
                                            <p:txEl>
                                              <p:pRg st="8" end="8"/>
                                            </p:txEl>
                                          </p:spTgt>
                                        </p:tgtEl>
                                        <p:attrNameLst>
                                          <p:attrName>style.visibility</p:attrName>
                                        </p:attrNameLst>
                                      </p:cBhvr>
                                      <p:to>
                                        <p:strVal val="visible"/>
                                      </p:to>
                                    </p:set>
                                    <p:anim calcmode="lin" valueType="num">
                                      <p:cBhvr additive="base">
                                        <p:cTn id="43" dur="500" fill="hold"/>
                                        <p:tgtEl>
                                          <p:spTgt spid="18">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8">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83748-EDED-42A0-37C6-9D11AC2D504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9681F2EC-B95E-07B3-92EF-77407033DD57}"/>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CBBCC745-E4FC-FF19-C0DE-9BE7387AEA4F}"/>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8800C013-A72A-D252-EFF7-B86CECAEE731}"/>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CA11468E-6650-5FB4-349A-94D791A233F3}"/>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70F60B0-8FA7-99C3-4B37-30C1CB6E5E82}"/>
              </a:ext>
            </a:extLst>
          </p:cNvPr>
          <p:cNvSpPr txBox="1"/>
          <p:nvPr/>
        </p:nvSpPr>
        <p:spPr>
          <a:xfrm>
            <a:off x="152400" y="5466487"/>
            <a:ext cx="35052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Các chức năng đã xây dựng</a:t>
            </a:r>
          </a:p>
        </p:txBody>
      </p:sp>
      <p:sp>
        <p:nvSpPr>
          <p:cNvPr id="18" name="TextBox 17">
            <a:extLst>
              <a:ext uri="{FF2B5EF4-FFF2-40B4-BE49-F238E27FC236}">
                <a16:creationId xmlns:a16="http://schemas.microsoft.com/office/drawing/2014/main" id="{1A36BAF8-256C-8F9B-F4C3-A68F0B9C112B}"/>
              </a:ext>
            </a:extLst>
          </p:cNvPr>
          <p:cNvSpPr txBox="1"/>
          <p:nvPr/>
        </p:nvSpPr>
        <p:spPr>
          <a:xfrm>
            <a:off x="3810000" y="2430905"/>
            <a:ext cx="14249400" cy="6651821"/>
          </a:xfrm>
          <a:prstGeom prst="rect">
            <a:avLst/>
          </a:prstGeom>
          <a:noFill/>
        </p:spPr>
        <p:txBody>
          <a:bodyPr wrap="square" rtlCol="0">
            <a:spAutoFit/>
          </a:bodyPr>
          <a:lstStyle/>
          <a:p>
            <a:pPr lvl="0" algn="just">
              <a:lnSpc>
                <a:spcPct val="150000"/>
              </a:lnSpc>
            </a:pPr>
            <a:r>
              <a:rPr lang="vi-VN" sz="3200" b="1">
                <a:latin typeface="Times New Roman" panose="02020603050405020304" pitchFamily="18" charset="0"/>
                <a:ea typeface="Times New Roman" panose="02020603050405020304" pitchFamily="18" charset="0"/>
              </a:rPr>
              <a:t>Chức năng dành cho quản trị viên</a:t>
            </a:r>
            <a:r>
              <a:rPr lang="en-US" sz="3200" b="1">
                <a:latin typeface="Times New Roman" panose="02020603050405020304" pitchFamily="18" charset="0"/>
                <a:ea typeface="Times New Roman" panose="02020603050405020304" pitchFamily="18" charset="0"/>
              </a:rPr>
              <a:t>:</a:t>
            </a:r>
            <a:r>
              <a:rPr lang="vi-VN" sz="3200" b="1">
                <a:latin typeface="Times New Roman" panose="02020603050405020304" pitchFamily="18" charset="0"/>
                <a:ea typeface="Times New Roman" panose="02020603050405020304" pitchFamily="18" charset="0"/>
              </a:rPr>
              <a:t> </a:t>
            </a:r>
            <a:endParaRPr lang="vi-VN" sz="3200">
              <a:latin typeface="Times New Roman" panose="02020603050405020304" pitchFamily="18" charset="0"/>
              <a:ea typeface="Times New Roman" panose="02020603050405020304" pitchFamily="18" charset="0"/>
            </a:endParaRPr>
          </a:p>
          <a:p>
            <a:pPr marL="45720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Quản lý bài thi của người dùng</a:t>
            </a:r>
            <a:endParaRPr lang="en-US"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Quản lý người dùng</a:t>
            </a:r>
            <a:endParaRPr lang="en-US" sz="3200">
              <a:latin typeface="Times New Roman" panose="02020603050405020304" pitchFamily="18" charset="0"/>
              <a:ea typeface="Times New Roman" panose="02020603050405020304" pitchFamily="18" charset="0"/>
            </a:endParaRPr>
          </a:p>
          <a:p>
            <a:pPr marL="457200" indent="-457200" algn="just">
              <a:lnSpc>
                <a:spcPct val="150000"/>
              </a:lnSpc>
              <a:buFont typeface="Arial" panose="020B0604020202020204" pitchFamily="34" charset="0"/>
              <a:buChar char="•"/>
            </a:pPr>
            <a:r>
              <a:rPr lang="en-US" sz="3200">
                <a:latin typeface="Times New Roman" panose="02020603050405020304" pitchFamily="18" charset="0"/>
                <a:ea typeface="Times New Roman" panose="02020603050405020304" pitchFamily="18" charset="0"/>
              </a:rPr>
              <a:t>Quản lý thông báo</a:t>
            </a:r>
          </a:p>
          <a:p>
            <a:pPr marL="457200" lvl="0" indent="-457200" algn="just">
              <a:lnSpc>
                <a:spcPct val="150000"/>
              </a:lnSpc>
              <a:buFont typeface="Arial" panose="020B0604020202020204" pitchFamily="34" charset="0"/>
              <a:buChar char="•"/>
            </a:pPr>
            <a:r>
              <a:rPr lang="en-US" sz="3200">
                <a:latin typeface="Times New Roman" panose="02020603050405020304" pitchFamily="18" charset="0"/>
                <a:ea typeface="Times New Roman" panose="02020603050405020304" pitchFamily="18" charset="0"/>
              </a:rPr>
              <a:t>Quản lý khoa</a:t>
            </a:r>
          </a:p>
          <a:p>
            <a:pPr marL="45720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Quản lý môn học </a:t>
            </a:r>
            <a:endParaRPr lang="en-US" sz="3200">
              <a:latin typeface="Times New Roman" panose="02020603050405020304" pitchFamily="18" charset="0"/>
              <a:ea typeface="Times New Roman" panose="02020603050405020304" pitchFamily="18" charset="0"/>
            </a:endParaRPr>
          </a:p>
          <a:p>
            <a:pPr marL="45720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Quản lý chương học</a:t>
            </a: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Quản lý câu hỏi</a:t>
            </a:r>
            <a:endParaRPr lang="en-US"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Quản lý đề thi</a:t>
            </a:r>
          </a:p>
        </p:txBody>
      </p:sp>
      <p:grpSp>
        <p:nvGrpSpPr>
          <p:cNvPr id="47" name="Group 46">
            <a:extLst>
              <a:ext uri="{FF2B5EF4-FFF2-40B4-BE49-F238E27FC236}">
                <a16:creationId xmlns:a16="http://schemas.microsoft.com/office/drawing/2014/main" id="{C819DF4B-5E48-2464-8579-5CC2013A5179}"/>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5C3BF978-3285-F113-8EF4-9120D9666159}"/>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4AF78148-D6EA-C775-DA06-0A618597833D}"/>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1EE1285C-A1A4-78B5-8967-13BE8E3958B8}"/>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0F7BD3CB-68BE-2A09-0095-A4EE1075D2D4}"/>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44BE817E-6BDD-39F6-ACF8-E7F1F9A331B8}"/>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A1FF4556-BA5F-83C9-8051-DE9DDE618301}"/>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579E1CC6-277A-EEF2-35A6-BC4997B5540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B174C4B2-EC43-EC6E-1F7F-7C9F58C53D21}"/>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5. KẾT LUẬN VÀ ĐỀ NGHỊ</a:t>
            </a:r>
          </a:p>
        </p:txBody>
      </p:sp>
    </p:spTree>
    <p:extLst>
      <p:ext uri="{BB962C8B-B14F-4D97-AF65-F5344CB8AC3E}">
        <p14:creationId xmlns:p14="http://schemas.microsoft.com/office/powerpoint/2010/main" val="231098101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8">
                                            <p:txEl>
                                              <p:pRg st="6" end="6"/>
                                            </p:txEl>
                                          </p:spTgt>
                                        </p:tgtEl>
                                        <p:attrNameLst>
                                          <p:attrName>style.visibility</p:attrName>
                                        </p:attrNameLst>
                                      </p:cBhvr>
                                      <p:to>
                                        <p:strVal val="visible"/>
                                      </p:to>
                                    </p:set>
                                    <p:anim calcmode="lin" valueType="num">
                                      <p:cBhvr additive="base">
                                        <p:cTn id="35" dur="500" fill="hold"/>
                                        <p:tgtEl>
                                          <p:spTgt spid="18">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
                                            <p:txEl>
                                              <p:pRg st="7" end="7"/>
                                            </p:txEl>
                                          </p:spTgt>
                                        </p:tgtEl>
                                        <p:attrNameLst>
                                          <p:attrName>style.visibility</p:attrName>
                                        </p:attrNameLst>
                                      </p:cBhvr>
                                      <p:to>
                                        <p:strVal val="visible"/>
                                      </p:to>
                                    </p:set>
                                    <p:anim calcmode="lin" valueType="num">
                                      <p:cBhvr additive="base">
                                        <p:cTn id="39" dur="500" fill="hold"/>
                                        <p:tgtEl>
                                          <p:spTgt spid="18">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8">
                                            <p:txEl>
                                              <p:pRg st="7" end="7"/>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18">
                                            <p:txEl>
                                              <p:pRg st="8" end="8"/>
                                            </p:txEl>
                                          </p:spTgt>
                                        </p:tgtEl>
                                        <p:attrNameLst>
                                          <p:attrName>style.visibility</p:attrName>
                                        </p:attrNameLst>
                                      </p:cBhvr>
                                      <p:to>
                                        <p:strVal val="visible"/>
                                      </p:to>
                                    </p:set>
                                    <p:anim calcmode="lin" valueType="num">
                                      <p:cBhvr additive="base">
                                        <p:cTn id="43" dur="500" fill="hold"/>
                                        <p:tgtEl>
                                          <p:spTgt spid="18">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8">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506FD-135E-BD18-48C5-C7275689C93C}"/>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45B6D8C4-5AF2-C435-9C41-B74740976A62}"/>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3794457F-61DA-687F-2ED6-899A3859B259}"/>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92E8348B-6609-3B36-6D92-6BEF3D0645ED}"/>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B5C0315C-6C43-47FF-91DA-3CD4CB0C6C66}"/>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421C5D64-C83C-81FD-D6B7-E8410429F51D}"/>
              </a:ext>
            </a:extLst>
          </p:cNvPr>
          <p:cNvSpPr txBox="1"/>
          <p:nvPr/>
        </p:nvSpPr>
        <p:spPr>
          <a:xfrm>
            <a:off x="1143000" y="5466487"/>
            <a:ext cx="1981200" cy="646331"/>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Hạn chế</a:t>
            </a:r>
          </a:p>
        </p:txBody>
      </p:sp>
      <p:sp>
        <p:nvSpPr>
          <p:cNvPr id="18" name="TextBox 17">
            <a:extLst>
              <a:ext uri="{FF2B5EF4-FFF2-40B4-BE49-F238E27FC236}">
                <a16:creationId xmlns:a16="http://schemas.microsoft.com/office/drawing/2014/main" id="{DBA872A8-1D7B-76B7-EF9E-6589938EE873}"/>
              </a:ext>
            </a:extLst>
          </p:cNvPr>
          <p:cNvSpPr txBox="1"/>
          <p:nvPr/>
        </p:nvSpPr>
        <p:spPr>
          <a:xfrm>
            <a:off x="3810000" y="2430905"/>
            <a:ext cx="14249400" cy="2219838"/>
          </a:xfrm>
          <a:prstGeom prst="rect">
            <a:avLst/>
          </a:prstGeom>
          <a:noFill/>
        </p:spPr>
        <p:txBody>
          <a:bodyPr wrap="square" rtlCol="0">
            <a:spAutoFit/>
          </a:bodyPr>
          <a:lstStyle/>
          <a:p>
            <a:pPr marL="342900" lvl="0" indent="-342900" algn="just">
              <a:lnSpc>
                <a:spcPct val="150000"/>
              </a:lnSpc>
              <a:buFont typeface="Times New Roman" panose="02020603050405020304" pitchFamily="18" charset="0"/>
              <a:buChar char="-"/>
            </a:pPr>
            <a:r>
              <a:rPr lang="vi-VN" sz="3200">
                <a:latin typeface="Times New Roman" panose="02020603050405020304" pitchFamily="18" charset="0"/>
                <a:ea typeface="Times New Roman" panose="02020603050405020304" pitchFamily="18" charset="0"/>
              </a:rPr>
              <a:t>Một số tính năng trợ năng chưa được tích hợp</a:t>
            </a:r>
            <a:endParaRPr lang="en-US" sz="3200">
              <a:latin typeface="Times New Roman" panose="02020603050405020304" pitchFamily="18" charset="0"/>
              <a:ea typeface="Times New Roman" panose="02020603050405020304" pitchFamily="18" charset="0"/>
            </a:endParaRPr>
          </a:p>
          <a:p>
            <a:pPr marL="342900" lvl="0" indent="-342900" algn="just">
              <a:lnSpc>
                <a:spcPct val="150000"/>
              </a:lnSpc>
              <a:buFont typeface="Times New Roman" panose="02020603050405020304" pitchFamily="18" charset="0"/>
              <a:buChar char="-"/>
            </a:pPr>
            <a:r>
              <a:rPr lang="en-US" sz="3200">
                <a:latin typeface="Times New Roman" panose="02020603050405020304" pitchFamily="18" charset="0"/>
                <a:ea typeface="Times New Roman" panose="02020603050405020304" pitchFamily="18" charset="0"/>
              </a:rPr>
              <a:t>Chưa hỗ trợ đăng nhập bằng các tài khoản nền tảng hỗ trợ Oauth</a:t>
            </a:r>
          </a:p>
          <a:p>
            <a:pPr marL="342900" lvl="0" indent="-342900" algn="just">
              <a:lnSpc>
                <a:spcPct val="150000"/>
              </a:lnSpc>
              <a:buFont typeface="Times New Roman" panose="02020603050405020304" pitchFamily="18" charset="0"/>
              <a:buChar char="-"/>
            </a:pPr>
            <a:r>
              <a:rPr lang="en-US" sz="3200">
                <a:latin typeface="Times New Roman" panose="02020603050405020304" pitchFamily="18" charset="0"/>
                <a:ea typeface="Times New Roman" panose="02020603050405020304" pitchFamily="18" charset="0"/>
              </a:rPr>
              <a:t>Chưa xác thực email người dung khi đăng ký</a:t>
            </a:r>
            <a:endParaRPr lang="vi-VN" sz="3200">
              <a:latin typeface="Times New Roman" panose="02020603050405020304" pitchFamily="18" charset="0"/>
              <a:ea typeface="Times New Roman" panose="02020603050405020304" pitchFamily="18" charset="0"/>
            </a:endParaRPr>
          </a:p>
        </p:txBody>
      </p:sp>
      <p:grpSp>
        <p:nvGrpSpPr>
          <p:cNvPr id="47" name="Group 46">
            <a:extLst>
              <a:ext uri="{FF2B5EF4-FFF2-40B4-BE49-F238E27FC236}">
                <a16:creationId xmlns:a16="http://schemas.microsoft.com/office/drawing/2014/main" id="{062F12F8-4D46-5013-FF99-3AB7D90EBA39}"/>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B268F26E-7237-5884-4D7C-3F11EF5731EA}"/>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AEB9A2E5-1501-4CC1-9F4C-B294F50D597A}"/>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F10E760C-BD2A-438D-8DF3-443C85D8AE38}"/>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51CC1D9F-F723-83A0-0948-AEE92CED4AE7}"/>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120C68BD-6A8B-E5A3-5DA2-AB0097C555E1}"/>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14EBA2A5-3733-7E1C-D9B1-D52A796E7E61}"/>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E7CD5E90-2022-31DD-93FF-3B19D5FFD82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500E05D7-473B-B522-EE7E-2CD09C0125F0}"/>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5. KẾT LUẬN VÀ ĐỀ NGHỊ</a:t>
            </a:r>
          </a:p>
        </p:txBody>
      </p:sp>
    </p:spTree>
    <p:extLst>
      <p:ext uri="{BB962C8B-B14F-4D97-AF65-F5344CB8AC3E}">
        <p14:creationId xmlns:p14="http://schemas.microsoft.com/office/powerpoint/2010/main" val="40983806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D4141-122C-A504-CFF1-F1FF7DBCACE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80894E3F-A694-82FD-3686-D660526AE9EB}"/>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1BE77764-D741-D379-7DE6-3A5A3191D010}"/>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694B4816-10C1-0EDA-43E5-04DF1AD41AD9}"/>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2D3C98E8-2502-66D5-E1B8-EE32344CF30B}"/>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5FA5AA8B-EB44-F055-62AB-8DA28CF3BEAD}"/>
              </a:ext>
            </a:extLst>
          </p:cNvPr>
          <p:cNvSpPr txBox="1"/>
          <p:nvPr/>
        </p:nvSpPr>
        <p:spPr>
          <a:xfrm>
            <a:off x="228600" y="5697319"/>
            <a:ext cx="3352800" cy="646331"/>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Hướng phát triển</a:t>
            </a:r>
          </a:p>
        </p:txBody>
      </p:sp>
      <p:sp>
        <p:nvSpPr>
          <p:cNvPr id="18" name="TextBox 17">
            <a:extLst>
              <a:ext uri="{FF2B5EF4-FFF2-40B4-BE49-F238E27FC236}">
                <a16:creationId xmlns:a16="http://schemas.microsoft.com/office/drawing/2014/main" id="{1C50162C-7436-34E2-8A57-689044972FB3}"/>
              </a:ext>
            </a:extLst>
          </p:cNvPr>
          <p:cNvSpPr txBox="1"/>
          <p:nvPr/>
        </p:nvSpPr>
        <p:spPr>
          <a:xfrm>
            <a:off x="3810000" y="2430905"/>
            <a:ext cx="14249400" cy="3697166"/>
          </a:xfrm>
          <a:prstGeom prst="rect">
            <a:avLst/>
          </a:prstGeom>
          <a:noFill/>
        </p:spPr>
        <p:txBody>
          <a:bodyPr wrap="square" rtlCol="0">
            <a:spAutoFit/>
          </a:bodyPr>
          <a:lstStyle/>
          <a:p>
            <a:pPr marL="342900" lvl="0" indent="-342900" algn="just">
              <a:lnSpc>
                <a:spcPct val="150000"/>
              </a:lnSpc>
              <a:buFont typeface="Times New Roman" panose="02020603050405020304" pitchFamily="18" charset="0"/>
              <a:buChar char="-"/>
            </a:pPr>
            <a:r>
              <a:rPr lang="vi-VN" sz="3200">
                <a:latin typeface="Times New Roman" panose="02020603050405020304" pitchFamily="18" charset="0"/>
                <a:ea typeface="Times New Roman" panose="02020603050405020304" pitchFamily="18" charset="0"/>
              </a:rPr>
              <a:t>Xác thực hai lớp (2FA): Sử dụng mã OTP gửi qua email hoặc SMS để bảo mật tài khoản.</a:t>
            </a:r>
          </a:p>
          <a:p>
            <a:pPr marL="342900" lvl="0" indent="-342900" algn="just">
              <a:lnSpc>
                <a:spcPct val="150000"/>
              </a:lnSpc>
              <a:buFont typeface="Times New Roman" panose="02020603050405020304" pitchFamily="18" charset="0"/>
              <a:buChar char="-"/>
            </a:pPr>
            <a:r>
              <a:rPr lang="vi-VN" sz="3200">
                <a:latin typeface="Times New Roman" panose="02020603050405020304" pitchFamily="18" charset="0"/>
                <a:ea typeface="Times New Roman" panose="02020603050405020304" pitchFamily="18" charset="0"/>
              </a:rPr>
              <a:t>Xác thực OAuth2.0: Cho phép đăng nhập qua Google, Facebook, GitHub.</a:t>
            </a:r>
          </a:p>
          <a:p>
            <a:pPr marL="342900" lvl="0" indent="-342900" algn="just">
              <a:lnSpc>
                <a:spcPct val="150000"/>
              </a:lnSpc>
              <a:buFont typeface="Times New Roman" panose="02020603050405020304" pitchFamily="18" charset="0"/>
              <a:buChar char="-"/>
            </a:pPr>
            <a:r>
              <a:rPr lang="vi-VN" sz="3200">
                <a:latin typeface="Times New Roman" panose="02020603050405020304" pitchFamily="18" charset="0"/>
                <a:ea typeface="Times New Roman" panose="02020603050405020304" pitchFamily="18" charset="0"/>
              </a:rPr>
              <a:t>Thu thập phản hồi: Tích hợp chức năng gửi ý kiến từ app để cải thiện trải nghiệm.</a:t>
            </a:r>
          </a:p>
          <a:p>
            <a:pPr marL="342900" lvl="0" indent="-342900" algn="just">
              <a:lnSpc>
                <a:spcPct val="150000"/>
              </a:lnSpc>
              <a:buFont typeface="Times New Roman" panose="02020603050405020304" pitchFamily="18" charset="0"/>
              <a:buChar char="-"/>
            </a:pPr>
            <a:r>
              <a:rPr lang="vi-VN" sz="3200">
                <a:latin typeface="Times New Roman" panose="02020603050405020304" pitchFamily="18" charset="0"/>
                <a:ea typeface="Times New Roman" panose="02020603050405020304" pitchFamily="18" charset="0"/>
              </a:rPr>
              <a:t>Tối ưu trải nghiệm di động: Nâng cao hiệu năng và khả năng offline.</a:t>
            </a:r>
          </a:p>
        </p:txBody>
      </p:sp>
      <p:grpSp>
        <p:nvGrpSpPr>
          <p:cNvPr id="47" name="Group 46">
            <a:extLst>
              <a:ext uri="{FF2B5EF4-FFF2-40B4-BE49-F238E27FC236}">
                <a16:creationId xmlns:a16="http://schemas.microsoft.com/office/drawing/2014/main" id="{ED19BABB-B2BC-FD41-1E7B-B67E45F0A8AD}"/>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D0802C02-31F5-461B-8CC9-AEB6F7DC6191}"/>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6B27BFD4-4020-F391-691D-70D2577BD6ED}"/>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86004BDC-08C2-DECF-3C70-261A9862EC24}"/>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60739424-6BD8-A7AF-BBA1-DF3F4EDA1753}"/>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974089B6-1466-CB0C-6739-88E3D84CBC4C}"/>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9A712D5D-9C60-779E-461F-F3E810AFE060}"/>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AC6DA044-79FD-C751-40D4-07072D520C3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18392500-7BFA-165E-2CD7-863BE6F51099}"/>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5. KẾT LUẬN VÀ ĐỀ NGHỊ</a:t>
            </a:r>
          </a:p>
        </p:txBody>
      </p:sp>
    </p:spTree>
    <p:extLst>
      <p:ext uri="{BB962C8B-B14F-4D97-AF65-F5344CB8AC3E}">
        <p14:creationId xmlns:p14="http://schemas.microsoft.com/office/powerpoint/2010/main" val="347696848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F19FA-D268-EF91-FD4D-693FA8203370}"/>
            </a:ext>
          </a:extLst>
        </p:cNvPr>
        <p:cNvGrpSpPr/>
        <p:nvPr/>
      </p:nvGrpSpPr>
      <p:grpSpPr>
        <a:xfrm>
          <a:off x="0" y="0"/>
          <a:ext cx="0" cy="0"/>
          <a:chOff x="0" y="0"/>
          <a:chExt cx="0" cy="0"/>
        </a:xfrm>
      </p:grpSpPr>
      <p:grpSp>
        <p:nvGrpSpPr>
          <p:cNvPr id="27" name="Group 26">
            <a:extLst>
              <a:ext uri="{FF2B5EF4-FFF2-40B4-BE49-F238E27FC236}">
                <a16:creationId xmlns:a16="http://schemas.microsoft.com/office/drawing/2014/main" id="{26258D74-D495-0ECF-7D55-A5E5B6F81B4B}"/>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E0B4E583-9A7F-BFF7-67EA-CAF0B28E55AE}"/>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A902E67F-EF25-B0F8-3E2F-55C0B59188E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27325755-1079-3B89-AA35-45CF6EE003E4}"/>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D0BCF3E6-0AAF-2888-C813-322E4FF8C29E}"/>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DB80DE44-58ED-2CA5-C98A-8AF1C82A820A}"/>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1F591517-0675-A8D6-FDA3-082DB9173C07}"/>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4183D0BF-5351-50A5-9144-8630F9D2B9F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grpSp>
        <p:nvGrpSpPr>
          <p:cNvPr id="11" name="Group 10">
            <a:extLst>
              <a:ext uri="{FF2B5EF4-FFF2-40B4-BE49-F238E27FC236}">
                <a16:creationId xmlns:a16="http://schemas.microsoft.com/office/drawing/2014/main" id="{6D7747C1-F350-05A8-C16A-407403D25E29}"/>
              </a:ext>
            </a:extLst>
          </p:cNvPr>
          <p:cNvGrpSpPr/>
          <p:nvPr/>
        </p:nvGrpSpPr>
        <p:grpSpPr>
          <a:xfrm rot="1545610">
            <a:off x="16074117" y="6800148"/>
            <a:ext cx="3821898" cy="3309783"/>
            <a:chOff x="0" y="0"/>
            <a:chExt cx="3619627" cy="3134614"/>
          </a:xfrm>
          <a:solidFill>
            <a:srgbClr val="FCAF17"/>
          </a:solidFill>
        </p:grpSpPr>
        <p:sp>
          <p:nvSpPr>
            <p:cNvPr id="12" name="Freeform 11">
              <a:extLst>
                <a:ext uri="{FF2B5EF4-FFF2-40B4-BE49-F238E27FC236}">
                  <a16:creationId xmlns:a16="http://schemas.microsoft.com/office/drawing/2014/main" id="{02C20A93-E610-A382-B14C-B4159CE044A0}"/>
                </a:ext>
              </a:extLst>
            </p:cNvPr>
            <p:cNvSpPr/>
            <p:nvPr/>
          </p:nvSpPr>
          <p:spPr>
            <a:xfrm>
              <a:off x="0" y="0"/>
              <a:ext cx="3619627" cy="3134614"/>
            </a:xfrm>
            <a:custGeom>
              <a:avLst/>
              <a:gdLst/>
              <a:ahLst/>
              <a:cxnLst/>
              <a:rect l="l" t="t" r="r" b="b"/>
              <a:pathLst>
                <a:path w="3619627" h="3134614">
                  <a:moveTo>
                    <a:pt x="3619627" y="1567307"/>
                  </a:moveTo>
                  <a:lnTo>
                    <a:pt x="2714752" y="3134614"/>
                  </a:lnTo>
                  <a:lnTo>
                    <a:pt x="904875" y="3134614"/>
                  </a:lnTo>
                  <a:lnTo>
                    <a:pt x="0" y="1567307"/>
                  </a:lnTo>
                  <a:lnTo>
                    <a:pt x="904875" y="0"/>
                  </a:lnTo>
                  <a:lnTo>
                    <a:pt x="2714625" y="0"/>
                  </a:lnTo>
                  <a:lnTo>
                    <a:pt x="3619627" y="1567307"/>
                  </a:lnTo>
                  <a:close/>
                </a:path>
              </a:pathLst>
            </a:custGeom>
            <a:grpFill/>
          </p:spPr>
          <p:txBody>
            <a:bodyPr/>
            <a:lstStyle/>
            <a:p>
              <a:endParaRPr lang="en-US"/>
            </a:p>
          </p:txBody>
        </p:sp>
      </p:grpSp>
      <p:grpSp>
        <p:nvGrpSpPr>
          <p:cNvPr id="13" name="Group 2">
            <a:extLst>
              <a:ext uri="{FF2B5EF4-FFF2-40B4-BE49-F238E27FC236}">
                <a16:creationId xmlns:a16="http://schemas.microsoft.com/office/drawing/2014/main" id="{0F53253A-3C37-FDBA-2C1D-44E35CE0A741}"/>
              </a:ext>
            </a:extLst>
          </p:cNvPr>
          <p:cNvGrpSpPr/>
          <p:nvPr/>
        </p:nvGrpSpPr>
        <p:grpSpPr>
          <a:xfrm>
            <a:off x="1796819" y="3036705"/>
            <a:ext cx="14766361" cy="4525690"/>
            <a:chOff x="770160" y="-108092"/>
            <a:chExt cx="19688479" cy="6034253"/>
          </a:xfrm>
        </p:grpSpPr>
        <p:sp>
          <p:nvSpPr>
            <p:cNvPr id="14" name="TextBox 3">
              <a:extLst>
                <a:ext uri="{FF2B5EF4-FFF2-40B4-BE49-F238E27FC236}">
                  <a16:creationId xmlns:a16="http://schemas.microsoft.com/office/drawing/2014/main" id="{5FDCE334-8BA4-045A-3CDB-FD308E979023}"/>
                </a:ext>
              </a:extLst>
            </p:cNvPr>
            <p:cNvSpPr txBox="1"/>
            <p:nvPr/>
          </p:nvSpPr>
          <p:spPr>
            <a:xfrm>
              <a:off x="8839200" y="4455673"/>
              <a:ext cx="11232775" cy="1470488"/>
            </a:xfrm>
            <a:prstGeom prst="rect">
              <a:avLst/>
            </a:prstGeom>
          </p:spPr>
          <p:txBody>
            <a:bodyPr wrap="square" lIns="0" tIns="0" rIns="0" bIns="0" rtlCol="0" anchor="t">
              <a:spAutoFit/>
            </a:bodyPr>
            <a:lstStyle/>
            <a:p>
              <a:pPr>
                <a:lnSpc>
                  <a:spcPts val="4320"/>
                </a:lnSpc>
                <a:spcBef>
                  <a:spcPct val="0"/>
                </a:spcBef>
              </a:pPr>
              <a:r>
                <a:rPr lang="vi-VN" sz="3600" dirty="0">
                  <a:latin typeface="Times New Roman" panose="02020603050405020304" pitchFamily="18" charset="0"/>
                  <a:cs typeface="Times New Roman" panose="02020603050405020304" pitchFamily="18" charset="0"/>
                </a:rPr>
                <a:t>G</a:t>
              </a:r>
              <a:r>
                <a:rPr lang="en-US" sz="3600" dirty="0" err="1">
                  <a:latin typeface="Times New Roman" panose="02020603050405020304" pitchFamily="18" charset="0"/>
                  <a:cs typeface="Times New Roman" panose="02020603050405020304" pitchFamily="18" charset="0"/>
                </a:rPr>
                <a:t>iảng</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viên</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hướng</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dẫn</a:t>
              </a:r>
              <a:r>
                <a:rPr lang="vi-VN" sz="3600" dirty="0">
                  <a:latin typeface="Times New Roman" panose="02020603050405020304" pitchFamily="18" charset="0"/>
                  <a:cs typeface="Times New Roman" panose="02020603050405020304" pitchFamily="18" charset="0"/>
                </a:rPr>
                <a:t>: ThS </a:t>
              </a:r>
              <a:r>
                <a:rPr lang="en-US" sz="3600" dirty="0">
                  <a:latin typeface="Times New Roman" panose="02020603050405020304" pitchFamily="18" charset="0"/>
                  <a:cs typeface="Times New Roman" panose="02020603050405020304" pitchFamily="18" charset="0"/>
                </a:rPr>
                <a:t>Nguyễn Thị Lan</a:t>
              </a:r>
            </a:p>
            <a:p>
              <a:pPr>
                <a:lnSpc>
                  <a:spcPts val="4320"/>
                </a:lnSpc>
                <a:spcBef>
                  <a:spcPct val="0"/>
                </a:spcBef>
              </a:pPr>
              <a:r>
                <a:rPr lang="en-US" sz="3600" dirty="0">
                  <a:latin typeface="Times New Roman" panose="02020603050405020304" pitchFamily="18" charset="0"/>
                  <a:cs typeface="Times New Roman" panose="02020603050405020304" pitchFamily="18" charset="0"/>
                </a:rPr>
                <a:t>Sinh </a:t>
              </a:r>
              <a:r>
                <a:rPr lang="en-US" sz="3600" dirty="0" err="1">
                  <a:latin typeface="Times New Roman" panose="02020603050405020304" pitchFamily="18" charset="0"/>
                  <a:cs typeface="Times New Roman" panose="02020603050405020304" pitchFamily="18" charset="0"/>
                </a:rPr>
                <a:t>viên</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Trần</a:t>
              </a:r>
              <a:r>
                <a:rPr lang="en-US" sz="3600" dirty="0">
                  <a:latin typeface="Times New Roman" panose="02020603050405020304" pitchFamily="18" charset="0"/>
                  <a:cs typeface="Times New Roman" panose="02020603050405020304" pitchFamily="18" charset="0"/>
                </a:rPr>
                <a:t> Nguyễn Minh Hùng</a:t>
              </a:r>
            </a:p>
          </p:txBody>
        </p:sp>
        <p:sp>
          <p:nvSpPr>
            <p:cNvPr id="15" name="TextBox 4">
              <a:extLst>
                <a:ext uri="{FF2B5EF4-FFF2-40B4-BE49-F238E27FC236}">
                  <a16:creationId xmlns:a16="http://schemas.microsoft.com/office/drawing/2014/main" id="{73ED8446-CC80-BE25-C2BF-144064A2FBAE}"/>
                </a:ext>
              </a:extLst>
            </p:cNvPr>
            <p:cNvSpPr txBox="1"/>
            <p:nvPr/>
          </p:nvSpPr>
          <p:spPr>
            <a:xfrm>
              <a:off x="770160" y="-108092"/>
              <a:ext cx="19688479" cy="3564309"/>
            </a:xfrm>
            <a:prstGeom prst="rect">
              <a:avLst/>
            </a:prstGeom>
          </p:spPr>
          <p:txBody>
            <a:bodyPr lIns="0" tIns="0" rIns="0" bIns="0" rtlCol="0" anchor="t">
              <a:spAutoFit/>
            </a:bodyPr>
            <a:lstStyle/>
            <a:p>
              <a:pPr>
                <a:lnSpc>
                  <a:spcPts val="10790"/>
                </a:lnSpc>
              </a:pPr>
              <a:r>
                <a:rPr lang="en-US" sz="8300" dirty="0" err="1">
                  <a:latin typeface="Times New Roman" panose="02020603050405020304" pitchFamily="18" charset="0"/>
                  <a:cs typeface="Times New Roman" panose="02020603050405020304" pitchFamily="18" charset="0"/>
                </a:rPr>
                <a:t>Em</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xin</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trân</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trọng</a:t>
              </a:r>
              <a:r>
                <a:rPr lang="en-US" sz="8300" dirty="0">
                  <a:latin typeface="Times New Roman" panose="02020603050405020304" pitchFamily="18" charset="0"/>
                  <a:cs typeface="Times New Roman" panose="02020603050405020304" pitchFamily="18" charset="0"/>
                </a:rPr>
                <a:t> </a:t>
              </a:r>
              <a:r>
                <a:rPr lang="vi-VN" sz="8300" dirty="0">
                  <a:latin typeface="Times New Roman" panose="02020603050405020304" pitchFamily="18" charset="0"/>
                  <a:cs typeface="Times New Roman" panose="02020603050405020304" pitchFamily="18" charset="0"/>
                </a:rPr>
                <a:t>cảm </a:t>
              </a:r>
              <a:r>
                <a:rPr lang="vi-VN" sz="8300">
                  <a:latin typeface="Times New Roman" panose="02020603050405020304" pitchFamily="18" charset="0"/>
                  <a:cs typeface="Times New Roman" panose="02020603050405020304" pitchFamily="18" charset="0"/>
                </a:rPr>
                <a:t>ơn</a:t>
              </a:r>
              <a:r>
                <a:rPr lang="en-US" sz="8300">
                  <a:latin typeface="Times New Roman" panose="02020603050405020304" pitchFamily="18" charset="0"/>
                  <a:cs typeface="Times New Roman" panose="02020603050405020304" pitchFamily="18" charset="0"/>
                </a:rPr>
                <a:t> sự lắng </a:t>
              </a:r>
              <a:r>
                <a:rPr lang="en-US" sz="8300" dirty="0" err="1">
                  <a:latin typeface="Times New Roman" panose="02020603050405020304" pitchFamily="18" charset="0"/>
                  <a:cs typeface="Times New Roman" panose="02020603050405020304" pitchFamily="18" charset="0"/>
                </a:rPr>
                <a:t>nghe</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của</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Thầy</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Cô</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và</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các</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bạn</a:t>
              </a:r>
              <a:r>
                <a:rPr lang="vi-VN" sz="8300" dirty="0">
                  <a:latin typeface="Times New Roman" panose="02020603050405020304" pitchFamily="18" charset="0"/>
                  <a:cs typeface="Times New Roman" panose="02020603050405020304" pitchFamily="18" charset="0"/>
                </a:rPr>
                <a:t>!</a:t>
              </a:r>
              <a:endParaRPr lang="en-US" sz="8300" dirty="0">
                <a:latin typeface="Times New Roman" panose="02020603050405020304" pitchFamily="18" charset="0"/>
                <a:cs typeface="Times New Roman" panose="02020603050405020304" pitchFamily="18" charset="0"/>
              </a:endParaRPr>
            </a:p>
          </p:txBody>
        </p:sp>
      </p:grpSp>
      <p:grpSp>
        <p:nvGrpSpPr>
          <p:cNvPr id="16" name="Group 6">
            <a:extLst>
              <a:ext uri="{FF2B5EF4-FFF2-40B4-BE49-F238E27FC236}">
                <a16:creationId xmlns:a16="http://schemas.microsoft.com/office/drawing/2014/main" id="{5E5B3D54-7FEC-8624-58C7-BB061E84B982}"/>
              </a:ext>
            </a:extLst>
          </p:cNvPr>
          <p:cNvGrpSpPr/>
          <p:nvPr/>
        </p:nvGrpSpPr>
        <p:grpSpPr>
          <a:xfrm rot="1508008">
            <a:off x="14129092" y="7893231"/>
            <a:ext cx="4724282" cy="3998659"/>
            <a:chOff x="0" y="0"/>
            <a:chExt cx="3619627" cy="3134614"/>
          </a:xfrm>
          <a:solidFill>
            <a:srgbClr val="007A48"/>
          </a:solidFill>
        </p:grpSpPr>
        <p:sp>
          <p:nvSpPr>
            <p:cNvPr id="17" name="Freeform 7">
              <a:extLst>
                <a:ext uri="{FF2B5EF4-FFF2-40B4-BE49-F238E27FC236}">
                  <a16:creationId xmlns:a16="http://schemas.microsoft.com/office/drawing/2014/main" id="{2B494DBE-F778-C7FA-32B4-83C1B7494755}"/>
                </a:ext>
              </a:extLst>
            </p:cNvPr>
            <p:cNvSpPr/>
            <p:nvPr/>
          </p:nvSpPr>
          <p:spPr>
            <a:xfrm>
              <a:off x="0" y="0"/>
              <a:ext cx="3619627" cy="3134614"/>
            </a:xfrm>
            <a:custGeom>
              <a:avLst/>
              <a:gdLst/>
              <a:ahLst/>
              <a:cxnLst/>
              <a:rect l="l" t="t" r="r" b="b"/>
              <a:pathLst>
                <a:path w="3619627" h="3134614">
                  <a:moveTo>
                    <a:pt x="3619627" y="1567307"/>
                  </a:moveTo>
                  <a:lnTo>
                    <a:pt x="2714752" y="3134614"/>
                  </a:lnTo>
                  <a:lnTo>
                    <a:pt x="904875" y="3134614"/>
                  </a:lnTo>
                  <a:lnTo>
                    <a:pt x="0" y="1567307"/>
                  </a:lnTo>
                  <a:lnTo>
                    <a:pt x="904875" y="0"/>
                  </a:lnTo>
                  <a:lnTo>
                    <a:pt x="2714625" y="0"/>
                  </a:lnTo>
                  <a:lnTo>
                    <a:pt x="3619627" y="1567307"/>
                  </a:lnTo>
                  <a:close/>
                </a:path>
              </a:pathLst>
            </a:custGeom>
            <a:grpFill/>
          </p:spPr>
          <p:txBody>
            <a:bodyPr/>
            <a:lstStyle/>
            <a:p>
              <a:endParaRPr lang="en-US"/>
            </a:p>
          </p:txBody>
        </p:sp>
      </p:grpSp>
      <p:grpSp>
        <p:nvGrpSpPr>
          <p:cNvPr id="18" name="Group 8">
            <a:extLst>
              <a:ext uri="{FF2B5EF4-FFF2-40B4-BE49-F238E27FC236}">
                <a16:creationId xmlns:a16="http://schemas.microsoft.com/office/drawing/2014/main" id="{8DAA51C9-C668-FD81-22AA-2E56165EB775}"/>
              </a:ext>
            </a:extLst>
          </p:cNvPr>
          <p:cNvGrpSpPr/>
          <p:nvPr/>
        </p:nvGrpSpPr>
        <p:grpSpPr>
          <a:xfrm rot="1637264">
            <a:off x="11126274" y="9293410"/>
            <a:ext cx="7231083" cy="5869898"/>
            <a:chOff x="0" y="0"/>
            <a:chExt cx="3619627" cy="3134614"/>
          </a:xfrm>
          <a:solidFill>
            <a:srgbClr val="583F3B"/>
          </a:solidFill>
        </p:grpSpPr>
        <p:sp>
          <p:nvSpPr>
            <p:cNvPr id="19" name="Freeform 9">
              <a:extLst>
                <a:ext uri="{FF2B5EF4-FFF2-40B4-BE49-F238E27FC236}">
                  <a16:creationId xmlns:a16="http://schemas.microsoft.com/office/drawing/2014/main" id="{1457ADC0-2BED-39D2-D4CB-5C7BE05FF7D1}"/>
                </a:ext>
              </a:extLst>
            </p:cNvPr>
            <p:cNvSpPr/>
            <p:nvPr/>
          </p:nvSpPr>
          <p:spPr>
            <a:xfrm>
              <a:off x="0" y="0"/>
              <a:ext cx="3619627" cy="3134614"/>
            </a:xfrm>
            <a:custGeom>
              <a:avLst/>
              <a:gdLst/>
              <a:ahLst/>
              <a:cxnLst/>
              <a:rect l="l" t="t" r="r" b="b"/>
              <a:pathLst>
                <a:path w="3619627" h="3134614">
                  <a:moveTo>
                    <a:pt x="3619627" y="1567307"/>
                  </a:moveTo>
                  <a:lnTo>
                    <a:pt x="2714752" y="3134614"/>
                  </a:lnTo>
                  <a:lnTo>
                    <a:pt x="904875" y="3134614"/>
                  </a:lnTo>
                  <a:lnTo>
                    <a:pt x="0" y="1567307"/>
                  </a:lnTo>
                  <a:lnTo>
                    <a:pt x="904875" y="0"/>
                  </a:lnTo>
                  <a:lnTo>
                    <a:pt x="2714625" y="0"/>
                  </a:lnTo>
                  <a:lnTo>
                    <a:pt x="3619627" y="1567307"/>
                  </a:lnTo>
                  <a:close/>
                </a:path>
              </a:pathLst>
            </a:custGeom>
            <a:grpFill/>
          </p:spPr>
          <p:txBody>
            <a:bodyPr/>
            <a:lstStyle/>
            <a:p>
              <a:endParaRPr lang="en-US"/>
            </a:p>
          </p:txBody>
        </p:sp>
      </p:grpSp>
    </p:spTree>
    <p:extLst>
      <p:ext uri="{BB962C8B-B14F-4D97-AF65-F5344CB8AC3E}">
        <p14:creationId xmlns:p14="http://schemas.microsoft.com/office/powerpoint/2010/main" val="15923559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2646</TotalTime>
  <Words>2485</Words>
  <Application>Microsoft Office PowerPoint</Application>
  <PresentationFormat>Custom</PresentationFormat>
  <Paragraphs>340</Paragraphs>
  <Slides>40</Slides>
  <Notes>40</Notes>
  <HiddenSlides>4</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40</vt:i4>
      </vt:variant>
    </vt:vector>
  </HeadingPairs>
  <TitlesOfParts>
    <vt:vector size="46" baseType="lpstr">
      <vt:lpstr>Muli Bold</vt:lpstr>
      <vt:lpstr>Wingdings</vt:lpstr>
      <vt:lpstr>Arial</vt:lpstr>
      <vt:lpstr>Calibri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Xanh lá đậm Xanh lá nhạt Trắng Doanh nghiệp Hình học Bản trình bày nội bộ của công ty Bản thuyết trình Kinh doanh</dc:title>
  <dc:creator>ThinkPad</dc:creator>
  <cp:lastModifiedBy>Vu Hanh</cp:lastModifiedBy>
  <cp:revision>132</cp:revision>
  <dcterms:created xsi:type="dcterms:W3CDTF">2006-08-16T00:00:00Z</dcterms:created>
  <dcterms:modified xsi:type="dcterms:W3CDTF">2026-06-09T04:31:40Z</dcterms:modified>
  <dc:identifier>DAFyo4urGnA</dc:identifier>
</cp:coreProperties>
</file>