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6"/>
  </p:notesMasterIdLst>
  <p:sldIdLst>
    <p:sldId id="337" r:id="rId2"/>
    <p:sldId id="429" r:id="rId3"/>
    <p:sldId id="428" r:id="rId4"/>
    <p:sldId id="320" r:id="rId5"/>
    <p:sldId id="408" r:id="rId6"/>
    <p:sldId id="430" r:id="rId7"/>
    <p:sldId id="431" r:id="rId8"/>
    <p:sldId id="432" r:id="rId9"/>
    <p:sldId id="433" r:id="rId10"/>
    <p:sldId id="434" r:id="rId11"/>
    <p:sldId id="436" r:id="rId12"/>
    <p:sldId id="437" r:id="rId13"/>
    <p:sldId id="438" r:id="rId14"/>
    <p:sldId id="439" r:id="rId15"/>
    <p:sldId id="440" r:id="rId16"/>
    <p:sldId id="441" r:id="rId17"/>
    <p:sldId id="442" r:id="rId18"/>
    <p:sldId id="446" r:id="rId19"/>
    <p:sldId id="447" r:id="rId20"/>
    <p:sldId id="448" r:id="rId21"/>
    <p:sldId id="449" r:id="rId22"/>
    <p:sldId id="455" r:id="rId23"/>
    <p:sldId id="456" r:id="rId24"/>
    <p:sldId id="457" r:id="rId25"/>
    <p:sldId id="458" r:id="rId26"/>
    <p:sldId id="459" r:id="rId27"/>
    <p:sldId id="460" r:id="rId28"/>
    <p:sldId id="461" r:id="rId29"/>
    <p:sldId id="462" r:id="rId30"/>
    <p:sldId id="463" r:id="rId31"/>
    <p:sldId id="464" r:id="rId32"/>
    <p:sldId id="465" r:id="rId33"/>
    <p:sldId id="466" r:id="rId34"/>
    <p:sldId id="467" r:id="rId35"/>
    <p:sldId id="450" r:id="rId36"/>
    <p:sldId id="451" r:id="rId37"/>
    <p:sldId id="468" r:id="rId38"/>
    <p:sldId id="443" r:id="rId39"/>
    <p:sldId id="444" r:id="rId40"/>
    <p:sldId id="469" r:id="rId41"/>
    <p:sldId id="452" r:id="rId42"/>
    <p:sldId id="453" r:id="rId43"/>
    <p:sldId id="454" r:id="rId44"/>
    <p:sldId id="445" r:id="rId45"/>
  </p:sldIdLst>
  <p:sldSz cx="18288000" cy="10287000"/>
  <p:notesSz cx="6858000" cy="9144000"/>
  <p:embeddedFontLst>
    <p:embeddedFont>
      <p:font typeface="Muli Bold" panose="020B0604020202020204" charset="0"/>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12" userDrawn="1">
          <p15:clr>
            <a:srgbClr val="A4A3A4"/>
          </p15:clr>
        </p15:guide>
        <p15:guide id="2" pos="240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nh Đăng Nguyễn" initials="MĐN" lastIdx="1" clrIdx="0">
    <p:extLst>
      <p:ext uri="{19B8F6BF-5375-455C-9EA6-DF929625EA0E}">
        <p15:presenceInfo xmlns:p15="http://schemas.microsoft.com/office/powerpoint/2012/main" userId="41d8086b567c1d4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3F3B"/>
    <a:srgbClr val="007A48"/>
    <a:srgbClr val="FCAF17"/>
    <a:srgbClr val="173F3B"/>
    <a:srgbClr val="A3CCCC"/>
    <a:srgbClr val="E6E6B8"/>
    <a:srgbClr val="2882C2"/>
    <a:srgbClr val="A4E473"/>
    <a:srgbClr val="8CAC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52" autoAdjust="0"/>
    <p:restoredTop sz="88621" autoAdjust="0"/>
  </p:normalViewPr>
  <p:slideViewPr>
    <p:cSldViewPr>
      <p:cViewPr varScale="1">
        <p:scale>
          <a:sx n="66" d="100"/>
          <a:sy n="66" d="100"/>
        </p:scale>
        <p:origin x="846" y="78"/>
      </p:cViewPr>
      <p:guideLst>
        <p:guide orient="horz" pos="1512"/>
        <p:guide pos="2400"/>
      </p:guideLst>
    </p:cSldViewPr>
  </p:slideViewPr>
  <p:outlineViewPr>
    <p:cViewPr>
      <p:scale>
        <a:sx n="33" d="100"/>
        <a:sy n="33" d="100"/>
      </p:scale>
      <p:origin x="0" y="0"/>
    </p:cViewPr>
  </p:outlineViewPr>
  <p:notesTextViewPr>
    <p:cViewPr>
      <p:scale>
        <a:sx n="300" d="100"/>
        <a:sy n="300" d="100"/>
      </p:scale>
      <p:origin x="0" y="0"/>
    </p:cViewPr>
  </p:notesTextViewPr>
  <p:sorterViewPr>
    <p:cViewPr>
      <p:scale>
        <a:sx n="100" d="100"/>
        <a:sy n="100" d="100"/>
      </p:scale>
      <p:origin x="0" y="-816"/>
    </p:cViewPr>
  </p:sorterViewPr>
  <p:notesViewPr>
    <p:cSldViewPr>
      <p:cViewPr varScale="1">
        <p:scale>
          <a:sx n="54" d="100"/>
          <a:sy n="54" d="100"/>
        </p:scale>
        <p:origin x="2898"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1068B4-93DB-4060-B01D-FA3D112EF7F2}" type="datetimeFigureOut">
              <a:rPr lang="en-US" smtClean="0"/>
              <a:t>08/06/2026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DE5A3E-F11E-41F0-A9D1-DAF15D4443FF}" type="slidenum">
              <a:rPr lang="en-US" smtClean="0"/>
              <a:t>‹#›</a:t>
            </a:fld>
            <a:endParaRPr lang="en-US"/>
          </a:p>
        </p:txBody>
      </p:sp>
    </p:spTree>
    <p:extLst>
      <p:ext uri="{BB962C8B-B14F-4D97-AF65-F5344CB8AC3E}">
        <p14:creationId xmlns:p14="http://schemas.microsoft.com/office/powerpoint/2010/main" val="1181018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DE5A3E-F11E-41F0-A9D1-DAF15D4443FF}" type="slidenum">
              <a:rPr lang="en-US" smtClean="0"/>
              <a:t>1</a:t>
            </a:fld>
            <a:endParaRPr lang="en-US"/>
          </a:p>
        </p:txBody>
      </p:sp>
    </p:spTree>
    <p:extLst>
      <p:ext uri="{BB962C8B-B14F-4D97-AF65-F5344CB8AC3E}">
        <p14:creationId xmlns:p14="http://schemas.microsoft.com/office/powerpoint/2010/main" val="2208828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9DA6C-49B0-8DBF-A345-8A04C17835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6D63D-3981-0A30-14A7-140BFB2B04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557690-61B9-51FD-818D-7C7201143A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F38A47-B9F6-8B37-DB00-AE4573B4ECCD}"/>
              </a:ext>
            </a:extLst>
          </p:cNvPr>
          <p:cNvSpPr>
            <a:spLocks noGrp="1"/>
          </p:cNvSpPr>
          <p:nvPr>
            <p:ph type="sldNum" sz="quarter" idx="5"/>
          </p:nvPr>
        </p:nvSpPr>
        <p:spPr/>
        <p:txBody>
          <a:bodyPr/>
          <a:lstStyle/>
          <a:p>
            <a:fld id="{D6DE5A3E-F11E-41F0-A9D1-DAF15D4443FF}" type="slidenum">
              <a:rPr lang="en-US" smtClean="0"/>
              <a:t>2</a:t>
            </a:fld>
            <a:endParaRPr lang="en-US"/>
          </a:p>
        </p:txBody>
      </p:sp>
    </p:spTree>
    <p:extLst>
      <p:ext uri="{BB962C8B-B14F-4D97-AF65-F5344CB8AC3E}">
        <p14:creationId xmlns:p14="http://schemas.microsoft.com/office/powerpoint/2010/main" val="108138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8DE11-09CB-791D-F160-339AD6682B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10839C-2343-F258-1CF1-41346B30B1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25C83F-5F22-F730-D89A-BF4AFE16D5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A41ED2-C100-01CA-45AA-CA354546119A}"/>
              </a:ext>
            </a:extLst>
          </p:cNvPr>
          <p:cNvSpPr>
            <a:spLocks noGrp="1"/>
          </p:cNvSpPr>
          <p:nvPr>
            <p:ph type="sldNum" sz="quarter" idx="5"/>
          </p:nvPr>
        </p:nvSpPr>
        <p:spPr/>
        <p:txBody>
          <a:bodyPr/>
          <a:lstStyle/>
          <a:p>
            <a:fld id="{D6DE5A3E-F11E-41F0-A9D1-DAF15D4443FF}" type="slidenum">
              <a:rPr lang="en-US" smtClean="0"/>
              <a:t>3</a:t>
            </a:fld>
            <a:endParaRPr lang="en-US"/>
          </a:p>
        </p:txBody>
      </p:sp>
    </p:spTree>
    <p:extLst>
      <p:ext uri="{BB962C8B-B14F-4D97-AF65-F5344CB8AC3E}">
        <p14:creationId xmlns:p14="http://schemas.microsoft.com/office/powerpoint/2010/main" val="1410300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D6DE5A3E-F11E-41F0-A9D1-DAF15D4443FF}" type="slidenum">
              <a:rPr lang="en-US" smtClean="0"/>
              <a:t>4</a:t>
            </a:fld>
            <a:endParaRPr lang="en-US"/>
          </a:p>
        </p:txBody>
      </p:sp>
    </p:spTree>
    <p:extLst>
      <p:ext uri="{BB962C8B-B14F-4D97-AF65-F5344CB8AC3E}">
        <p14:creationId xmlns:p14="http://schemas.microsoft.com/office/powerpoint/2010/main" val="604257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47043-782D-1F30-4AB4-5DB698AA44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C48499-CB1F-75D0-B9A8-07FC8FB9B2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1B75B5-3C33-5C04-EE00-AF35290D7C17}"/>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25E5724-BF54-710D-F0DD-D96285735C30}"/>
              </a:ext>
            </a:extLst>
          </p:cNvPr>
          <p:cNvSpPr>
            <a:spLocks noGrp="1"/>
          </p:cNvSpPr>
          <p:nvPr>
            <p:ph type="sldNum" sz="quarter" idx="5"/>
          </p:nvPr>
        </p:nvSpPr>
        <p:spPr/>
        <p:txBody>
          <a:bodyPr/>
          <a:lstStyle/>
          <a:p>
            <a:fld id="{D6DE5A3E-F11E-41F0-A9D1-DAF15D4443FF}" type="slidenum">
              <a:rPr lang="en-US" smtClean="0"/>
              <a:t>5</a:t>
            </a:fld>
            <a:endParaRPr lang="en-US"/>
          </a:p>
        </p:txBody>
      </p:sp>
    </p:spTree>
    <p:extLst>
      <p:ext uri="{BB962C8B-B14F-4D97-AF65-F5344CB8AC3E}">
        <p14:creationId xmlns:p14="http://schemas.microsoft.com/office/powerpoint/2010/main" val="45920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A034F-B62A-60E7-1FF6-94E2B20A79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F87AD-E671-689C-A3BC-E3F93AFB75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D93238-2B4C-839B-B035-F4A402258F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13C53D-81C4-F5FA-5B27-369A7017D695}"/>
              </a:ext>
            </a:extLst>
          </p:cNvPr>
          <p:cNvSpPr>
            <a:spLocks noGrp="1"/>
          </p:cNvSpPr>
          <p:nvPr>
            <p:ph type="sldNum" sz="quarter" idx="5"/>
          </p:nvPr>
        </p:nvSpPr>
        <p:spPr/>
        <p:txBody>
          <a:bodyPr/>
          <a:lstStyle/>
          <a:p>
            <a:fld id="{D6DE5A3E-F11E-41F0-A9D1-DAF15D4443FF}" type="slidenum">
              <a:rPr lang="en-US" smtClean="0"/>
              <a:t>6</a:t>
            </a:fld>
            <a:endParaRPr lang="en-US"/>
          </a:p>
        </p:txBody>
      </p:sp>
    </p:spTree>
    <p:extLst>
      <p:ext uri="{BB962C8B-B14F-4D97-AF65-F5344CB8AC3E}">
        <p14:creationId xmlns:p14="http://schemas.microsoft.com/office/powerpoint/2010/main" val="2944044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9DA18-790E-6D27-37AF-1181B5156F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6701B-1CA4-9C2A-FEB3-6B376FF57B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1DF928-0F67-4FB1-3318-0309CC6FF1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F7D7ED-70F8-0602-AD2F-7FC7237C9102}"/>
              </a:ext>
            </a:extLst>
          </p:cNvPr>
          <p:cNvSpPr>
            <a:spLocks noGrp="1"/>
          </p:cNvSpPr>
          <p:nvPr>
            <p:ph type="sldNum" sz="quarter" idx="5"/>
          </p:nvPr>
        </p:nvSpPr>
        <p:spPr/>
        <p:txBody>
          <a:bodyPr/>
          <a:lstStyle/>
          <a:p>
            <a:fld id="{D6DE5A3E-F11E-41F0-A9D1-DAF15D4443FF}" type="slidenum">
              <a:rPr lang="en-US" smtClean="0"/>
              <a:t>7</a:t>
            </a:fld>
            <a:endParaRPr lang="en-US"/>
          </a:p>
        </p:txBody>
      </p:sp>
    </p:spTree>
    <p:extLst>
      <p:ext uri="{BB962C8B-B14F-4D97-AF65-F5344CB8AC3E}">
        <p14:creationId xmlns:p14="http://schemas.microsoft.com/office/powerpoint/2010/main" val="1523730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8E4E6-27CC-53B1-17F1-EA3F1B5A65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B928F8-F5C4-D148-8E92-025A7F3178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C0AECE-1322-D4A7-5FCF-E198FFB409A9}"/>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4C1FCEE-E56A-4C18-ADE0-E83E1F051224}"/>
              </a:ext>
            </a:extLst>
          </p:cNvPr>
          <p:cNvSpPr>
            <a:spLocks noGrp="1"/>
          </p:cNvSpPr>
          <p:nvPr>
            <p:ph type="sldNum" sz="quarter" idx="5"/>
          </p:nvPr>
        </p:nvSpPr>
        <p:spPr/>
        <p:txBody>
          <a:bodyPr/>
          <a:lstStyle/>
          <a:p>
            <a:fld id="{D6DE5A3E-F11E-41F0-A9D1-DAF15D4443FF}" type="slidenum">
              <a:rPr lang="en-US" smtClean="0"/>
              <a:t>8</a:t>
            </a:fld>
            <a:endParaRPr lang="en-US"/>
          </a:p>
        </p:txBody>
      </p:sp>
    </p:spTree>
    <p:extLst>
      <p:ext uri="{BB962C8B-B14F-4D97-AF65-F5344CB8AC3E}">
        <p14:creationId xmlns:p14="http://schemas.microsoft.com/office/powerpoint/2010/main" val="37082411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0516A-6BB7-7BEC-89BB-6184EB5208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02CC5-DD45-41C1-E7E1-B40969A528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4EF91A-D92C-0039-D93C-B85175DD9188}"/>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B7A4CE4-5103-920C-840B-3CFEBEA1F48E}"/>
              </a:ext>
            </a:extLst>
          </p:cNvPr>
          <p:cNvSpPr>
            <a:spLocks noGrp="1"/>
          </p:cNvSpPr>
          <p:nvPr>
            <p:ph type="sldNum" sz="quarter" idx="5"/>
          </p:nvPr>
        </p:nvSpPr>
        <p:spPr/>
        <p:txBody>
          <a:bodyPr/>
          <a:lstStyle/>
          <a:p>
            <a:fld id="{D6DE5A3E-F11E-41F0-A9D1-DAF15D4443FF}" type="slidenum">
              <a:rPr lang="en-US" smtClean="0"/>
              <a:t>9</a:t>
            </a:fld>
            <a:endParaRPr lang="en-US"/>
          </a:p>
        </p:txBody>
      </p:sp>
    </p:spTree>
    <p:extLst>
      <p:ext uri="{BB962C8B-B14F-4D97-AF65-F5344CB8AC3E}">
        <p14:creationId xmlns:p14="http://schemas.microsoft.com/office/powerpoint/2010/main" val="38622034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49E6D-3233-83AF-3EEE-FDC53654D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85487-C82E-6803-2D4F-867BC6D7E8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00CDA5-98BD-C4EF-62DF-4FD3389CF1B0}"/>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4C886B9-1AF2-4A49-4B43-363774845C67}"/>
              </a:ext>
            </a:extLst>
          </p:cNvPr>
          <p:cNvSpPr>
            <a:spLocks noGrp="1"/>
          </p:cNvSpPr>
          <p:nvPr>
            <p:ph type="sldNum" sz="quarter" idx="5"/>
          </p:nvPr>
        </p:nvSpPr>
        <p:spPr/>
        <p:txBody>
          <a:bodyPr/>
          <a:lstStyle/>
          <a:p>
            <a:fld id="{D6DE5A3E-F11E-41F0-A9D1-DAF15D4443FF}" type="slidenum">
              <a:rPr lang="en-US" smtClean="0"/>
              <a:t>10</a:t>
            </a:fld>
            <a:endParaRPr lang="en-US"/>
          </a:p>
        </p:txBody>
      </p:sp>
    </p:spTree>
    <p:extLst>
      <p:ext uri="{BB962C8B-B14F-4D97-AF65-F5344CB8AC3E}">
        <p14:creationId xmlns:p14="http://schemas.microsoft.com/office/powerpoint/2010/main" val="37677899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8802E-F80B-02E4-227A-B5E810834E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B9D66E-88E2-6EB0-7824-56689ED4A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68E258-D64A-EE79-9762-7D26E8461731}"/>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235042C-E1BC-653C-668D-77554CAA270A}"/>
              </a:ext>
            </a:extLst>
          </p:cNvPr>
          <p:cNvSpPr>
            <a:spLocks noGrp="1"/>
          </p:cNvSpPr>
          <p:nvPr>
            <p:ph type="sldNum" sz="quarter" idx="5"/>
          </p:nvPr>
        </p:nvSpPr>
        <p:spPr/>
        <p:txBody>
          <a:bodyPr/>
          <a:lstStyle/>
          <a:p>
            <a:fld id="{D6DE5A3E-F11E-41F0-A9D1-DAF15D4443FF}" type="slidenum">
              <a:rPr lang="en-US" smtClean="0"/>
              <a:t>11</a:t>
            </a:fld>
            <a:endParaRPr lang="en-US"/>
          </a:p>
        </p:txBody>
      </p:sp>
    </p:spTree>
    <p:extLst>
      <p:ext uri="{BB962C8B-B14F-4D97-AF65-F5344CB8AC3E}">
        <p14:creationId xmlns:p14="http://schemas.microsoft.com/office/powerpoint/2010/main" val="27058440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FD2D9-63EB-EC72-4B50-B8DFCFD9FD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241A37-B24C-2F1A-57D4-092F0DD8DC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6C42E1-CCFE-398F-423B-F299DFFBE7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221B77-B315-69AC-1943-7063C59A9545}"/>
              </a:ext>
            </a:extLst>
          </p:cNvPr>
          <p:cNvSpPr>
            <a:spLocks noGrp="1"/>
          </p:cNvSpPr>
          <p:nvPr>
            <p:ph type="sldNum" sz="quarter" idx="5"/>
          </p:nvPr>
        </p:nvSpPr>
        <p:spPr/>
        <p:txBody>
          <a:bodyPr/>
          <a:lstStyle/>
          <a:p>
            <a:fld id="{D6DE5A3E-F11E-41F0-A9D1-DAF15D4443FF}" type="slidenum">
              <a:rPr lang="en-US" smtClean="0"/>
              <a:t>12</a:t>
            </a:fld>
            <a:endParaRPr lang="en-US"/>
          </a:p>
        </p:txBody>
      </p:sp>
    </p:spTree>
    <p:extLst>
      <p:ext uri="{BB962C8B-B14F-4D97-AF65-F5344CB8AC3E}">
        <p14:creationId xmlns:p14="http://schemas.microsoft.com/office/powerpoint/2010/main" val="27441994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795E6-DC9C-77E1-C168-93BC05EA20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F47124-3B18-5BCE-4E87-DEDEE71689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3EA6A5-6BE7-D0B5-A782-261078C283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368D3C-656C-C455-C826-D7E15129AECE}"/>
              </a:ext>
            </a:extLst>
          </p:cNvPr>
          <p:cNvSpPr>
            <a:spLocks noGrp="1"/>
          </p:cNvSpPr>
          <p:nvPr>
            <p:ph type="sldNum" sz="quarter" idx="5"/>
          </p:nvPr>
        </p:nvSpPr>
        <p:spPr/>
        <p:txBody>
          <a:bodyPr/>
          <a:lstStyle/>
          <a:p>
            <a:fld id="{D6DE5A3E-F11E-41F0-A9D1-DAF15D4443FF}" type="slidenum">
              <a:rPr lang="en-US" smtClean="0"/>
              <a:t>13</a:t>
            </a:fld>
            <a:endParaRPr lang="en-US"/>
          </a:p>
        </p:txBody>
      </p:sp>
    </p:spTree>
    <p:extLst>
      <p:ext uri="{BB962C8B-B14F-4D97-AF65-F5344CB8AC3E}">
        <p14:creationId xmlns:p14="http://schemas.microsoft.com/office/powerpoint/2010/main" val="3062830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64756-1853-5FA0-6510-CE8DBF392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15F75D-2FB9-E510-E3A7-D707F56126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DB99D4-E307-712C-9D2B-3786372B4C08}"/>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CA635CA-371E-FB21-9DAC-41C56B61D6FE}"/>
              </a:ext>
            </a:extLst>
          </p:cNvPr>
          <p:cNvSpPr>
            <a:spLocks noGrp="1"/>
          </p:cNvSpPr>
          <p:nvPr>
            <p:ph type="sldNum" sz="quarter" idx="5"/>
          </p:nvPr>
        </p:nvSpPr>
        <p:spPr/>
        <p:txBody>
          <a:bodyPr/>
          <a:lstStyle/>
          <a:p>
            <a:fld id="{D6DE5A3E-F11E-41F0-A9D1-DAF15D4443FF}" type="slidenum">
              <a:rPr lang="en-US" smtClean="0"/>
              <a:t>14</a:t>
            </a:fld>
            <a:endParaRPr lang="en-US"/>
          </a:p>
        </p:txBody>
      </p:sp>
    </p:spTree>
    <p:extLst>
      <p:ext uri="{BB962C8B-B14F-4D97-AF65-F5344CB8AC3E}">
        <p14:creationId xmlns:p14="http://schemas.microsoft.com/office/powerpoint/2010/main" val="1126447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D6208-BBE8-A605-3CAA-41FFAA1816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10EBB-4565-1EF2-9973-3AB51A5DBC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D727F3-E297-1F18-04D5-A3799B68B59E}"/>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D9D0A6B-0570-D9A3-806F-83C2A44C8269}"/>
              </a:ext>
            </a:extLst>
          </p:cNvPr>
          <p:cNvSpPr>
            <a:spLocks noGrp="1"/>
          </p:cNvSpPr>
          <p:nvPr>
            <p:ph type="sldNum" sz="quarter" idx="5"/>
          </p:nvPr>
        </p:nvSpPr>
        <p:spPr/>
        <p:txBody>
          <a:bodyPr/>
          <a:lstStyle/>
          <a:p>
            <a:fld id="{D6DE5A3E-F11E-41F0-A9D1-DAF15D4443FF}" type="slidenum">
              <a:rPr lang="en-US" smtClean="0"/>
              <a:t>15</a:t>
            </a:fld>
            <a:endParaRPr lang="en-US"/>
          </a:p>
        </p:txBody>
      </p:sp>
    </p:spTree>
    <p:extLst>
      <p:ext uri="{BB962C8B-B14F-4D97-AF65-F5344CB8AC3E}">
        <p14:creationId xmlns:p14="http://schemas.microsoft.com/office/powerpoint/2010/main" val="14773572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A4242-9DE7-B102-50B5-1894415B97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1E081F-9537-B186-193C-59CD8EF28D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ADD712-D776-F1D2-14EA-FCB4DA71B7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D2D6DC-403F-600B-74B9-B3E93D7F499F}"/>
              </a:ext>
            </a:extLst>
          </p:cNvPr>
          <p:cNvSpPr>
            <a:spLocks noGrp="1"/>
          </p:cNvSpPr>
          <p:nvPr>
            <p:ph type="sldNum" sz="quarter" idx="5"/>
          </p:nvPr>
        </p:nvSpPr>
        <p:spPr/>
        <p:txBody>
          <a:bodyPr/>
          <a:lstStyle/>
          <a:p>
            <a:fld id="{D6DE5A3E-F11E-41F0-A9D1-DAF15D4443FF}" type="slidenum">
              <a:rPr lang="en-US" smtClean="0"/>
              <a:t>16</a:t>
            </a:fld>
            <a:endParaRPr lang="en-US"/>
          </a:p>
        </p:txBody>
      </p:sp>
    </p:spTree>
    <p:extLst>
      <p:ext uri="{BB962C8B-B14F-4D97-AF65-F5344CB8AC3E}">
        <p14:creationId xmlns:p14="http://schemas.microsoft.com/office/powerpoint/2010/main" val="7310094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207FF-489C-D537-8231-CF5BC06A6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F504FB-8C89-1A0C-59B4-90E1F60F7D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924A5E-90C9-EF28-CCA5-043846276A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C96804-E047-E241-38F5-6D2B7F8630E3}"/>
              </a:ext>
            </a:extLst>
          </p:cNvPr>
          <p:cNvSpPr>
            <a:spLocks noGrp="1"/>
          </p:cNvSpPr>
          <p:nvPr>
            <p:ph type="sldNum" sz="quarter" idx="5"/>
          </p:nvPr>
        </p:nvSpPr>
        <p:spPr/>
        <p:txBody>
          <a:bodyPr/>
          <a:lstStyle/>
          <a:p>
            <a:fld id="{D6DE5A3E-F11E-41F0-A9D1-DAF15D4443FF}" type="slidenum">
              <a:rPr lang="en-US" smtClean="0"/>
              <a:t>17</a:t>
            </a:fld>
            <a:endParaRPr lang="en-US"/>
          </a:p>
        </p:txBody>
      </p:sp>
    </p:spTree>
    <p:extLst>
      <p:ext uri="{BB962C8B-B14F-4D97-AF65-F5344CB8AC3E}">
        <p14:creationId xmlns:p14="http://schemas.microsoft.com/office/powerpoint/2010/main" val="40252846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A95CE-1010-8890-2471-DEFC584441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EFFE9-646C-F0B3-B3A4-1E520EF1B0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3E54A5-8EBB-38DC-644F-A51AFDD1B5D9}"/>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7B01888-591B-7326-C42C-058CC15DBBEB}"/>
              </a:ext>
            </a:extLst>
          </p:cNvPr>
          <p:cNvSpPr>
            <a:spLocks noGrp="1"/>
          </p:cNvSpPr>
          <p:nvPr>
            <p:ph type="sldNum" sz="quarter" idx="5"/>
          </p:nvPr>
        </p:nvSpPr>
        <p:spPr/>
        <p:txBody>
          <a:bodyPr/>
          <a:lstStyle/>
          <a:p>
            <a:fld id="{D6DE5A3E-F11E-41F0-A9D1-DAF15D4443FF}" type="slidenum">
              <a:rPr lang="en-US" smtClean="0"/>
              <a:t>18</a:t>
            </a:fld>
            <a:endParaRPr lang="en-US"/>
          </a:p>
        </p:txBody>
      </p:sp>
    </p:spTree>
    <p:extLst>
      <p:ext uri="{BB962C8B-B14F-4D97-AF65-F5344CB8AC3E}">
        <p14:creationId xmlns:p14="http://schemas.microsoft.com/office/powerpoint/2010/main" val="12903273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758C6-0C2E-9443-8FB1-74AA8F06E8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C10229-C572-78DD-FF19-19ED398905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910A09-DDCA-788B-CAA4-B8422EB0CB90}"/>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B840819-7630-5A46-9099-4E91D8171D7B}"/>
              </a:ext>
            </a:extLst>
          </p:cNvPr>
          <p:cNvSpPr>
            <a:spLocks noGrp="1"/>
          </p:cNvSpPr>
          <p:nvPr>
            <p:ph type="sldNum" sz="quarter" idx="5"/>
          </p:nvPr>
        </p:nvSpPr>
        <p:spPr/>
        <p:txBody>
          <a:bodyPr/>
          <a:lstStyle/>
          <a:p>
            <a:fld id="{D6DE5A3E-F11E-41F0-A9D1-DAF15D4443FF}" type="slidenum">
              <a:rPr lang="en-US" smtClean="0"/>
              <a:t>19</a:t>
            </a:fld>
            <a:endParaRPr lang="en-US"/>
          </a:p>
        </p:txBody>
      </p:sp>
    </p:spTree>
    <p:extLst>
      <p:ext uri="{BB962C8B-B14F-4D97-AF65-F5344CB8AC3E}">
        <p14:creationId xmlns:p14="http://schemas.microsoft.com/office/powerpoint/2010/main" val="14976856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84111-2874-9C1B-12F9-022F845E4F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30BA65-6EE5-A2B3-399F-D5DFCEA030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37A03C-B850-AF42-7AF9-FB02F6E3FECF}"/>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03BD237-AB96-3AD1-EF82-36DE272399A4}"/>
              </a:ext>
            </a:extLst>
          </p:cNvPr>
          <p:cNvSpPr>
            <a:spLocks noGrp="1"/>
          </p:cNvSpPr>
          <p:nvPr>
            <p:ph type="sldNum" sz="quarter" idx="5"/>
          </p:nvPr>
        </p:nvSpPr>
        <p:spPr/>
        <p:txBody>
          <a:bodyPr/>
          <a:lstStyle/>
          <a:p>
            <a:fld id="{D6DE5A3E-F11E-41F0-A9D1-DAF15D4443FF}" type="slidenum">
              <a:rPr lang="en-US" smtClean="0"/>
              <a:t>20</a:t>
            </a:fld>
            <a:endParaRPr lang="en-US"/>
          </a:p>
        </p:txBody>
      </p:sp>
    </p:spTree>
    <p:extLst>
      <p:ext uri="{BB962C8B-B14F-4D97-AF65-F5344CB8AC3E}">
        <p14:creationId xmlns:p14="http://schemas.microsoft.com/office/powerpoint/2010/main" val="37406191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50FE6-B51A-BFDF-FB8B-821426C87D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CF59B1-91EB-C5CC-3FEC-CED277B810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961304-1F8C-3045-8E2C-AEC6E419BA83}"/>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1D2355E-10A5-2C07-E706-1CACD0D9E3D7}"/>
              </a:ext>
            </a:extLst>
          </p:cNvPr>
          <p:cNvSpPr>
            <a:spLocks noGrp="1"/>
          </p:cNvSpPr>
          <p:nvPr>
            <p:ph type="sldNum" sz="quarter" idx="5"/>
          </p:nvPr>
        </p:nvSpPr>
        <p:spPr/>
        <p:txBody>
          <a:bodyPr/>
          <a:lstStyle/>
          <a:p>
            <a:fld id="{D6DE5A3E-F11E-41F0-A9D1-DAF15D4443FF}" type="slidenum">
              <a:rPr lang="en-US" smtClean="0"/>
              <a:t>21</a:t>
            </a:fld>
            <a:endParaRPr lang="en-US"/>
          </a:p>
        </p:txBody>
      </p:sp>
    </p:spTree>
    <p:extLst>
      <p:ext uri="{BB962C8B-B14F-4D97-AF65-F5344CB8AC3E}">
        <p14:creationId xmlns:p14="http://schemas.microsoft.com/office/powerpoint/2010/main" val="12818412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93548-1BD3-5C25-7633-704DD161BC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8239D5-8512-4665-C105-E81B6F69F7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4CF119-FB1D-044C-F0E9-E7A523E27452}"/>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3E31040-2C15-9C7F-51A4-5645AFD717A9}"/>
              </a:ext>
            </a:extLst>
          </p:cNvPr>
          <p:cNvSpPr>
            <a:spLocks noGrp="1"/>
          </p:cNvSpPr>
          <p:nvPr>
            <p:ph type="sldNum" sz="quarter" idx="5"/>
          </p:nvPr>
        </p:nvSpPr>
        <p:spPr/>
        <p:txBody>
          <a:bodyPr/>
          <a:lstStyle/>
          <a:p>
            <a:fld id="{D6DE5A3E-F11E-41F0-A9D1-DAF15D4443FF}" type="slidenum">
              <a:rPr lang="en-US" smtClean="0"/>
              <a:t>22</a:t>
            </a:fld>
            <a:endParaRPr lang="en-US"/>
          </a:p>
        </p:txBody>
      </p:sp>
    </p:spTree>
    <p:extLst>
      <p:ext uri="{BB962C8B-B14F-4D97-AF65-F5344CB8AC3E}">
        <p14:creationId xmlns:p14="http://schemas.microsoft.com/office/powerpoint/2010/main" val="21995436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D71C8-1FE2-831A-FE3B-A1BE06303F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504477-981A-556C-B0C7-58F5B8DEA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FAB58D-B8BC-9EBB-A093-668FF7816333}"/>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6EF7C42-1FF3-B046-F876-3042877B87F4}"/>
              </a:ext>
            </a:extLst>
          </p:cNvPr>
          <p:cNvSpPr>
            <a:spLocks noGrp="1"/>
          </p:cNvSpPr>
          <p:nvPr>
            <p:ph type="sldNum" sz="quarter" idx="5"/>
          </p:nvPr>
        </p:nvSpPr>
        <p:spPr/>
        <p:txBody>
          <a:bodyPr/>
          <a:lstStyle/>
          <a:p>
            <a:fld id="{D6DE5A3E-F11E-41F0-A9D1-DAF15D4443FF}" type="slidenum">
              <a:rPr lang="en-US" smtClean="0"/>
              <a:t>23</a:t>
            </a:fld>
            <a:endParaRPr lang="en-US"/>
          </a:p>
        </p:txBody>
      </p:sp>
    </p:spTree>
    <p:extLst>
      <p:ext uri="{BB962C8B-B14F-4D97-AF65-F5344CB8AC3E}">
        <p14:creationId xmlns:p14="http://schemas.microsoft.com/office/powerpoint/2010/main" val="42039898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6454D-A16F-D76A-3E72-808991A4D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5AEE71-0195-988F-97E3-949757F1C5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772A2-72E1-E7DE-0D5E-C05C4F727D54}"/>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C6D9699-0F3E-B9E0-0EFB-6B29B9582C7C}"/>
              </a:ext>
            </a:extLst>
          </p:cNvPr>
          <p:cNvSpPr>
            <a:spLocks noGrp="1"/>
          </p:cNvSpPr>
          <p:nvPr>
            <p:ph type="sldNum" sz="quarter" idx="5"/>
          </p:nvPr>
        </p:nvSpPr>
        <p:spPr/>
        <p:txBody>
          <a:bodyPr/>
          <a:lstStyle/>
          <a:p>
            <a:fld id="{D6DE5A3E-F11E-41F0-A9D1-DAF15D4443FF}" type="slidenum">
              <a:rPr lang="en-US" smtClean="0"/>
              <a:t>24</a:t>
            </a:fld>
            <a:endParaRPr lang="en-US"/>
          </a:p>
        </p:txBody>
      </p:sp>
    </p:spTree>
    <p:extLst>
      <p:ext uri="{BB962C8B-B14F-4D97-AF65-F5344CB8AC3E}">
        <p14:creationId xmlns:p14="http://schemas.microsoft.com/office/powerpoint/2010/main" val="8133434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D8D3E-8BFC-DC4E-FFA5-7A3C9936CA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1897A-4DBB-EEB9-4FBA-70EBCD27D9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00C21F-5EEA-0281-E23C-5D00E2992CB0}"/>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E385405-E813-8091-CAA5-966380C5DF38}"/>
              </a:ext>
            </a:extLst>
          </p:cNvPr>
          <p:cNvSpPr>
            <a:spLocks noGrp="1"/>
          </p:cNvSpPr>
          <p:nvPr>
            <p:ph type="sldNum" sz="quarter" idx="5"/>
          </p:nvPr>
        </p:nvSpPr>
        <p:spPr/>
        <p:txBody>
          <a:bodyPr/>
          <a:lstStyle/>
          <a:p>
            <a:fld id="{D6DE5A3E-F11E-41F0-A9D1-DAF15D4443FF}" type="slidenum">
              <a:rPr lang="en-US" smtClean="0"/>
              <a:t>25</a:t>
            </a:fld>
            <a:endParaRPr lang="en-US"/>
          </a:p>
        </p:txBody>
      </p:sp>
    </p:spTree>
    <p:extLst>
      <p:ext uri="{BB962C8B-B14F-4D97-AF65-F5344CB8AC3E}">
        <p14:creationId xmlns:p14="http://schemas.microsoft.com/office/powerpoint/2010/main" val="34795499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675CF-02B7-D845-317A-9964485C8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244A18-8DF9-8E6B-120A-B3736397EE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E5421B-0DA6-1825-F05D-A7E6C3BBFFCF}"/>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614E44D-7A17-35A0-203E-2B322385DF36}"/>
              </a:ext>
            </a:extLst>
          </p:cNvPr>
          <p:cNvSpPr>
            <a:spLocks noGrp="1"/>
          </p:cNvSpPr>
          <p:nvPr>
            <p:ph type="sldNum" sz="quarter" idx="5"/>
          </p:nvPr>
        </p:nvSpPr>
        <p:spPr/>
        <p:txBody>
          <a:bodyPr/>
          <a:lstStyle/>
          <a:p>
            <a:fld id="{D6DE5A3E-F11E-41F0-A9D1-DAF15D4443FF}" type="slidenum">
              <a:rPr lang="en-US" smtClean="0"/>
              <a:t>26</a:t>
            </a:fld>
            <a:endParaRPr lang="en-US"/>
          </a:p>
        </p:txBody>
      </p:sp>
    </p:spTree>
    <p:extLst>
      <p:ext uri="{BB962C8B-B14F-4D97-AF65-F5344CB8AC3E}">
        <p14:creationId xmlns:p14="http://schemas.microsoft.com/office/powerpoint/2010/main" val="6076471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BB648-B347-C345-8222-7E7ABAA2BF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F938BE-AB58-FE95-9D8B-96C49E039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5FF5F9-6BC3-6785-2121-DC3226C8AF56}"/>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AA8FD0-14C5-8D7E-9191-5D8FD53D6AC4}"/>
              </a:ext>
            </a:extLst>
          </p:cNvPr>
          <p:cNvSpPr>
            <a:spLocks noGrp="1"/>
          </p:cNvSpPr>
          <p:nvPr>
            <p:ph type="sldNum" sz="quarter" idx="5"/>
          </p:nvPr>
        </p:nvSpPr>
        <p:spPr/>
        <p:txBody>
          <a:bodyPr/>
          <a:lstStyle/>
          <a:p>
            <a:fld id="{D6DE5A3E-F11E-41F0-A9D1-DAF15D4443FF}" type="slidenum">
              <a:rPr lang="en-US" smtClean="0"/>
              <a:t>27</a:t>
            </a:fld>
            <a:endParaRPr lang="en-US"/>
          </a:p>
        </p:txBody>
      </p:sp>
    </p:spTree>
    <p:extLst>
      <p:ext uri="{BB962C8B-B14F-4D97-AF65-F5344CB8AC3E}">
        <p14:creationId xmlns:p14="http://schemas.microsoft.com/office/powerpoint/2010/main" val="21860007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3B387-4A5C-0F8A-B861-C151250D71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FBB632-AE40-ED7A-4BAF-B799364478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7474AA-4184-26DC-C0FF-43D41C530738}"/>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F970086-9195-4E2A-BDCC-21D8DB02B961}"/>
              </a:ext>
            </a:extLst>
          </p:cNvPr>
          <p:cNvSpPr>
            <a:spLocks noGrp="1"/>
          </p:cNvSpPr>
          <p:nvPr>
            <p:ph type="sldNum" sz="quarter" idx="5"/>
          </p:nvPr>
        </p:nvSpPr>
        <p:spPr/>
        <p:txBody>
          <a:bodyPr/>
          <a:lstStyle/>
          <a:p>
            <a:fld id="{D6DE5A3E-F11E-41F0-A9D1-DAF15D4443FF}" type="slidenum">
              <a:rPr lang="en-US" smtClean="0"/>
              <a:t>28</a:t>
            </a:fld>
            <a:endParaRPr lang="en-US"/>
          </a:p>
        </p:txBody>
      </p:sp>
    </p:spTree>
    <p:extLst>
      <p:ext uri="{BB962C8B-B14F-4D97-AF65-F5344CB8AC3E}">
        <p14:creationId xmlns:p14="http://schemas.microsoft.com/office/powerpoint/2010/main" val="27424326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8F4BF-8F0D-B668-BFFE-4C305CE305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10350A-33FE-8AF1-41FB-EB778CC32D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DF0E46-8112-60FA-2389-7B46C69931F0}"/>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A96A56A-CC8B-D9D5-DB35-C0B8C5BAE7B5}"/>
              </a:ext>
            </a:extLst>
          </p:cNvPr>
          <p:cNvSpPr>
            <a:spLocks noGrp="1"/>
          </p:cNvSpPr>
          <p:nvPr>
            <p:ph type="sldNum" sz="quarter" idx="5"/>
          </p:nvPr>
        </p:nvSpPr>
        <p:spPr/>
        <p:txBody>
          <a:bodyPr/>
          <a:lstStyle/>
          <a:p>
            <a:fld id="{D6DE5A3E-F11E-41F0-A9D1-DAF15D4443FF}" type="slidenum">
              <a:rPr lang="en-US" smtClean="0"/>
              <a:t>29</a:t>
            </a:fld>
            <a:endParaRPr lang="en-US"/>
          </a:p>
        </p:txBody>
      </p:sp>
    </p:spTree>
    <p:extLst>
      <p:ext uri="{BB962C8B-B14F-4D97-AF65-F5344CB8AC3E}">
        <p14:creationId xmlns:p14="http://schemas.microsoft.com/office/powerpoint/2010/main" val="38915633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9902B-B120-D770-C54B-77B99A94CA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E65F63-4CBA-C577-2DDC-BBC123B699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BA9E2-8447-836F-EF6C-505B021A9CDC}"/>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5B79168-F59A-B1F9-0FA3-DCB2CFFB9C52}"/>
              </a:ext>
            </a:extLst>
          </p:cNvPr>
          <p:cNvSpPr>
            <a:spLocks noGrp="1"/>
          </p:cNvSpPr>
          <p:nvPr>
            <p:ph type="sldNum" sz="quarter" idx="5"/>
          </p:nvPr>
        </p:nvSpPr>
        <p:spPr/>
        <p:txBody>
          <a:bodyPr/>
          <a:lstStyle/>
          <a:p>
            <a:fld id="{D6DE5A3E-F11E-41F0-A9D1-DAF15D4443FF}" type="slidenum">
              <a:rPr lang="en-US" smtClean="0"/>
              <a:t>30</a:t>
            </a:fld>
            <a:endParaRPr lang="en-US"/>
          </a:p>
        </p:txBody>
      </p:sp>
    </p:spTree>
    <p:extLst>
      <p:ext uri="{BB962C8B-B14F-4D97-AF65-F5344CB8AC3E}">
        <p14:creationId xmlns:p14="http://schemas.microsoft.com/office/powerpoint/2010/main" val="15230181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2C06D-4019-5702-2E88-8023B5831B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B29D9B-A938-E6F2-81DF-EA8166E3BF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A2AEB7-B73D-2D6D-2C36-76C09919CFE5}"/>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A1E0A84-355C-B517-C2C9-9C67EF0508F0}"/>
              </a:ext>
            </a:extLst>
          </p:cNvPr>
          <p:cNvSpPr>
            <a:spLocks noGrp="1"/>
          </p:cNvSpPr>
          <p:nvPr>
            <p:ph type="sldNum" sz="quarter" idx="5"/>
          </p:nvPr>
        </p:nvSpPr>
        <p:spPr/>
        <p:txBody>
          <a:bodyPr/>
          <a:lstStyle/>
          <a:p>
            <a:fld id="{D6DE5A3E-F11E-41F0-A9D1-DAF15D4443FF}" type="slidenum">
              <a:rPr lang="en-US" smtClean="0"/>
              <a:t>31</a:t>
            </a:fld>
            <a:endParaRPr lang="en-US"/>
          </a:p>
        </p:txBody>
      </p:sp>
    </p:spTree>
    <p:extLst>
      <p:ext uri="{BB962C8B-B14F-4D97-AF65-F5344CB8AC3E}">
        <p14:creationId xmlns:p14="http://schemas.microsoft.com/office/powerpoint/2010/main" val="7446156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58F5E-0768-4681-EC20-5B5EA84382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28B95-4094-D095-3944-6234302377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176E96-A290-4C40-0DA8-95A9353891C0}"/>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6DBCD88-004E-1109-CF5C-FC4A010CC27D}"/>
              </a:ext>
            </a:extLst>
          </p:cNvPr>
          <p:cNvSpPr>
            <a:spLocks noGrp="1"/>
          </p:cNvSpPr>
          <p:nvPr>
            <p:ph type="sldNum" sz="quarter" idx="5"/>
          </p:nvPr>
        </p:nvSpPr>
        <p:spPr/>
        <p:txBody>
          <a:bodyPr/>
          <a:lstStyle/>
          <a:p>
            <a:fld id="{D6DE5A3E-F11E-41F0-A9D1-DAF15D4443FF}" type="slidenum">
              <a:rPr lang="en-US" smtClean="0"/>
              <a:t>32</a:t>
            </a:fld>
            <a:endParaRPr lang="en-US"/>
          </a:p>
        </p:txBody>
      </p:sp>
    </p:spTree>
    <p:extLst>
      <p:ext uri="{BB962C8B-B14F-4D97-AF65-F5344CB8AC3E}">
        <p14:creationId xmlns:p14="http://schemas.microsoft.com/office/powerpoint/2010/main" val="42313728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A73FD-FC7A-A004-D7DE-0F78E3715C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66A9DF-769D-BDA1-E094-E55EBD909F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5BA99-6081-A88E-A4CF-35BDF773470A}"/>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DD1520D-6D58-12D7-D25B-D4A35F69048F}"/>
              </a:ext>
            </a:extLst>
          </p:cNvPr>
          <p:cNvSpPr>
            <a:spLocks noGrp="1"/>
          </p:cNvSpPr>
          <p:nvPr>
            <p:ph type="sldNum" sz="quarter" idx="5"/>
          </p:nvPr>
        </p:nvSpPr>
        <p:spPr/>
        <p:txBody>
          <a:bodyPr/>
          <a:lstStyle/>
          <a:p>
            <a:fld id="{D6DE5A3E-F11E-41F0-A9D1-DAF15D4443FF}" type="slidenum">
              <a:rPr lang="en-US" smtClean="0"/>
              <a:t>33</a:t>
            </a:fld>
            <a:endParaRPr lang="en-US"/>
          </a:p>
        </p:txBody>
      </p:sp>
    </p:spTree>
    <p:extLst>
      <p:ext uri="{BB962C8B-B14F-4D97-AF65-F5344CB8AC3E}">
        <p14:creationId xmlns:p14="http://schemas.microsoft.com/office/powerpoint/2010/main" val="24736340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0FCD3-BC39-597E-2864-B43F1C4940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A7DFFE-F64E-3171-E809-A12EEDC1CC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C31A39-5314-E865-C7C6-CEA73251B748}"/>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485243B-9910-9636-1E95-7C5536CAD165}"/>
              </a:ext>
            </a:extLst>
          </p:cNvPr>
          <p:cNvSpPr>
            <a:spLocks noGrp="1"/>
          </p:cNvSpPr>
          <p:nvPr>
            <p:ph type="sldNum" sz="quarter" idx="5"/>
          </p:nvPr>
        </p:nvSpPr>
        <p:spPr/>
        <p:txBody>
          <a:bodyPr/>
          <a:lstStyle/>
          <a:p>
            <a:fld id="{D6DE5A3E-F11E-41F0-A9D1-DAF15D4443FF}" type="slidenum">
              <a:rPr lang="en-US" smtClean="0"/>
              <a:t>34</a:t>
            </a:fld>
            <a:endParaRPr lang="en-US"/>
          </a:p>
        </p:txBody>
      </p:sp>
    </p:spTree>
    <p:extLst>
      <p:ext uri="{BB962C8B-B14F-4D97-AF65-F5344CB8AC3E}">
        <p14:creationId xmlns:p14="http://schemas.microsoft.com/office/powerpoint/2010/main" val="6624108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E117C-E6A2-24E5-F8C3-79AE9612E4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8A686-FA3B-7648-D122-2347C498D8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6F5960-047D-6CEB-7458-E55A8A565A22}"/>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F68D29E-EF52-FF0D-8C28-6EAEDF236FC2}"/>
              </a:ext>
            </a:extLst>
          </p:cNvPr>
          <p:cNvSpPr>
            <a:spLocks noGrp="1"/>
          </p:cNvSpPr>
          <p:nvPr>
            <p:ph type="sldNum" sz="quarter" idx="5"/>
          </p:nvPr>
        </p:nvSpPr>
        <p:spPr/>
        <p:txBody>
          <a:bodyPr/>
          <a:lstStyle/>
          <a:p>
            <a:fld id="{D6DE5A3E-F11E-41F0-A9D1-DAF15D4443FF}" type="slidenum">
              <a:rPr lang="en-US" smtClean="0"/>
              <a:t>35</a:t>
            </a:fld>
            <a:endParaRPr lang="en-US"/>
          </a:p>
        </p:txBody>
      </p:sp>
    </p:spTree>
    <p:extLst>
      <p:ext uri="{BB962C8B-B14F-4D97-AF65-F5344CB8AC3E}">
        <p14:creationId xmlns:p14="http://schemas.microsoft.com/office/powerpoint/2010/main" val="26927734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9F097-203D-534A-884C-21E3F62C15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B5D3E8-5824-1C7F-18F8-42AD395156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C32818-4212-9AB9-271E-FE4F9279274F}"/>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739114A-E150-1205-6675-E12DE51B26EC}"/>
              </a:ext>
            </a:extLst>
          </p:cNvPr>
          <p:cNvSpPr>
            <a:spLocks noGrp="1"/>
          </p:cNvSpPr>
          <p:nvPr>
            <p:ph type="sldNum" sz="quarter" idx="5"/>
          </p:nvPr>
        </p:nvSpPr>
        <p:spPr/>
        <p:txBody>
          <a:bodyPr/>
          <a:lstStyle/>
          <a:p>
            <a:fld id="{D6DE5A3E-F11E-41F0-A9D1-DAF15D4443FF}" type="slidenum">
              <a:rPr lang="en-US" smtClean="0"/>
              <a:t>36</a:t>
            </a:fld>
            <a:endParaRPr lang="en-US"/>
          </a:p>
        </p:txBody>
      </p:sp>
    </p:spTree>
    <p:extLst>
      <p:ext uri="{BB962C8B-B14F-4D97-AF65-F5344CB8AC3E}">
        <p14:creationId xmlns:p14="http://schemas.microsoft.com/office/powerpoint/2010/main" val="38359970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DFC99-2227-94E6-BEBA-155649E3AE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3359F8-E97F-E8BF-7B96-226AD319A4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617BBE-D575-237A-BF3F-8A0900D5DD75}"/>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84AF6ED-A2A0-BF62-8620-B6DFAE6C3135}"/>
              </a:ext>
            </a:extLst>
          </p:cNvPr>
          <p:cNvSpPr>
            <a:spLocks noGrp="1"/>
          </p:cNvSpPr>
          <p:nvPr>
            <p:ph type="sldNum" sz="quarter" idx="5"/>
          </p:nvPr>
        </p:nvSpPr>
        <p:spPr/>
        <p:txBody>
          <a:bodyPr/>
          <a:lstStyle/>
          <a:p>
            <a:fld id="{D6DE5A3E-F11E-41F0-A9D1-DAF15D4443FF}" type="slidenum">
              <a:rPr lang="en-US" smtClean="0"/>
              <a:t>37</a:t>
            </a:fld>
            <a:endParaRPr lang="en-US"/>
          </a:p>
        </p:txBody>
      </p:sp>
    </p:spTree>
    <p:extLst>
      <p:ext uri="{BB962C8B-B14F-4D97-AF65-F5344CB8AC3E}">
        <p14:creationId xmlns:p14="http://schemas.microsoft.com/office/powerpoint/2010/main" val="33032788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86407-60C1-2DAA-1D2C-44132A06F7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D876B3-3D10-2A9C-1D9C-6C898BB1D8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BF2037-715B-8B5E-9A6C-AC6FDF7B81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02F625-D484-E516-185D-844EA1094F54}"/>
              </a:ext>
            </a:extLst>
          </p:cNvPr>
          <p:cNvSpPr>
            <a:spLocks noGrp="1"/>
          </p:cNvSpPr>
          <p:nvPr>
            <p:ph type="sldNum" sz="quarter" idx="5"/>
          </p:nvPr>
        </p:nvSpPr>
        <p:spPr/>
        <p:txBody>
          <a:bodyPr/>
          <a:lstStyle/>
          <a:p>
            <a:fld id="{D6DE5A3E-F11E-41F0-A9D1-DAF15D4443FF}" type="slidenum">
              <a:rPr lang="en-US" smtClean="0"/>
              <a:t>38</a:t>
            </a:fld>
            <a:endParaRPr lang="en-US"/>
          </a:p>
        </p:txBody>
      </p:sp>
    </p:spTree>
    <p:extLst>
      <p:ext uri="{BB962C8B-B14F-4D97-AF65-F5344CB8AC3E}">
        <p14:creationId xmlns:p14="http://schemas.microsoft.com/office/powerpoint/2010/main" val="20164364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31E52-7420-756E-81B5-EFD4990C6C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B57209-D103-184B-FB51-3BDC9C353B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E8626D-1234-F898-A940-7B30CEFF88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A0BADB-254B-1AE5-91C3-89903A0BB9CB}"/>
              </a:ext>
            </a:extLst>
          </p:cNvPr>
          <p:cNvSpPr>
            <a:spLocks noGrp="1"/>
          </p:cNvSpPr>
          <p:nvPr>
            <p:ph type="sldNum" sz="quarter" idx="5"/>
          </p:nvPr>
        </p:nvSpPr>
        <p:spPr/>
        <p:txBody>
          <a:bodyPr/>
          <a:lstStyle/>
          <a:p>
            <a:fld id="{D6DE5A3E-F11E-41F0-A9D1-DAF15D4443FF}" type="slidenum">
              <a:rPr lang="en-US" smtClean="0"/>
              <a:t>39</a:t>
            </a:fld>
            <a:endParaRPr lang="en-US"/>
          </a:p>
        </p:txBody>
      </p:sp>
    </p:spTree>
    <p:extLst>
      <p:ext uri="{BB962C8B-B14F-4D97-AF65-F5344CB8AC3E}">
        <p14:creationId xmlns:p14="http://schemas.microsoft.com/office/powerpoint/2010/main" val="39274354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DFEEA-B329-A976-27AC-4C2171FBFF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9E42BC-D0B2-5AB5-91B3-9BEE7B1940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84F262-70C7-1E89-1111-D99E1C7D9F71}"/>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410E766-E16F-FAF3-9169-EAB9F5818475}"/>
              </a:ext>
            </a:extLst>
          </p:cNvPr>
          <p:cNvSpPr>
            <a:spLocks noGrp="1"/>
          </p:cNvSpPr>
          <p:nvPr>
            <p:ph type="sldNum" sz="quarter" idx="5"/>
          </p:nvPr>
        </p:nvSpPr>
        <p:spPr/>
        <p:txBody>
          <a:bodyPr/>
          <a:lstStyle/>
          <a:p>
            <a:fld id="{D6DE5A3E-F11E-41F0-A9D1-DAF15D4443FF}" type="slidenum">
              <a:rPr lang="en-US" smtClean="0"/>
              <a:t>40</a:t>
            </a:fld>
            <a:endParaRPr lang="en-US"/>
          </a:p>
        </p:txBody>
      </p:sp>
    </p:spTree>
    <p:extLst>
      <p:ext uri="{BB962C8B-B14F-4D97-AF65-F5344CB8AC3E}">
        <p14:creationId xmlns:p14="http://schemas.microsoft.com/office/powerpoint/2010/main" val="28175026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2F59A-5D63-3A9D-379E-71D50FB86F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F0BE7-960C-21B1-1508-DA1B5ECEFB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B33C7A-37B8-EE8F-ACE7-C2A4A84D415A}"/>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31F1453-159A-A588-35C5-0AEBDEC56BAC}"/>
              </a:ext>
            </a:extLst>
          </p:cNvPr>
          <p:cNvSpPr>
            <a:spLocks noGrp="1"/>
          </p:cNvSpPr>
          <p:nvPr>
            <p:ph type="sldNum" sz="quarter" idx="5"/>
          </p:nvPr>
        </p:nvSpPr>
        <p:spPr/>
        <p:txBody>
          <a:bodyPr/>
          <a:lstStyle/>
          <a:p>
            <a:fld id="{D6DE5A3E-F11E-41F0-A9D1-DAF15D4443FF}" type="slidenum">
              <a:rPr lang="en-US" smtClean="0"/>
              <a:t>41</a:t>
            </a:fld>
            <a:endParaRPr lang="en-US"/>
          </a:p>
        </p:txBody>
      </p:sp>
    </p:spTree>
    <p:extLst>
      <p:ext uri="{BB962C8B-B14F-4D97-AF65-F5344CB8AC3E}">
        <p14:creationId xmlns:p14="http://schemas.microsoft.com/office/powerpoint/2010/main" val="19674952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05C73-51C2-D2F5-6BAC-6718B27BF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743E18-AD70-F556-AE0E-C80B608CE1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46D51E-E26B-AA0B-024D-0EEA3B90E4F4}"/>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9A70634-ACCC-9F2A-B29E-173E6BA02D5B}"/>
              </a:ext>
            </a:extLst>
          </p:cNvPr>
          <p:cNvSpPr>
            <a:spLocks noGrp="1"/>
          </p:cNvSpPr>
          <p:nvPr>
            <p:ph type="sldNum" sz="quarter" idx="5"/>
          </p:nvPr>
        </p:nvSpPr>
        <p:spPr/>
        <p:txBody>
          <a:bodyPr/>
          <a:lstStyle/>
          <a:p>
            <a:fld id="{D6DE5A3E-F11E-41F0-A9D1-DAF15D4443FF}" type="slidenum">
              <a:rPr lang="en-US" smtClean="0"/>
              <a:t>42</a:t>
            </a:fld>
            <a:endParaRPr lang="en-US"/>
          </a:p>
        </p:txBody>
      </p:sp>
    </p:spTree>
    <p:extLst>
      <p:ext uri="{BB962C8B-B14F-4D97-AF65-F5344CB8AC3E}">
        <p14:creationId xmlns:p14="http://schemas.microsoft.com/office/powerpoint/2010/main" val="10841998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61AD6-A4FB-18D7-549A-E5C4CB7DDF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25E56-1A91-5F39-FEA1-2A655540DF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181F59-F73E-F1FE-B9F8-9CE8D49136D6}"/>
              </a:ext>
            </a:extLst>
          </p:cNvPr>
          <p:cNvSpPr>
            <a:spLocks noGrp="1"/>
          </p:cNvSpPr>
          <p:nvPr>
            <p:ph type="body" idx="1"/>
          </p:nvPr>
        </p:nvSpPr>
        <p:spPr/>
        <p:txBody>
          <a:bodyPr/>
          <a:lstStyle/>
          <a:p>
            <a:pPr marL="0" marR="0" lvl="0" indent="0">
              <a:lnSpc>
                <a:spcPct val="107000"/>
              </a:lnSpc>
              <a:spcBef>
                <a:spcPts val="0"/>
              </a:spcBef>
              <a:spcAft>
                <a:spcPts val="800"/>
              </a:spcAft>
              <a:buFont typeface="+mj-l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1BE4118-74BB-D9F8-0DF9-1A610C31BF92}"/>
              </a:ext>
            </a:extLst>
          </p:cNvPr>
          <p:cNvSpPr>
            <a:spLocks noGrp="1"/>
          </p:cNvSpPr>
          <p:nvPr>
            <p:ph type="sldNum" sz="quarter" idx="5"/>
          </p:nvPr>
        </p:nvSpPr>
        <p:spPr/>
        <p:txBody>
          <a:bodyPr/>
          <a:lstStyle/>
          <a:p>
            <a:fld id="{D6DE5A3E-F11E-41F0-A9D1-DAF15D4443FF}" type="slidenum">
              <a:rPr lang="en-US" smtClean="0"/>
              <a:t>43</a:t>
            </a:fld>
            <a:endParaRPr lang="en-US"/>
          </a:p>
        </p:txBody>
      </p:sp>
    </p:spTree>
    <p:extLst>
      <p:ext uri="{BB962C8B-B14F-4D97-AF65-F5344CB8AC3E}">
        <p14:creationId xmlns:p14="http://schemas.microsoft.com/office/powerpoint/2010/main" val="36964757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87966-DDAE-225A-988D-17FCD0BF7C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784528-22E7-DF99-0064-AFF5B7EB60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7BB514-CEC0-822F-B6CE-A932DE7B35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723EBE-A068-3A3D-4680-EF798C6C7141}"/>
              </a:ext>
            </a:extLst>
          </p:cNvPr>
          <p:cNvSpPr>
            <a:spLocks noGrp="1"/>
          </p:cNvSpPr>
          <p:nvPr>
            <p:ph type="sldNum" sz="quarter" idx="5"/>
          </p:nvPr>
        </p:nvSpPr>
        <p:spPr/>
        <p:txBody>
          <a:bodyPr/>
          <a:lstStyle/>
          <a:p>
            <a:fld id="{D6DE5A3E-F11E-41F0-A9D1-DAF15D4443FF}" type="slidenum">
              <a:rPr lang="en-US" smtClean="0"/>
              <a:t>44</a:t>
            </a:fld>
            <a:endParaRPr lang="en-US"/>
          </a:p>
        </p:txBody>
      </p:sp>
    </p:spTree>
    <p:extLst>
      <p:ext uri="{BB962C8B-B14F-4D97-AF65-F5344CB8AC3E}">
        <p14:creationId xmlns:p14="http://schemas.microsoft.com/office/powerpoint/2010/main" val="599827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08/06/2026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08/06/2026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08/06/2026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08/06/2026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08/06/2026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08/06/2026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08/06/2026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08/06/2026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08/06/2026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08/06/2026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08/06/2026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08/06/2026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https://www.vietjack.com/" TargetMode="External"/><Relationship Id="rId7"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hyperlink" Target="https://moodle.org/" TargetMode="External"/><Relationship Id="rId5" Type="http://schemas.openxmlformats.org/officeDocument/2006/relationships/hyperlink" Target="https://doctailieu.com/" TargetMode="External"/><Relationship Id="rId4" Type="http://schemas.openxmlformats.org/officeDocument/2006/relationships/hyperlink" Target="https://tracnghiem.net/"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png"/><Relationship Id="rId7"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8.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4064846" y="4229100"/>
            <a:ext cx="14064846" cy="2031325"/>
          </a:xfrm>
          <a:prstGeom prst="rect">
            <a:avLst/>
          </a:prstGeom>
        </p:spPr>
        <p:txBody>
          <a:bodyPr wrap="square" lIns="0" tIns="0" rIns="0" bIns="0" rtlCol="0" anchor="t">
            <a:spAutoFit/>
          </a:bodyPr>
          <a:lstStyle/>
          <a:p>
            <a:pPr algn="ctr"/>
            <a:r>
              <a:rPr lang="en-US" sz="4400" b="1" dirty="0">
                <a:latin typeface="Times New Roman" panose="02020603050405020304" pitchFamily="18" charset="0"/>
                <a:ea typeface="Times New Roman" panose="02020603050405020304" pitchFamily="18" charset="0"/>
                <a:cs typeface="Times New Roman" panose="02020603050405020304" pitchFamily="18" charset="0"/>
              </a:rPr>
              <a:t>ĐỀ TÀI: </a:t>
            </a:r>
            <a:r>
              <a:rPr lang="vi-VN" sz="4400" b="1" dirty="0">
                <a:latin typeface="Times New Roman" panose="02020603050405020304" pitchFamily="18" charset="0"/>
                <a:ea typeface="Times New Roman" panose="02020603050405020304" pitchFamily="18" charset="0"/>
              </a:rPr>
              <a:t>PHÁT TRIỂN ỨNG DỤNG TRẮC NGHIỆM HỖ TRỢ HỌC TẬP CHO SINH VIÊN KHOA CÔNG NGHỆ THÔNG TIN</a:t>
            </a:r>
            <a:endParaRPr lang="en-US" sz="3599" b="1" dirty="0">
              <a:solidFill>
                <a:srgbClr val="000000"/>
              </a:solidFill>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3B7600F0-E768-46E3-B2C5-07CF27172810}"/>
              </a:ext>
            </a:extLst>
          </p:cNvPr>
          <p:cNvSpPr txBox="1"/>
          <p:nvPr/>
        </p:nvSpPr>
        <p:spPr>
          <a:xfrm>
            <a:off x="18211800" y="6743700"/>
            <a:ext cx="9220200" cy="1322606"/>
          </a:xfrm>
          <a:prstGeom prst="rect">
            <a:avLst/>
          </a:prstGeom>
          <a:noFill/>
        </p:spPr>
        <p:txBody>
          <a:bodyPr wrap="square" rtlCol="0">
            <a:spAutoFit/>
          </a:bodyPr>
          <a:lstStyle/>
          <a:p>
            <a:pPr lvl="0">
              <a:lnSpc>
                <a:spcPts val="5039"/>
              </a:lnSpc>
              <a:defRPr/>
            </a:pPr>
            <a:r>
              <a:rPr lang="vi-VN" sz="3599" b="1" dirty="0">
                <a:solidFill>
                  <a:srgbClr val="000000"/>
                </a:solidFill>
                <a:latin typeface="Times New Roman" panose="02020603050405020304" pitchFamily="18" charset="0"/>
                <a:cs typeface="Times New Roman" panose="02020603050405020304" pitchFamily="18" charset="0"/>
              </a:rPr>
              <a:t>Giảng</a:t>
            </a:r>
            <a:r>
              <a:rPr lang="en-US" sz="3599" b="1" dirty="0">
                <a:solidFill>
                  <a:srgbClr val="000000"/>
                </a:solidFill>
                <a:cs typeface="Times New Roman" panose="02020603050405020304" pitchFamily="18" charset="0"/>
              </a:rPr>
              <a:t> </a:t>
            </a:r>
            <a:r>
              <a:rPr lang="en-US" sz="3599" b="1" dirty="0" err="1">
                <a:solidFill>
                  <a:srgbClr val="000000"/>
                </a:solidFill>
                <a:latin typeface="Times New Roman" panose="02020603050405020304" pitchFamily="18" charset="0"/>
                <a:cs typeface="Times New Roman" panose="02020603050405020304" pitchFamily="18" charset="0"/>
              </a:rPr>
              <a:t>viên</a:t>
            </a:r>
            <a:r>
              <a:rPr lang="en-US" sz="3599" b="1" dirty="0">
                <a:solidFill>
                  <a:srgbClr val="000000"/>
                </a:solidFill>
                <a:latin typeface="Times New Roman" panose="02020603050405020304" pitchFamily="18" charset="0"/>
                <a:cs typeface="Times New Roman" panose="02020603050405020304" pitchFamily="18" charset="0"/>
              </a:rPr>
              <a:t> </a:t>
            </a:r>
            <a:r>
              <a:rPr lang="en-US" sz="3599" b="1" dirty="0" err="1">
                <a:solidFill>
                  <a:srgbClr val="000000"/>
                </a:solidFill>
                <a:latin typeface="Times New Roman" panose="02020603050405020304" pitchFamily="18" charset="0"/>
                <a:cs typeface="Times New Roman" panose="02020603050405020304" pitchFamily="18" charset="0"/>
              </a:rPr>
              <a:t>hướng</a:t>
            </a:r>
            <a:r>
              <a:rPr lang="en-US" sz="3599" b="1" dirty="0">
                <a:solidFill>
                  <a:srgbClr val="000000"/>
                </a:solidFill>
                <a:latin typeface="Times New Roman" panose="02020603050405020304" pitchFamily="18" charset="0"/>
                <a:cs typeface="Times New Roman" panose="02020603050405020304" pitchFamily="18" charset="0"/>
              </a:rPr>
              <a:t> </a:t>
            </a:r>
            <a:r>
              <a:rPr lang="en-US" sz="3599" b="1" dirty="0" err="1">
                <a:solidFill>
                  <a:srgbClr val="000000"/>
                </a:solidFill>
                <a:latin typeface="Times New Roman" panose="02020603050405020304" pitchFamily="18" charset="0"/>
                <a:cs typeface="Times New Roman" panose="02020603050405020304" pitchFamily="18" charset="0"/>
              </a:rPr>
              <a:t>dẫn</a:t>
            </a:r>
            <a:r>
              <a:rPr lang="en-US" sz="3599" b="1" dirty="0">
                <a:solidFill>
                  <a:srgbClr val="000000"/>
                </a:solidFill>
                <a:latin typeface="Times New Roman" panose="02020603050405020304" pitchFamily="18" charset="0"/>
                <a:cs typeface="Times New Roman" panose="02020603050405020304" pitchFamily="18" charset="0"/>
              </a:rPr>
              <a:t>: </a:t>
            </a:r>
            <a:r>
              <a:rPr lang="en-US" sz="3599" b="1" dirty="0" err="1">
                <a:solidFill>
                  <a:srgbClr val="000000"/>
                </a:solidFill>
                <a:latin typeface="Times New Roman" panose="02020603050405020304" pitchFamily="18" charset="0"/>
                <a:cs typeface="Times New Roman" panose="02020603050405020304" pitchFamily="18" charset="0"/>
              </a:rPr>
              <a:t>ThS</a:t>
            </a:r>
            <a:r>
              <a:rPr lang="en-US" sz="3599" b="1" dirty="0">
                <a:solidFill>
                  <a:srgbClr val="000000"/>
                </a:solidFill>
                <a:latin typeface="Times New Roman" panose="02020603050405020304" pitchFamily="18" charset="0"/>
                <a:cs typeface="Times New Roman" panose="02020603050405020304" pitchFamily="18" charset="0"/>
              </a:rPr>
              <a:t>. Nguyễn Thị Lan</a:t>
            </a:r>
          </a:p>
          <a:p>
            <a:pPr lvl="0">
              <a:lnSpc>
                <a:spcPts val="5039"/>
              </a:lnSpc>
              <a:defRPr/>
            </a:pPr>
            <a:r>
              <a:rPr lang="en-US" sz="3599" b="1" dirty="0">
                <a:solidFill>
                  <a:srgbClr val="000000"/>
                </a:solidFill>
                <a:latin typeface="Times New Roman" panose="02020603050405020304" pitchFamily="18" charset="0"/>
                <a:cs typeface="Times New Roman" panose="02020603050405020304" pitchFamily="18" charset="0"/>
              </a:rPr>
              <a:t>Sinh </a:t>
            </a:r>
            <a:r>
              <a:rPr lang="en-US" sz="3599" b="1" dirty="0" err="1">
                <a:solidFill>
                  <a:srgbClr val="000000"/>
                </a:solidFill>
                <a:latin typeface="Times New Roman" panose="02020603050405020304" pitchFamily="18" charset="0"/>
                <a:cs typeface="Times New Roman" panose="02020603050405020304" pitchFamily="18" charset="0"/>
              </a:rPr>
              <a:t>viên</a:t>
            </a:r>
            <a:r>
              <a:rPr lang="en-US" sz="3599" b="1" dirty="0">
                <a:solidFill>
                  <a:srgbClr val="000000"/>
                </a:solidFill>
                <a:latin typeface="Times New Roman" panose="02020603050405020304" pitchFamily="18" charset="0"/>
                <a:cs typeface="Times New Roman" panose="02020603050405020304" pitchFamily="18" charset="0"/>
              </a:rPr>
              <a:t> </a:t>
            </a:r>
            <a:r>
              <a:rPr lang="en-US" sz="3599" b="1" dirty="0" err="1">
                <a:solidFill>
                  <a:srgbClr val="000000"/>
                </a:solidFill>
                <a:latin typeface="Times New Roman" panose="02020603050405020304" pitchFamily="18" charset="0"/>
                <a:cs typeface="Times New Roman" panose="02020603050405020304" pitchFamily="18" charset="0"/>
              </a:rPr>
              <a:t>thực</a:t>
            </a:r>
            <a:r>
              <a:rPr lang="en-US" sz="3599" b="1" dirty="0">
                <a:solidFill>
                  <a:srgbClr val="000000"/>
                </a:solidFill>
                <a:latin typeface="Times New Roman" panose="02020603050405020304" pitchFamily="18" charset="0"/>
                <a:cs typeface="Times New Roman" panose="02020603050405020304" pitchFamily="18" charset="0"/>
              </a:rPr>
              <a:t> </a:t>
            </a:r>
            <a:r>
              <a:rPr lang="en-US" sz="3599" b="1" dirty="0" err="1">
                <a:solidFill>
                  <a:srgbClr val="000000"/>
                </a:solidFill>
                <a:latin typeface="Times New Roman" panose="02020603050405020304" pitchFamily="18" charset="0"/>
                <a:cs typeface="Times New Roman" panose="02020603050405020304" pitchFamily="18" charset="0"/>
              </a:rPr>
              <a:t>hiện</a:t>
            </a:r>
            <a:r>
              <a:rPr lang="en-US" sz="3599" b="1" dirty="0">
                <a:solidFill>
                  <a:srgbClr val="000000"/>
                </a:solidFill>
                <a:latin typeface="Times New Roman" panose="02020603050405020304" pitchFamily="18" charset="0"/>
                <a:cs typeface="Times New Roman" panose="02020603050405020304" pitchFamily="18" charset="0"/>
              </a:rPr>
              <a:t>: </a:t>
            </a:r>
            <a:r>
              <a:rPr lang="en-US" sz="3599" b="1" dirty="0" err="1">
                <a:solidFill>
                  <a:srgbClr val="000000"/>
                </a:solidFill>
                <a:latin typeface="Times New Roman" panose="02020603050405020304" pitchFamily="18" charset="0"/>
                <a:cs typeface="Times New Roman" panose="02020603050405020304" pitchFamily="18" charset="0"/>
              </a:rPr>
              <a:t>Trần</a:t>
            </a:r>
            <a:r>
              <a:rPr lang="en-US" sz="3599" b="1" dirty="0">
                <a:solidFill>
                  <a:srgbClr val="000000"/>
                </a:solidFill>
                <a:latin typeface="Times New Roman" panose="02020603050405020304" pitchFamily="18" charset="0"/>
                <a:cs typeface="Times New Roman" panose="02020603050405020304" pitchFamily="18" charset="0"/>
              </a:rPr>
              <a:t> Nguyễn Minh Hùng</a:t>
            </a:r>
          </a:p>
        </p:txBody>
      </p:sp>
      <p:grpSp>
        <p:nvGrpSpPr>
          <p:cNvPr id="19" name="Group 18">
            <a:extLst>
              <a:ext uri="{FF2B5EF4-FFF2-40B4-BE49-F238E27FC236}">
                <a16:creationId xmlns:a16="http://schemas.microsoft.com/office/drawing/2014/main" id="{9AC026B8-677F-828F-54F9-2B7AE7CA320E}"/>
              </a:ext>
            </a:extLst>
          </p:cNvPr>
          <p:cNvGrpSpPr/>
          <p:nvPr/>
        </p:nvGrpSpPr>
        <p:grpSpPr>
          <a:xfrm>
            <a:off x="0" y="0"/>
            <a:ext cx="18360000" cy="1188944"/>
            <a:chOff x="0" y="0"/>
            <a:chExt cx="18360000" cy="1188944"/>
          </a:xfrm>
        </p:grpSpPr>
        <p:sp>
          <p:nvSpPr>
            <p:cNvPr id="13" name="Rectangle 12">
              <a:extLst>
                <a:ext uri="{FF2B5EF4-FFF2-40B4-BE49-F238E27FC236}">
                  <a16:creationId xmlns:a16="http://schemas.microsoft.com/office/drawing/2014/main" id="{40E157B3-79BE-CADE-2A1A-934B4B661136}"/>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4" name="Rectangle 13">
              <a:extLst>
                <a:ext uri="{FF2B5EF4-FFF2-40B4-BE49-F238E27FC236}">
                  <a16:creationId xmlns:a16="http://schemas.microsoft.com/office/drawing/2014/main" id="{BB2067ED-8EB6-6E59-BC8A-981A145183E5}"/>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5" name="Rectangle 14">
              <a:extLst>
                <a:ext uri="{FF2B5EF4-FFF2-40B4-BE49-F238E27FC236}">
                  <a16:creationId xmlns:a16="http://schemas.microsoft.com/office/drawing/2014/main" id="{E9A8BD6B-80AC-6108-63DA-D5ED9E2482AA}"/>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8" name="Rectangle 17">
              <a:extLst>
                <a:ext uri="{FF2B5EF4-FFF2-40B4-BE49-F238E27FC236}">
                  <a16:creationId xmlns:a16="http://schemas.microsoft.com/office/drawing/2014/main" id="{66889627-AFDA-98BB-8B57-AFDD3F2C33F4}"/>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21" name="TextBox 20">
            <a:extLst>
              <a:ext uri="{FF2B5EF4-FFF2-40B4-BE49-F238E27FC236}">
                <a16:creationId xmlns:a16="http://schemas.microsoft.com/office/drawing/2014/main" id="{8AFAD781-582D-449C-9751-1ED260F49D7F}"/>
              </a:ext>
            </a:extLst>
          </p:cNvPr>
          <p:cNvSpPr txBox="1"/>
          <p:nvPr/>
        </p:nvSpPr>
        <p:spPr>
          <a:xfrm>
            <a:off x="-6525603"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16" name="Picture 15">
            <a:extLst>
              <a:ext uri="{FF2B5EF4-FFF2-40B4-BE49-F238E27FC236}">
                <a16:creationId xmlns:a16="http://schemas.microsoft.com/office/drawing/2014/main" id="{EF45DABB-56D2-4982-9B57-CC079A65619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79710" y="0"/>
            <a:ext cx="954107" cy="954107"/>
          </a:xfrm>
          <a:prstGeom prst="rect">
            <a:avLst/>
          </a:prstGeom>
        </p:spPr>
      </p:pic>
      <p:sp>
        <p:nvSpPr>
          <p:cNvPr id="17" name="Oval 16">
            <a:extLst>
              <a:ext uri="{FF2B5EF4-FFF2-40B4-BE49-F238E27FC236}">
                <a16:creationId xmlns:a16="http://schemas.microsoft.com/office/drawing/2014/main" id="{ECC93351-1136-41B5-841F-DFE45CC136C8}"/>
              </a:ext>
            </a:extLst>
          </p:cNvPr>
          <p:cNvSpPr/>
          <p:nvPr/>
        </p:nvSpPr>
        <p:spPr>
          <a:xfrm>
            <a:off x="18443316" y="-4821"/>
            <a:ext cx="954107" cy="957984"/>
          </a:xfrm>
          <a:prstGeom prst="ellipse">
            <a:avLst/>
          </a:prstGeom>
          <a:blipFill dpi="0" rotWithShape="1">
            <a:blip r:embed="rId4"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23" name="Rectangle 22">
            <a:extLst>
              <a:ext uri="{FF2B5EF4-FFF2-40B4-BE49-F238E27FC236}">
                <a16:creationId xmlns:a16="http://schemas.microsoft.com/office/drawing/2014/main" id="{77374624-9379-7BB0-3E57-C6FD8F6A020F}"/>
              </a:ext>
            </a:extLst>
          </p:cNvPr>
          <p:cNvSpPr/>
          <p:nvPr/>
        </p:nvSpPr>
        <p:spPr>
          <a:xfrm>
            <a:off x="-3810000" y="1186006"/>
            <a:ext cx="3810000" cy="1213966"/>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15289458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withEffect">
                                  <p:stCondLst>
                                    <p:cond delay="0"/>
                                  </p:stCondLst>
                                  <p:childTnLst>
                                    <p:animMotion origin="layout" path="M 0.03455 -0.01343 L 0.88455 -0.00895 L 0.88455 -0.00911 " pathEditMode="relative" rAng="0" ptsTypes="AAA">
                                      <p:cBhvr>
                                        <p:cTn id="6" dur="1000" fill="hold"/>
                                        <p:tgtEl>
                                          <p:spTgt spid="3"/>
                                        </p:tgtEl>
                                        <p:attrNameLst>
                                          <p:attrName>ppt_x</p:attrName>
                                          <p:attrName>ppt_y</p:attrName>
                                        </p:attrNameLst>
                                      </p:cBhvr>
                                      <p:rCtr x="42500" y="216"/>
                                    </p:animMotion>
                                  </p:childTnLst>
                                </p:cTn>
                              </p:par>
                              <p:par>
                                <p:cTn id="7" presetID="0" presetClass="path" presetSubtype="0" accel="50000" decel="50000" fill="hold" grpId="0" nodeType="withEffect">
                                  <p:stCondLst>
                                    <p:cond delay="0"/>
                                  </p:stCondLst>
                                  <p:childTnLst>
                                    <p:animMotion origin="layout" path="M -0.00417 0.00216 L -0.34288 0.00216 L -0.34132 0.00216 " pathEditMode="relative" rAng="0" ptsTypes="AAA">
                                      <p:cBhvr>
                                        <p:cTn id="8" dur="1000" fill="hold"/>
                                        <p:tgtEl>
                                          <p:spTgt spid="17"/>
                                        </p:tgtEl>
                                        <p:attrNameLst>
                                          <p:attrName>ppt_x</p:attrName>
                                          <p:attrName>ppt_y</p:attrName>
                                        </p:attrNameLst>
                                      </p:cBhvr>
                                      <p:rCtr x="-16936" y="0"/>
                                    </p:animMotion>
                                  </p:childTnLst>
                                </p:cTn>
                              </p:par>
                              <p:par>
                                <p:cTn id="9" presetID="0" presetClass="path" presetSubtype="0" accel="50000" decel="50000" fill="hold" grpId="0" nodeType="withEffect">
                                  <p:stCondLst>
                                    <p:cond delay="0"/>
                                  </p:stCondLst>
                                  <p:childTnLst>
                                    <p:animMotion origin="layout" path="M -3.33333E-6 -2.22222E-6 L -0.57709 -0.00447 " pathEditMode="relative" rAng="0" ptsTypes="AA">
                                      <p:cBhvr>
                                        <p:cTn id="10" dur="1000" fill="hold"/>
                                        <p:tgtEl>
                                          <p:spTgt spid="28"/>
                                        </p:tgtEl>
                                        <p:attrNameLst>
                                          <p:attrName>ppt_x</p:attrName>
                                          <p:attrName>ppt_y</p:attrName>
                                        </p:attrNameLst>
                                      </p:cBhvr>
                                      <p:rCtr x="-28750" y="-355"/>
                                    </p:animMotion>
                                  </p:childTnLst>
                                </p:cTn>
                              </p:par>
                              <p:par>
                                <p:cTn id="11" presetID="0" presetClass="path" presetSubtype="0" accel="50000" decel="50000" fill="hold" grpId="0" nodeType="withEffect">
                                  <p:stCondLst>
                                    <p:cond delay="0"/>
                                  </p:stCondLst>
                                  <p:childTnLst>
                                    <p:animMotion origin="layout" path="M -3.88889E-6 -0.00633 L 0.68299 -0.00201 L 0.68299 -0.00185 " pathEditMode="relative" rAng="0" ptsTypes="AAA">
                                      <p:cBhvr>
                                        <p:cTn id="12" dur="1000" fill="hold"/>
                                        <p:tgtEl>
                                          <p:spTgt spid="21"/>
                                        </p:tgtEl>
                                        <p:attrNameLst>
                                          <p:attrName>ppt_x</p:attrName>
                                          <p:attrName>ppt_y</p:attrName>
                                        </p:attrNameLst>
                                      </p:cBhvr>
                                      <p:rCtr x="34149" y="216"/>
                                    </p:animMotion>
                                  </p:childTnLst>
                                </p:cTn>
                              </p:par>
                              <p:par>
                                <p:cTn id="13" presetID="0" presetClass="path" presetSubtype="0" accel="50000" decel="50000" fill="hold" nodeType="withEffect">
                                  <p:stCondLst>
                                    <p:cond delay="0"/>
                                  </p:stCondLst>
                                  <p:childTnLst>
                                    <p:animMotion origin="layout" path="M -0.0046 -0.00263 L 0.68247 0.00169 L 0.68247 0.00185 " pathEditMode="relative" rAng="0" ptsTypes="AAA">
                                      <p:cBhvr>
                                        <p:cTn id="14" dur="1000" fill="hold"/>
                                        <p:tgtEl>
                                          <p:spTgt spid="16"/>
                                        </p:tgtEl>
                                        <p:attrNameLst>
                                          <p:attrName>ppt_x</p:attrName>
                                          <p:attrName>ppt_y</p:attrName>
                                        </p:attrNameLst>
                                      </p:cBhvr>
                                      <p:rCtr x="34358" y="21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8" grpId="0"/>
      <p:bldP spid="21" grpId="0"/>
      <p:bldP spid="1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55487-134B-EB0B-1C14-F0052CAA6A30}"/>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CBA7EBCD-4D83-67C1-05BF-8561BE1CBE50}"/>
              </a:ext>
            </a:extLst>
          </p:cNvPr>
          <p:cNvSpPr/>
          <p:nvPr/>
        </p:nvSpPr>
        <p:spPr>
          <a:xfrm>
            <a:off x="0" y="1186334"/>
            <a:ext cx="3810000" cy="1213966"/>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nvGrpSpPr>
          <p:cNvPr id="19" name="Group 18">
            <a:extLst>
              <a:ext uri="{FF2B5EF4-FFF2-40B4-BE49-F238E27FC236}">
                <a16:creationId xmlns:a16="http://schemas.microsoft.com/office/drawing/2014/main" id="{ABF5D183-73BD-2851-C291-6CC318FD43D2}"/>
              </a:ext>
            </a:extLst>
          </p:cNvPr>
          <p:cNvGrpSpPr/>
          <p:nvPr/>
        </p:nvGrpSpPr>
        <p:grpSpPr>
          <a:xfrm>
            <a:off x="0" y="0"/>
            <a:ext cx="18360000" cy="1188944"/>
            <a:chOff x="0" y="0"/>
            <a:chExt cx="18360000" cy="1188944"/>
          </a:xfrm>
        </p:grpSpPr>
        <p:sp>
          <p:nvSpPr>
            <p:cNvPr id="13" name="Rectangle 12">
              <a:extLst>
                <a:ext uri="{FF2B5EF4-FFF2-40B4-BE49-F238E27FC236}">
                  <a16:creationId xmlns:a16="http://schemas.microsoft.com/office/drawing/2014/main" id="{61096093-5EDC-701F-596A-6D6CEDF56488}"/>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4" name="Rectangle 13">
              <a:extLst>
                <a:ext uri="{FF2B5EF4-FFF2-40B4-BE49-F238E27FC236}">
                  <a16:creationId xmlns:a16="http://schemas.microsoft.com/office/drawing/2014/main" id="{02A2FECF-9505-EACB-BA00-3ADFF46DAB54}"/>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5" name="Rectangle 14">
              <a:extLst>
                <a:ext uri="{FF2B5EF4-FFF2-40B4-BE49-F238E27FC236}">
                  <a16:creationId xmlns:a16="http://schemas.microsoft.com/office/drawing/2014/main" id="{9B732BCE-0019-61E6-55A9-1EDA2325C931}"/>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8" name="Rectangle 17">
              <a:extLst>
                <a:ext uri="{FF2B5EF4-FFF2-40B4-BE49-F238E27FC236}">
                  <a16:creationId xmlns:a16="http://schemas.microsoft.com/office/drawing/2014/main" id="{A5930DC3-018D-0A70-A2F3-1B1795F93931}"/>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10" name="Oval 9">
            <a:extLst>
              <a:ext uri="{FF2B5EF4-FFF2-40B4-BE49-F238E27FC236}">
                <a16:creationId xmlns:a16="http://schemas.microsoft.com/office/drawing/2014/main" id="{44323E8B-550C-3898-5082-3B6F99926E32}"/>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2" name="TextBox 1">
            <a:extLst>
              <a:ext uri="{FF2B5EF4-FFF2-40B4-BE49-F238E27FC236}">
                <a16:creationId xmlns:a16="http://schemas.microsoft.com/office/drawing/2014/main" id="{C0A41488-65F7-A942-2441-A8D660BAD276}"/>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4" name="Picture 3">
            <a:extLst>
              <a:ext uri="{FF2B5EF4-FFF2-40B4-BE49-F238E27FC236}">
                <a16:creationId xmlns:a16="http://schemas.microsoft.com/office/drawing/2014/main" id="{AAA28652-0430-24C4-AC24-71783F02AD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37" name="Rectangle 36">
            <a:extLst>
              <a:ext uri="{FF2B5EF4-FFF2-40B4-BE49-F238E27FC236}">
                <a16:creationId xmlns:a16="http://schemas.microsoft.com/office/drawing/2014/main" id="{BAC49CAF-BFCF-A585-E719-55357143B2B8}"/>
              </a:ext>
            </a:extLst>
          </p:cNvPr>
          <p:cNvSpPr/>
          <p:nvPr/>
        </p:nvSpPr>
        <p:spPr>
          <a:xfrm>
            <a:off x="3810000" y="2400300"/>
            <a:ext cx="14478000" cy="7878236"/>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5" name="Rectangle: Rounded Corners 34">
            <a:extLst>
              <a:ext uri="{FF2B5EF4-FFF2-40B4-BE49-F238E27FC236}">
                <a16:creationId xmlns:a16="http://schemas.microsoft.com/office/drawing/2014/main" id="{426BDC8E-EFA9-9D35-56DA-C03BB715C951}"/>
              </a:ext>
            </a:extLst>
          </p:cNvPr>
          <p:cNvSpPr/>
          <p:nvPr/>
        </p:nvSpPr>
        <p:spPr>
          <a:xfrm>
            <a:off x="135604" y="1238793"/>
            <a:ext cx="35052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TextBox 4">
            <a:extLst>
              <a:ext uri="{FF2B5EF4-FFF2-40B4-BE49-F238E27FC236}">
                <a16:creationId xmlns:a16="http://schemas.microsoft.com/office/drawing/2014/main" id="{FF6F89F3-CA9F-4A4B-BF5E-9C7CAA481DB1}"/>
              </a:ext>
            </a:extLst>
          </p:cNvPr>
          <p:cNvSpPr txBox="1"/>
          <p:nvPr/>
        </p:nvSpPr>
        <p:spPr>
          <a:xfrm>
            <a:off x="288004" y="1325218"/>
            <a:ext cx="3200400" cy="830997"/>
          </a:xfrm>
          <a:prstGeom prst="rect">
            <a:avLst/>
          </a:prstGeom>
          <a:noFill/>
          <a:ln>
            <a:noFill/>
          </a:ln>
        </p:spPr>
        <p:txBody>
          <a:bodyPr wrap="square" rtlCol="0">
            <a:spAutoFit/>
          </a:bodyPr>
          <a:lstStyle/>
          <a:p>
            <a:r>
              <a:rPr lang="en-US" sz="4800" dirty="0">
                <a:solidFill>
                  <a:schemeClr val="bg1"/>
                </a:solidFill>
                <a:latin typeface="Times New Roman" panose="02020603050405020304" pitchFamily="18" charset="0"/>
                <a:cs typeface="Times New Roman" panose="02020603050405020304" pitchFamily="18" charset="0"/>
              </a:rPr>
              <a:t>NỘI DUNG</a:t>
            </a:r>
          </a:p>
        </p:txBody>
      </p:sp>
      <p:sp>
        <p:nvSpPr>
          <p:cNvPr id="6" name="TextBox 5">
            <a:extLst>
              <a:ext uri="{FF2B5EF4-FFF2-40B4-BE49-F238E27FC236}">
                <a16:creationId xmlns:a16="http://schemas.microsoft.com/office/drawing/2014/main" id="{D18A09A1-4DA2-45F5-9982-63A32F0E5FFF}"/>
              </a:ext>
            </a:extLst>
          </p:cNvPr>
          <p:cNvSpPr txBox="1"/>
          <p:nvPr/>
        </p:nvSpPr>
        <p:spPr>
          <a:xfrm>
            <a:off x="3810000" y="2412254"/>
            <a:ext cx="14097000" cy="5603930"/>
          </a:xfrm>
          <a:prstGeom prst="rect">
            <a:avLst/>
          </a:prstGeom>
          <a:noFill/>
          <a:ln>
            <a:noFill/>
          </a:ln>
        </p:spPr>
        <p:txBody>
          <a:bodyPr wrap="square" rtlCol="0">
            <a:spAutoFit/>
          </a:bodyPr>
          <a:lstStyle/>
          <a:p>
            <a:pPr marL="742950" indent="-742950">
              <a:lnSpc>
                <a:spcPct val="200000"/>
              </a:lnSpc>
              <a:buAutoNum type="arabicPeriod"/>
            </a:pPr>
            <a:r>
              <a:rPr lang="en-US" sz="3600">
                <a:latin typeface="Times New Roman" panose="02020603050405020304" pitchFamily="18" charset="0"/>
                <a:cs typeface="Times New Roman" panose="02020603050405020304" pitchFamily="18" charset="0"/>
              </a:rPr>
              <a:t>GIỚI THIỆU</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TÌNH HÌNH NGHIÊN CỨU TRONG VÀ NGOÀI NƯỚC</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NỘI DUNG VÀ PHƯƠNG PHÁP NGHIÊN CỨU</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KẾT QUẢ VÀ THẢO LUẬN</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KẾT LUẬN VÀ ĐỀ NGHỊ</a:t>
            </a:r>
          </a:p>
        </p:txBody>
      </p:sp>
    </p:spTree>
    <p:extLst>
      <p:ext uri="{BB962C8B-B14F-4D97-AF65-F5344CB8AC3E}">
        <p14:creationId xmlns:p14="http://schemas.microsoft.com/office/powerpoint/2010/main" val="295677561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 calcmode="lin" valueType="num">
                                      <p:cBhvr additive="base">
                                        <p:cTn id="11" dur="5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6">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 calcmode="lin" valueType="num">
                                      <p:cBhvr additive="base">
                                        <p:cTn id="15" dur="500" fill="hold"/>
                                        <p:tgtEl>
                                          <p:spTgt spid="6">
                                            <p:txEl>
                                              <p:pRg st="1" end="1"/>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6">
                                            <p:txEl>
                                              <p:pRg st="1" end="1"/>
                                            </p:txEl>
                                          </p:spTgt>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anim calcmode="lin" valueType="num">
                                      <p:cBhvr additive="base">
                                        <p:cTn id="23" dur="500" fill="hold"/>
                                        <p:tgtEl>
                                          <p:spTgt spid="6">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6">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 calcmode="lin" valueType="num">
                                      <p:cBhvr additive="base">
                                        <p:cTn id="27" dur="500" fill="hold"/>
                                        <p:tgtEl>
                                          <p:spTgt spid="6">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6">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A4EBF-848B-CD35-E5FF-5AD78B3C7B85}"/>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7FE78BE5-793B-45C5-0CA5-AD04DFE5D070}"/>
              </a:ext>
            </a:extLst>
          </p:cNvPr>
          <p:cNvSpPr/>
          <p:nvPr/>
        </p:nvSpPr>
        <p:spPr>
          <a:xfrm>
            <a:off x="3810000" y="2400300"/>
            <a:ext cx="14478000" cy="7878236"/>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1" name="Rectangle 20">
            <a:extLst>
              <a:ext uri="{FF2B5EF4-FFF2-40B4-BE49-F238E27FC236}">
                <a16:creationId xmlns:a16="http://schemas.microsoft.com/office/drawing/2014/main" id="{5A091E8C-3173-D917-1610-9FB9936AAA0C}"/>
              </a:ext>
            </a:extLst>
          </p:cNvPr>
          <p:cNvSpPr/>
          <p:nvPr/>
        </p:nvSpPr>
        <p:spPr>
          <a:xfrm>
            <a:off x="0" y="1186334"/>
            <a:ext cx="3810000" cy="1213966"/>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3" name="Rectangle: Rounded Corners 22">
            <a:extLst>
              <a:ext uri="{FF2B5EF4-FFF2-40B4-BE49-F238E27FC236}">
                <a16:creationId xmlns:a16="http://schemas.microsoft.com/office/drawing/2014/main" id="{413C754D-30D3-46D4-EB09-E7C8403FD862}"/>
              </a:ext>
            </a:extLst>
          </p:cNvPr>
          <p:cNvSpPr/>
          <p:nvPr/>
        </p:nvSpPr>
        <p:spPr>
          <a:xfrm>
            <a:off x="3886200" y="2622850"/>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4" name="TextBox 23">
            <a:extLst>
              <a:ext uri="{FF2B5EF4-FFF2-40B4-BE49-F238E27FC236}">
                <a16:creationId xmlns:a16="http://schemas.microsoft.com/office/drawing/2014/main" id="{B4DB90ED-8C6D-FD06-E956-EFB7BA508E1E}"/>
              </a:ext>
            </a:extLst>
          </p:cNvPr>
          <p:cNvSpPr txBox="1"/>
          <p:nvPr/>
        </p:nvSpPr>
        <p:spPr>
          <a:xfrm>
            <a:off x="288004" y="1325218"/>
            <a:ext cx="3217196"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NỘI DUNG</a:t>
            </a:r>
          </a:p>
        </p:txBody>
      </p:sp>
      <p:sp>
        <p:nvSpPr>
          <p:cNvPr id="26" name="TextBox 25">
            <a:extLst>
              <a:ext uri="{FF2B5EF4-FFF2-40B4-BE49-F238E27FC236}">
                <a16:creationId xmlns:a16="http://schemas.microsoft.com/office/drawing/2014/main" id="{5B53F9EA-2C2E-1BD0-DC34-570B76CAD037}"/>
              </a:ext>
            </a:extLst>
          </p:cNvPr>
          <p:cNvSpPr txBox="1"/>
          <p:nvPr/>
        </p:nvSpPr>
        <p:spPr>
          <a:xfrm>
            <a:off x="3810000" y="2412254"/>
            <a:ext cx="11734800" cy="5603930"/>
          </a:xfrm>
          <a:prstGeom prst="rect">
            <a:avLst/>
          </a:prstGeom>
          <a:noFill/>
          <a:ln>
            <a:noFill/>
          </a:ln>
        </p:spPr>
        <p:txBody>
          <a:bodyPr wrap="square" rtlCol="0">
            <a:spAutoFit/>
          </a:bodyPr>
          <a:lstStyle/>
          <a:p>
            <a:pPr marL="742950" indent="-742950">
              <a:lnSpc>
                <a:spcPct val="200000"/>
              </a:lnSpc>
              <a:buAutoNum type="arabicPeriod"/>
            </a:pPr>
            <a:r>
              <a:rPr lang="en-US" sz="3600">
                <a:solidFill>
                  <a:schemeClr val="bg1"/>
                </a:solidFill>
                <a:latin typeface="Times New Roman" panose="02020603050405020304" pitchFamily="18" charset="0"/>
                <a:cs typeface="Times New Roman" panose="02020603050405020304" pitchFamily="18" charset="0"/>
              </a:rPr>
              <a:t>GIỚI THIỆU</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TÌNH HÌNH NGHIÊN CỨU TRONG VÀ NGOÀI NƯỚC</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NỘI DUNG VÀ PHƯƠNG PHÁP NGHIÊN CỨU</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KẾT QUẢ VÀ THẢO LUẬN</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KẾT LUẬN VÀ ĐỀ NGHỊ</a:t>
            </a:r>
          </a:p>
        </p:txBody>
      </p:sp>
      <p:grpSp>
        <p:nvGrpSpPr>
          <p:cNvPr id="27" name="Group 26">
            <a:extLst>
              <a:ext uri="{FF2B5EF4-FFF2-40B4-BE49-F238E27FC236}">
                <a16:creationId xmlns:a16="http://schemas.microsoft.com/office/drawing/2014/main" id="{9D7CC3CA-F995-37F3-51ED-0070158491DD}"/>
              </a:ext>
            </a:extLst>
          </p:cNvPr>
          <p:cNvGrpSpPr/>
          <p:nvPr/>
        </p:nvGrpSpPr>
        <p:grpSpPr>
          <a:xfrm>
            <a:off x="0" y="0"/>
            <a:ext cx="18360000" cy="1188944"/>
            <a:chOff x="0" y="0"/>
            <a:chExt cx="18360000" cy="1188944"/>
          </a:xfrm>
        </p:grpSpPr>
        <p:sp>
          <p:nvSpPr>
            <p:cNvPr id="28" name="Rectangle 27">
              <a:extLst>
                <a:ext uri="{FF2B5EF4-FFF2-40B4-BE49-F238E27FC236}">
                  <a16:creationId xmlns:a16="http://schemas.microsoft.com/office/drawing/2014/main" id="{64DD3133-F0FA-0C5C-5571-3D9B11C5D9BB}"/>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9" name="Rectangle 28">
              <a:extLst>
                <a:ext uri="{FF2B5EF4-FFF2-40B4-BE49-F238E27FC236}">
                  <a16:creationId xmlns:a16="http://schemas.microsoft.com/office/drawing/2014/main" id="{FCB8A6D4-71B1-62F5-F972-106057A72311}"/>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0" name="Rectangle 29">
              <a:extLst>
                <a:ext uri="{FF2B5EF4-FFF2-40B4-BE49-F238E27FC236}">
                  <a16:creationId xmlns:a16="http://schemas.microsoft.com/office/drawing/2014/main" id="{2DEA7CC2-BD02-F1DA-59BC-52BB7EC3455D}"/>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 name="Rectangle 30">
              <a:extLst>
                <a:ext uri="{FF2B5EF4-FFF2-40B4-BE49-F238E27FC236}">
                  <a16:creationId xmlns:a16="http://schemas.microsoft.com/office/drawing/2014/main" id="{56968A94-A7C4-2297-5495-B20CC1C458BD}"/>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32" name="Oval 31">
            <a:extLst>
              <a:ext uri="{FF2B5EF4-FFF2-40B4-BE49-F238E27FC236}">
                <a16:creationId xmlns:a16="http://schemas.microsoft.com/office/drawing/2014/main" id="{49EC31AE-24E0-00A1-BB5E-357782ABA6AA}"/>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33" name="TextBox 32">
            <a:extLst>
              <a:ext uri="{FF2B5EF4-FFF2-40B4-BE49-F238E27FC236}">
                <a16:creationId xmlns:a16="http://schemas.microsoft.com/office/drawing/2014/main" id="{57E20473-0DB9-A9B6-E0EE-CBE244DF197B}"/>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34" name="Picture 33">
            <a:extLst>
              <a:ext uri="{FF2B5EF4-FFF2-40B4-BE49-F238E27FC236}">
                <a16:creationId xmlns:a16="http://schemas.microsoft.com/office/drawing/2014/main" id="{263C9D12-FA8F-D809-139E-3F13D1018DA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Tree>
    <p:extLst>
      <p:ext uri="{BB962C8B-B14F-4D97-AF65-F5344CB8AC3E}">
        <p14:creationId xmlns:p14="http://schemas.microsoft.com/office/powerpoint/2010/main" val="6347487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B1181D8B-A9BA-FDE1-9E5B-6F7F099D7C84}"/>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F72F0ED0-3633-4CA8-BFCB-D2F4063A6794}"/>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CF845C3E-1D8A-82E7-221C-7E3CF778C04A}"/>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D6E342A1-914A-4169-B59E-75A853E491F8}"/>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D6C1A25-E1C9-47AA-B661-4754C6B2B62A}"/>
              </a:ext>
            </a:extLst>
          </p:cNvPr>
          <p:cNvSpPr txBox="1"/>
          <p:nvPr/>
        </p:nvSpPr>
        <p:spPr>
          <a:xfrm>
            <a:off x="762000" y="5697319"/>
            <a:ext cx="2286000" cy="646331"/>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 Đặt vấn đề</a:t>
            </a:r>
          </a:p>
        </p:txBody>
      </p:sp>
      <p:sp>
        <p:nvSpPr>
          <p:cNvPr id="18" name="TextBox 17">
            <a:extLst>
              <a:ext uri="{FF2B5EF4-FFF2-40B4-BE49-F238E27FC236}">
                <a16:creationId xmlns:a16="http://schemas.microsoft.com/office/drawing/2014/main" id="{D856F9AC-8221-498D-BA62-7BE8C782B142}"/>
              </a:ext>
            </a:extLst>
          </p:cNvPr>
          <p:cNvSpPr txBox="1"/>
          <p:nvPr/>
        </p:nvSpPr>
        <p:spPr>
          <a:xfrm>
            <a:off x="3810000" y="2453830"/>
            <a:ext cx="14249400" cy="5851602"/>
          </a:xfrm>
          <a:prstGeom prst="rect">
            <a:avLst/>
          </a:prstGeom>
          <a:noFill/>
        </p:spPr>
        <p:txBody>
          <a:bodyPr wrap="square" rtlCol="0">
            <a:spAutoFit/>
          </a:bodyPr>
          <a:lstStyle/>
          <a:p>
            <a:pPr marL="457200" indent="-457200">
              <a:lnSpc>
                <a:spcPct val="200000"/>
              </a:lnSpc>
              <a:buFont typeface="Arial" panose="020B0604020202020204" pitchFamily="34" charset="0"/>
              <a:buChar char="•"/>
            </a:pPr>
            <a:r>
              <a:rPr lang="vi-VN" sz="3200" dirty="0">
                <a:latin typeface="+mj-lt"/>
              </a:rPr>
              <a:t>Kinh tế số phát triển kéo theo nhu cầu chăm sóc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làm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đẹp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điều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trị</a:t>
            </a:r>
            <a:r>
              <a:rPr lang="en-US" sz="3200" dirty="0">
                <a:latin typeface="+mj-lt"/>
              </a:rPr>
              <a:t> </a:t>
            </a:r>
            <a:r>
              <a:rPr lang="vi-VN" sz="3200" dirty="0">
                <a:latin typeface="+mj-lt"/>
              </a:rPr>
              <a:t>cho thú cưng tăng mạnh.</a:t>
            </a:r>
            <a:endParaRPr lang="en-US" sz="3200" dirty="0">
              <a:latin typeface="+mj-lt"/>
            </a:endParaRPr>
          </a:p>
          <a:p>
            <a:pPr marL="457200" indent="-457200">
              <a:lnSpc>
                <a:spcPct val="200000"/>
              </a:lnSpc>
              <a:buFont typeface="Arial" panose="020B0604020202020204" pitchFamily="34" charset="0"/>
              <a:buChar char="•"/>
            </a:pPr>
            <a:r>
              <a:rPr lang="en-US" sz="3200" dirty="0" err="1">
                <a:latin typeface="Times New Roman" panose="02020603050405020304" pitchFamily="18" charset="0"/>
                <a:cs typeface="Times New Roman" panose="02020603050405020304" pitchFamily="18" charset="0"/>
              </a:rPr>
              <a:t>Nhiều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phòng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khám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vẫn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đang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vận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hành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thủ</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công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thiếu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tính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đồng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bộ</a:t>
            </a:r>
            <a:endParaRPr lang="en-US" sz="3200" dirty="0">
              <a:latin typeface="Times New Roman" panose="02020603050405020304" pitchFamily="18" charset="0"/>
              <a:cs typeface="Times New Roman" panose="02020603050405020304" pitchFamily="18" charset="0"/>
            </a:endParaRPr>
          </a:p>
          <a:p>
            <a:pPr marL="457200" indent="-457200" algn="l">
              <a:lnSpc>
                <a:spcPct val="200000"/>
              </a:lnSpc>
              <a:buFont typeface="Arial" panose="020B0604020202020204" pitchFamily="34" charset="0"/>
              <a:buChar char="•"/>
            </a:pPr>
            <a:r>
              <a:rPr lang="en-US" sz="3200" dirty="0" err="1">
                <a:latin typeface="Times New Roman" panose="02020603050405020304" pitchFamily="18" charset="0"/>
                <a:cs typeface="Times New Roman" panose="02020603050405020304" pitchFamily="18" charset="0"/>
              </a:rPr>
              <a:t>Khách</a:t>
            </a:r>
            <a:r>
              <a:rPr lang="en-US" sz="3200" dirty="0">
                <a:latin typeface="Times New Roman" panose="02020603050405020304" pitchFamily="18" charset="0"/>
                <a:cs typeface="Times New Roman" panose="02020603050405020304" pitchFamily="18" charset="0"/>
              </a:rPr>
              <a:t> hang </a:t>
            </a:r>
            <a:r>
              <a:rPr lang="en-US" sz="3200" dirty="0" err="1">
                <a:latin typeface="Times New Roman" panose="02020603050405020304" pitchFamily="18" charset="0"/>
                <a:cs typeface="Times New Roman" panose="02020603050405020304" pitchFamily="18" charset="0"/>
              </a:rPr>
              <a:t>tốn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thời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gian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liên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hệ</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khó</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theo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dõi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dịch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vụ</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lịch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sử</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khám</a:t>
            </a:r>
            <a:endParaRPr lang="en-US" sz="3200" dirty="0">
              <a:latin typeface="Times New Roman" panose="02020603050405020304" pitchFamily="18" charset="0"/>
              <a:cs typeface="Times New Roman" panose="02020603050405020304" pitchFamily="18" charset="0"/>
            </a:endParaRPr>
          </a:p>
          <a:p>
            <a:pPr marL="457200" indent="-457200" algn="l">
              <a:lnSpc>
                <a:spcPct val="200000"/>
              </a:lnSpc>
              <a:buFont typeface="Arial" panose="020B0604020202020204" pitchFamily="34" charset="0"/>
              <a:buChar char="•"/>
            </a:pPr>
            <a:r>
              <a:rPr lang="en-US" sz="3200" dirty="0" err="1">
                <a:latin typeface="Times New Roman" panose="02020603050405020304" pitchFamily="18" charset="0"/>
                <a:cs typeface="Times New Roman" panose="02020603050405020304" pitchFamily="18" charset="0"/>
              </a:rPr>
              <a:t>Dẫn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đến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thiếu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sự</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liên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kết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trong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điều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phối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nhân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sự</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khó</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kiểm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soát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doanh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thu</a:t>
            </a:r>
            <a:endParaRPr lang="en-US" sz="3200" dirty="0">
              <a:latin typeface="Times New Roman" panose="02020603050405020304" pitchFamily="18" charset="0"/>
              <a:cs typeface="Times New Roman" panose="02020603050405020304" pitchFamily="18" charset="0"/>
            </a:endParaRPr>
          </a:p>
          <a:p>
            <a:pPr>
              <a:lnSpc>
                <a:spcPct val="200000"/>
              </a:lnSpc>
            </a:pPr>
            <a:r>
              <a:rPr lang="en-US" sz="3200" dirty="0">
                <a:latin typeface="Times New Roman" panose="02020603050405020304" pitchFamily="18" charset="0"/>
                <a:cs typeface="Times New Roman" panose="02020603050405020304" pitchFamily="18" charset="0"/>
              </a:rPr>
              <a:t>=&gt; </a:t>
            </a:r>
            <a:r>
              <a:rPr lang="en-US" sz="3200" dirty="0" err="1">
                <a:latin typeface="Times New Roman" panose="02020603050405020304" pitchFamily="18" charset="0"/>
                <a:cs typeface="Times New Roman" panose="02020603050405020304" pitchFamily="18" charset="0"/>
              </a:rPr>
              <a:t>Đề</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tài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Xây</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dựng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ứng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dụng</a:t>
            </a:r>
            <a:r>
              <a:rPr lang="en-US" sz="3200" dirty="0">
                <a:latin typeface="Times New Roman" panose="02020603050405020304" pitchFamily="18" charset="0"/>
                <a:cs typeface="Times New Roman" panose="02020603050405020304" pitchFamily="18" charset="0"/>
              </a:rPr>
              <a:t> web </a:t>
            </a:r>
            <a:r>
              <a:rPr lang="en-US" sz="3200" dirty="0" err="1">
                <a:latin typeface="Times New Roman" panose="02020603050405020304" pitchFamily="18" charset="0"/>
                <a:cs typeface="Times New Roman" panose="02020603050405020304" pitchFamily="18" charset="0"/>
              </a:rPr>
              <a:t>quản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lý</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phòng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khám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thú</a:t>
            </a:r>
            <a:r>
              <a:rPr lang="en-US" sz="3200" dirty="0">
                <a:latin typeface="Times New Roman" panose="02020603050405020304" pitchFamily="18" charset="0"/>
                <a:cs typeface="Times New Roman" panose="02020603050405020304" pitchFamily="18" charset="0"/>
              </a:rPr>
              <a:t> y”.</a:t>
            </a:r>
          </a:p>
        </p:txBody>
      </p:sp>
      <p:sp>
        <p:nvSpPr>
          <p:cNvPr id="16" name="TextBox 15">
            <a:extLst>
              <a:ext uri="{FF2B5EF4-FFF2-40B4-BE49-F238E27FC236}">
                <a16:creationId xmlns:a16="http://schemas.microsoft.com/office/drawing/2014/main" id="{6C6373B4-9F3A-197E-1C03-C2750DB2570F}"/>
              </a:ext>
            </a:extLst>
          </p:cNvPr>
          <p:cNvSpPr txBox="1"/>
          <p:nvPr/>
        </p:nvSpPr>
        <p:spPr>
          <a:xfrm>
            <a:off x="3858223" y="1463633"/>
            <a:ext cx="3321174"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1. GIỚI THIỆU</a:t>
            </a:r>
          </a:p>
        </p:txBody>
      </p:sp>
      <p:grpSp>
        <p:nvGrpSpPr>
          <p:cNvPr id="47" name="Group 46">
            <a:extLst>
              <a:ext uri="{FF2B5EF4-FFF2-40B4-BE49-F238E27FC236}">
                <a16:creationId xmlns:a16="http://schemas.microsoft.com/office/drawing/2014/main" id="{58562149-C21D-F280-50E1-FEE2B092765C}"/>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9477C0DD-BC58-73E7-4542-11449E1A6C51}"/>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C9481650-D3AA-CAED-76C6-8921E2DE847F}"/>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E7B8E238-8172-403E-8A9F-E37A8D05799F}"/>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7B7CEB0C-BAED-5BB0-0DDF-D530DBA421F5}"/>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DB235D1F-6BE1-5C40-AE4D-BEA063A58999}"/>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2C7E9D25-FA50-84F8-9CED-590B2D0B932E}"/>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CC226E53-0A1C-40C7-3C3F-A4EB2324D88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55" name="Rectangle 54">
            <a:extLst>
              <a:ext uri="{FF2B5EF4-FFF2-40B4-BE49-F238E27FC236}">
                <a16:creationId xmlns:a16="http://schemas.microsoft.com/office/drawing/2014/main" id="{A38F54F0-A809-7969-47EC-2A7496550F1A}"/>
              </a:ext>
            </a:extLst>
          </p:cNvPr>
          <p:cNvSpPr/>
          <p:nvPr/>
        </p:nvSpPr>
        <p:spPr>
          <a:xfrm>
            <a:off x="-19050" y="10287000"/>
            <a:ext cx="3810000" cy="5136005"/>
          </a:xfrm>
          <a:prstGeom prst="rect">
            <a:avLst/>
          </a:prstGeom>
          <a:solidFill>
            <a:srgbClr val="A3CC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371034727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 calcmode="lin" valueType="num">
                                      <p:cBhvr additive="base">
                                        <p:cTn id="11"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anim calcmode="lin" valueType="num">
                                      <p:cBhvr additive="base">
                                        <p:cTn id="15" dur="500" fill="hold"/>
                                        <p:tgtEl>
                                          <p:spTgt spid="18">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8">
                                            <p:txEl>
                                              <p:pRg st="2" end="2"/>
                                            </p:txEl>
                                          </p:spTgt>
                                        </p:tgtEl>
                                        <p:attrNameLst>
                                          <p:attrName>style.visibility</p:attrName>
                                        </p:attrNameLst>
                                      </p:cBhvr>
                                      <p:to>
                                        <p:strVal val="visible"/>
                                      </p:to>
                                    </p:set>
                                    <p:anim calcmode="lin" valueType="num">
                                      <p:cBhvr additive="base">
                                        <p:cTn id="19" dur="500" fill="hold"/>
                                        <p:tgtEl>
                                          <p:spTgt spid="1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8">
                                            <p:txEl>
                                              <p:pRg st="3" end="3"/>
                                            </p:txEl>
                                          </p:spTgt>
                                        </p:tgtEl>
                                        <p:attrNameLst>
                                          <p:attrName>style.visibility</p:attrName>
                                        </p:attrNameLst>
                                      </p:cBhvr>
                                      <p:to>
                                        <p:strVal val="visible"/>
                                      </p:to>
                                    </p:set>
                                    <p:anim calcmode="lin" valueType="num">
                                      <p:cBhvr additive="base">
                                        <p:cTn id="23" dur="500" fill="hold"/>
                                        <p:tgtEl>
                                          <p:spTgt spid="18">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 calcmode="lin" valueType="num">
                                      <p:cBhvr additive="base">
                                        <p:cTn id="27" dur="500" fill="hold"/>
                                        <p:tgtEl>
                                          <p:spTgt spid="18">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FB636-4512-4289-B916-84A204BF785E}"/>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76120C2E-FA40-440C-B4F4-15E188BEE433}"/>
              </a:ext>
            </a:extLst>
          </p:cNvPr>
          <p:cNvSpPr/>
          <p:nvPr/>
        </p:nvSpPr>
        <p:spPr>
          <a:xfrm>
            <a:off x="0" y="5150995"/>
            <a:ext cx="3810000" cy="5136005"/>
          </a:xfrm>
          <a:prstGeom prst="rect">
            <a:avLst/>
          </a:prstGeom>
          <a:solidFill>
            <a:srgbClr val="A3CC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8" name="Rectangle 47">
            <a:extLst>
              <a:ext uri="{FF2B5EF4-FFF2-40B4-BE49-F238E27FC236}">
                <a16:creationId xmlns:a16="http://schemas.microsoft.com/office/drawing/2014/main" id="{1852F6B0-7793-17B8-3D18-2F43867A4379}"/>
              </a:ext>
            </a:extLst>
          </p:cNvPr>
          <p:cNvSpPr/>
          <p:nvPr/>
        </p:nvSpPr>
        <p:spPr>
          <a:xfrm>
            <a:off x="0" y="2400299"/>
            <a:ext cx="3810000" cy="2749749"/>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TextBox 2">
            <a:extLst>
              <a:ext uri="{FF2B5EF4-FFF2-40B4-BE49-F238E27FC236}">
                <a16:creationId xmlns:a16="http://schemas.microsoft.com/office/drawing/2014/main" id="{3BA9A554-B603-48E9-FDCF-3FF6F085AD8F}"/>
              </a:ext>
            </a:extLst>
          </p:cNvPr>
          <p:cNvSpPr txBox="1"/>
          <p:nvPr/>
        </p:nvSpPr>
        <p:spPr>
          <a:xfrm>
            <a:off x="864705" y="3439900"/>
            <a:ext cx="1981201" cy="646331"/>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Mục đích</a:t>
            </a:r>
            <a:endParaRPr lang="en-US" sz="36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7E9D2AF-010B-CCC6-2C94-4EBD65BB3EA9}"/>
              </a:ext>
            </a:extLst>
          </p:cNvPr>
          <p:cNvSpPr txBox="1"/>
          <p:nvPr/>
        </p:nvSpPr>
        <p:spPr>
          <a:xfrm>
            <a:off x="864705" y="7401819"/>
            <a:ext cx="1752600" cy="646331"/>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Yêu cầu</a:t>
            </a:r>
            <a:endParaRPr lang="en-US" sz="3600" dirty="0">
              <a:latin typeface="Times New Roman" panose="02020603050405020304" pitchFamily="18" charset="0"/>
              <a:cs typeface="Times New Roman" panose="02020603050405020304" pitchFamily="18" charset="0"/>
            </a:endParaRPr>
          </a:p>
        </p:txBody>
      </p:sp>
      <p:sp>
        <p:nvSpPr>
          <p:cNvPr id="4" name="TextBox 10">
            <a:extLst>
              <a:ext uri="{FF2B5EF4-FFF2-40B4-BE49-F238E27FC236}">
                <a16:creationId xmlns:a16="http://schemas.microsoft.com/office/drawing/2014/main" id="{E87176E6-85B2-3657-D831-9DD5B18C056A}"/>
              </a:ext>
            </a:extLst>
          </p:cNvPr>
          <p:cNvSpPr txBox="1"/>
          <p:nvPr/>
        </p:nvSpPr>
        <p:spPr>
          <a:xfrm>
            <a:off x="3858223" y="2488700"/>
            <a:ext cx="14201178" cy="2496837"/>
          </a:xfrm>
          <a:prstGeom prst="rect">
            <a:avLst/>
          </a:prstGeom>
        </p:spPr>
        <p:txBody>
          <a:bodyPr wrap="square" lIns="0" tIns="0" rIns="0" bIns="0" rtlCol="0" anchor="t">
            <a:spAutoFit/>
          </a:bodyPr>
          <a:lstStyle/>
          <a:p>
            <a:pPr indent="457200" algn="just">
              <a:lnSpc>
                <a:spcPct val="130000"/>
              </a:lnSpc>
              <a:spcAft>
                <a:spcPts val="800"/>
              </a:spcAft>
            </a:pPr>
            <a:r>
              <a:rPr lang="vi-VN" sz="3200" dirty="0">
                <a:latin typeface="Times New Roman" panose="02020603050405020304" pitchFamily="18" charset="0"/>
                <a:ea typeface="Times New Roman" panose="02020603050405020304" pitchFamily="18" charset="0"/>
              </a:rPr>
              <a:t>Tiến hành nghiên cứu và</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vận</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dụng</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các</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công</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nghệ</a:t>
            </a:r>
            <a:r>
              <a:rPr lang="en-US" sz="3200" dirty="0">
                <a:latin typeface="Times New Roman" panose="02020603050405020304" pitchFamily="18" charset="0"/>
                <a:ea typeface="Times New Roman" panose="02020603050405020304" pitchFamily="18" charset="0"/>
              </a:rPr>
              <a:t> </a:t>
            </a:r>
            <a:r>
              <a:rPr lang="vi-VN" sz="3200" dirty="0">
                <a:latin typeface="Times New Roman" panose="02020603050405020304" pitchFamily="18" charset="0"/>
                <a:ea typeface="Times New Roman" panose="02020603050405020304" pitchFamily="18" charset="0"/>
              </a:rPr>
              <a:t>hiện đại</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để</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xây</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dựng</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một</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hệ</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thống</a:t>
            </a:r>
            <a:r>
              <a:rPr lang="en-US" sz="3200" dirty="0">
                <a:latin typeface="Times New Roman" panose="02020603050405020304" pitchFamily="18" charset="0"/>
                <a:ea typeface="Times New Roman" panose="02020603050405020304" pitchFamily="18" charset="0"/>
              </a:rPr>
              <a:t> web </a:t>
            </a:r>
            <a:r>
              <a:rPr lang="en-US" sz="3200" dirty="0" err="1">
                <a:latin typeface="Times New Roman" panose="02020603050405020304" pitchFamily="18" charset="0"/>
                <a:ea typeface="Times New Roman" panose="02020603050405020304" pitchFamily="18" charset="0"/>
              </a:rPr>
              <a:t>quản</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lý</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phòng</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khám</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thú</a:t>
            </a:r>
            <a:r>
              <a:rPr lang="en-US" sz="3200" dirty="0">
                <a:latin typeface="Times New Roman" panose="02020603050405020304" pitchFamily="18" charset="0"/>
                <a:ea typeface="Times New Roman" panose="02020603050405020304" pitchFamily="18" charset="0"/>
              </a:rPr>
              <a:t> y </a:t>
            </a:r>
            <a:r>
              <a:rPr lang="en-US" sz="3200" dirty="0" err="1">
                <a:latin typeface="Times New Roman" panose="02020603050405020304" pitchFamily="18" charset="0"/>
                <a:ea typeface="Times New Roman" panose="02020603050405020304" pitchFamily="18" charset="0"/>
              </a:rPr>
              <a:t>thông</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minh</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Mục</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tiêu</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cốt</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lõi</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là</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số</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hóa</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quy</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trình</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vận</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hành</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giúp</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phòng</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khám</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nâng</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cao</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hiệu</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quả</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quản</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lý</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và</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mang</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lại</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trải</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nghiệm</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đặt</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lịch</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sử</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dụng</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dịch</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vụ</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tiện</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lợi</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nhất</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cho</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khách</a:t>
            </a:r>
            <a:r>
              <a:rPr lang="en-US" sz="3200" dirty="0">
                <a:latin typeface="Times New Roman" panose="02020603050405020304" pitchFamily="18" charset="0"/>
                <a:ea typeface="Times New Roman" panose="02020603050405020304" pitchFamily="18" charset="0"/>
              </a:rPr>
              <a:t> </a:t>
            </a:r>
            <a:r>
              <a:rPr lang="en-US" sz="3200" dirty="0" err="1">
                <a:latin typeface="Times New Roman" panose="02020603050405020304" pitchFamily="18" charset="0"/>
                <a:ea typeface="Times New Roman" panose="02020603050405020304" pitchFamily="18" charset="0"/>
              </a:rPr>
              <a:t>hàng</a:t>
            </a:r>
            <a:r>
              <a:rPr lang="en-US" sz="3200" dirty="0">
                <a:latin typeface="Times New Roman" panose="02020603050405020304" pitchFamily="18" charset="0"/>
                <a:ea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81D4500-9AAE-93DB-584C-32F5D50386AF}"/>
              </a:ext>
            </a:extLst>
          </p:cNvPr>
          <p:cNvSpPr txBox="1"/>
          <p:nvPr/>
        </p:nvSpPr>
        <p:spPr>
          <a:xfrm>
            <a:off x="3810000" y="5130800"/>
            <a:ext cx="14249401" cy="5016758"/>
          </a:xfrm>
          <a:prstGeom prst="rect">
            <a:avLst/>
          </a:prstGeom>
          <a:noFill/>
        </p:spPr>
        <p:txBody>
          <a:bodyPr wrap="square" rtlCol="0">
            <a:spAutoFit/>
          </a:bodyPr>
          <a:lstStyle/>
          <a:p>
            <a:pPr lvl="0" indent="457200" algn="just"/>
            <a:r>
              <a:rPr lang="en-US" sz="3200" dirty="0" err="1">
                <a:latin typeface="Times New Roman" panose="02020603050405020304" pitchFamily="18" charset="0"/>
                <a:ea typeface="SimSun" panose="02010600030101010101" pitchFamily="2" charset="-122"/>
              </a:rPr>
              <a:t>Hệ</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thống</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phải</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tự</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động</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hóa</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các</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luồng</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nghiệp</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vụ</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và</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đáp</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ứng</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đầy</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đủ</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tính</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năng</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cho</a:t>
            </a:r>
            <a:r>
              <a:rPr lang="en-US" sz="3200" dirty="0">
                <a:latin typeface="Times New Roman" panose="02020603050405020304" pitchFamily="18" charset="0"/>
                <a:ea typeface="SimSun" panose="02010600030101010101" pitchFamily="2" charset="-122"/>
              </a:rPr>
              <a:t> 4 </a:t>
            </a:r>
            <a:r>
              <a:rPr lang="en-US" sz="3200" dirty="0" err="1">
                <a:latin typeface="Times New Roman" panose="02020603050405020304" pitchFamily="18" charset="0"/>
                <a:ea typeface="SimSun" panose="02010600030101010101" pitchFamily="2" charset="-122"/>
              </a:rPr>
              <a:t>nhóm</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đối</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tượng</a:t>
            </a:r>
            <a:r>
              <a:rPr lang="en-US" sz="3200" dirty="0">
                <a:latin typeface="Times New Roman" panose="02020603050405020304" pitchFamily="18" charset="0"/>
                <a:ea typeface="SimSun" panose="02010600030101010101" pitchFamily="2" charset="-122"/>
              </a:rPr>
              <a:t>:</a:t>
            </a:r>
            <a:endParaRPr lang="vi-VN" sz="3200" dirty="0">
              <a:latin typeface="Times New Roman" panose="02020603050405020304" pitchFamily="18" charset="0"/>
              <a:ea typeface="SimSun" panose="02010600030101010101" pitchFamily="2" charset="-122"/>
            </a:endParaRPr>
          </a:p>
          <a:p>
            <a:pPr marL="457200" lvl="0" indent="-457200" algn="just">
              <a:buFontTx/>
              <a:buChar char="-"/>
            </a:pPr>
            <a:r>
              <a:rPr lang="en-US" sz="3200" dirty="0" err="1">
                <a:latin typeface="Times New Roman" panose="02020603050405020304" pitchFamily="18" charset="0"/>
                <a:ea typeface="SimSun" panose="02010600030101010101" pitchFamily="2" charset="-122"/>
              </a:rPr>
              <a:t>Khách</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hàng</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Đăng</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ký</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tài</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khoản</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chủ</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động</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đặt</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lịch</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theo</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dõi</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tiến</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trình</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dịch</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vụ</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của</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thú</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cưng</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và</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thanh</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toán</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trực</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tuyến</a:t>
            </a:r>
            <a:endParaRPr lang="en-US" sz="3200" dirty="0">
              <a:latin typeface="Times New Roman" panose="02020603050405020304" pitchFamily="18" charset="0"/>
              <a:ea typeface="SimSun" panose="02010600030101010101" pitchFamily="2" charset="-122"/>
            </a:endParaRPr>
          </a:p>
          <a:p>
            <a:pPr marL="457200" lvl="0" indent="-457200" algn="just">
              <a:buFontTx/>
              <a:buChar char="-"/>
            </a:pPr>
            <a:r>
              <a:rPr lang="en-US" sz="3200" dirty="0" err="1">
                <a:latin typeface="Times New Roman" panose="02020603050405020304" pitchFamily="18" charset="0"/>
                <a:ea typeface="SimSun" panose="02010600030101010101" pitchFamily="2" charset="-122"/>
              </a:rPr>
              <a:t>Lễ</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tân</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Tiếp</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nhận</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và</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đặt</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lịch</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trực</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tiếp</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tại</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quầy</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đăng</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ký</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và</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theo</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dõi</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lịch</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làm</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việc</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xử</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lý</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thanh</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toán</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và</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xuất</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hóa</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đơn</a:t>
            </a:r>
            <a:r>
              <a:rPr lang="en-US" sz="3200" dirty="0">
                <a:latin typeface="Times New Roman" panose="02020603050405020304" pitchFamily="18" charset="0"/>
                <a:ea typeface="SimSun" panose="02010600030101010101" pitchFamily="2" charset="-122"/>
              </a:rPr>
              <a:t>.</a:t>
            </a:r>
          </a:p>
          <a:p>
            <a:pPr marL="457200" lvl="0" indent="-457200" algn="just">
              <a:buFontTx/>
              <a:buChar char="-"/>
            </a:pPr>
            <a:r>
              <a:rPr lang="en-US" sz="3200" dirty="0" err="1">
                <a:latin typeface="Times New Roman" panose="02020603050405020304" pitchFamily="18" charset="0"/>
                <a:ea typeface="SimSun" panose="02010600030101010101" pitchFamily="2" charset="-122"/>
              </a:rPr>
              <a:t>Bác</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sĩ</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Nhân</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thông</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báo</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nhắc</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lịch</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đăng</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ký</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và</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quản</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lý</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lịch</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trực</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cá</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nhân</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và</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trực</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tiếp</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cập</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nhật</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hồ</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sơ</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bệnh</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án</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điện</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tử</a:t>
            </a:r>
            <a:endParaRPr lang="en-US" sz="3200" dirty="0">
              <a:latin typeface="Times New Roman" panose="02020603050405020304" pitchFamily="18" charset="0"/>
              <a:ea typeface="SimSun" panose="02010600030101010101" pitchFamily="2" charset="-122"/>
            </a:endParaRPr>
          </a:p>
          <a:p>
            <a:pPr marL="457200" lvl="0" indent="-457200" algn="just">
              <a:buFontTx/>
              <a:buChar char="-"/>
            </a:pPr>
            <a:r>
              <a:rPr lang="en-US" sz="3200" dirty="0">
                <a:latin typeface="Times New Roman" panose="02020603050405020304" pitchFamily="18" charset="0"/>
                <a:ea typeface="SimSun" panose="02010600030101010101" pitchFamily="2" charset="-122"/>
              </a:rPr>
              <a:t>Quản </a:t>
            </a:r>
            <a:r>
              <a:rPr lang="en-US" sz="3200" dirty="0" err="1">
                <a:latin typeface="Times New Roman" panose="02020603050405020304" pitchFamily="18" charset="0"/>
                <a:ea typeface="SimSun" panose="02010600030101010101" pitchFamily="2" charset="-122"/>
              </a:rPr>
              <a:t>trị</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viên</a:t>
            </a:r>
            <a:r>
              <a:rPr lang="en-US" sz="3200" dirty="0">
                <a:latin typeface="Times New Roman" panose="02020603050405020304" pitchFamily="18" charset="0"/>
                <a:ea typeface="SimSun" panose="02010600030101010101" pitchFamily="2" charset="-122"/>
              </a:rPr>
              <a:t>: Quản </a:t>
            </a:r>
            <a:r>
              <a:rPr lang="en-US" sz="3200" dirty="0" err="1">
                <a:latin typeface="Times New Roman" panose="02020603050405020304" pitchFamily="18" charset="0"/>
                <a:ea typeface="SimSun" panose="02010600030101010101" pitchFamily="2" charset="-122"/>
              </a:rPr>
              <a:t>lý</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người</a:t>
            </a:r>
            <a:r>
              <a:rPr lang="en-US" sz="3200" dirty="0">
                <a:latin typeface="Times New Roman" panose="02020603050405020304" pitchFamily="18" charset="0"/>
                <a:ea typeface="SimSun" panose="02010600030101010101" pitchFamily="2" charset="-122"/>
              </a:rPr>
              <a:t> dung, </a:t>
            </a:r>
            <a:r>
              <a:rPr lang="en-US" sz="3200" dirty="0" err="1">
                <a:latin typeface="Times New Roman" panose="02020603050405020304" pitchFamily="18" charset="0"/>
                <a:ea typeface="SimSun" panose="02010600030101010101" pitchFamily="2" charset="-122"/>
              </a:rPr>
              <a:t>quản</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lý</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dịch</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vụ</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điều</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phối</a:t>
            </a:r>
            <a:r>
              <a:rPr lang="en-US" sz="3200" dirty="0">
                <a:latin typeface="Times New Roman" panose="02020603050405020304" pitchFamily="18" charset="0"/>
                <a:ea typeface="SimSun" panose="02010600030101010101" pitchFamily="2" charset="-122"/>
              </a:rPr>
              <a:t> ca </a:t>
            </a:r>
            <a:r>
              <a:rPr lang="en-US" sz="3200" dirty="0" err="1">
                <a:latin typeface="Times New Roman" panose="02020603050405020304" pitchFamily="18" charset="0"/>
                <a:ea typeface="SimSun" panose="02010600030101010101" pitchFamily="2" charset="-122"/>
              </a:rPr>
              <a:t>làm</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việc</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và</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thống</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kê</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doanh</a:t>
            </a:r>
            <a:r>
              <a:rPr lang="en-US" sz="3200" dirty="0">
                <a:latin typeface="Times New Roman" panose="02020603050405020304" pitchFamily="18" charset="0"/>
                <a:ea typeface="SimSun" panose="02010600030101010101" pitchFamily="2" charset="-122"/>
              </a:rPr>
              <a:t> </a:t>
            </a:r>
            <a:r>
              <a:rPr lang="en-US" sz="3200" dirty="0" err="1">
                <a:latin typeface="Times New Roman" panose="02020603050405020304" pitchFamily="18" charset="0"/>
                <a:ea typeface="SimSun" panose="02010600030101010101" pitchFamily="2" charset="-122"/>
              </a:rPr>
              <a:t>thu</a:t>
            </a:r>
            <a:endParaRPr lang="en-US" sz="3200" dirty="0">
              <a:latin typeface="Times New Roman" panose="02020603050405020304" pitchFamily="18" charset="0"/>
              <a:ea typeface="SimSun" panose="02010600030101010101" pitchFamily="2" charset="-122"/>
            </a:endParaRPr>
          </a:p>
        </p:txBody>
      </p:sp>
      <p:cxnSp>
        <p:nvCxnSpPr>
          <p:cNvPr id="8" name="Straight Connector 7">
            <a:extLst>
              <a:ext uri="{FF2B5EF4-FFF2-40B4-BE49-F238E27FC236}">
                <a16:creationId xmlns:a16="http://schemas.microsoft.com/office/drawing/2014/main" id="{3F5C40E9-0CB4-C3CA-71A5-3BCF2AAE48E0}"/>
              </a:ext>
            </a:extLst>
          </p:cNvPr>
          <p:cNvCxnSpPr/>
          <p:nvPr/>
        </p:nvCxnSpPr>
        <p:spPr>
          <a:xfrm>
            <a:off x="5041757" y="5150995"/>
            <a:ext cx="10204065" cy="0"/>
          </a:xfrm>
          <a:prstGeom prst="line">
            <a:avLst/>
          </a:prstGeom>
        </p:spPr>
        <p:style>
          <a:lnRef idx="1">
            <a:schemeClr val="dk1"/>
          </a:lnRef>
          <a:fillRef idx="0">
            <a:schemeClr val="dk1"/>
          </a:fillRef>
          <a:effectRef idx="0">
            <a:schemeClr val="dk1"/>
          </a:effectRef>
          <a:fontRef idx="minor">
            <a:schemeClr val="tx1"/>
          </a:fontRef>
        </p:style>
      </p:cxnSp>
      <p:grpSp>
        <p:nvGrpSpPr>
          <p:cNvPr id="30" name="Group 29">
            <a:extLst>
              <a:ext uri="{FF2B5EF4-FFF2-40B4-BE49-F238E27FC236}">
                <a16:creationId xmlns:a16="http://schemas.microsoft.com/office/drawing/2014/main" id="{1ED20D53-AF62-87B4-4BC8-C3E200391E73}"/>
              </a:ext>
            </a:extLst>
          </p:cNvPr>
          <p:cNvGrpSpPr/>
          <p:nvPr/>
        </p:nvGrpSpPr>
        <p:grpSpPr>
          <a:xfrm>
            <a:off x="0" y="0"/>
            <a:ext cx="18360000" cy="1188944"/>
            <a:chOff x="0" y="0"/>
            <a:chExt cx="18360000" cy="1188944"/>
          </a:xfrm>
        </p:grpSpPr>
        <p:grpSp>
          <p:nvGrpSpPr>
            <p:cNvPr id="31" name="Group 30">
              <a:extLst>
                <a:ext uri="{FF2B5EF4-FFF2-40B4-BE49-F238E27FC236}">
                  <a16:creationId xmlns:a16="http://schemas.microsoft.com/office/drawing/2014/main" id="{DC2F8B75-33A2-5D63-F0B4-182CD3975014}"/>
                </a:ext>
              </a:extLst>
            </p:cNvPr>
            <p:cNvGrpSpPr/>
            <p:nvPr/>
          </p:nvGrpSpPr>
          <p:grpSpPr>
            <a:xfrm>
              <a:off x="0" y="0"/>
              <a:ext cx="18360000" cy="1188944"/>
              <a:chOff x="0" y="0"/>
              <a:chExt cx="18360000" cy="1188944"/>
            </a:xfrm>
          </p:grpSpPr>
          <p:sp>
            <p:nvSpPr>
              <p:cNvPr id="40" name="Rectangle 39">
                <a:extLst>
                  <a:ext uri="{FF2B5EF4-FFF2-40B4-BE49-F238E27FC236}">
                    <a16:creationId xmlns:a16="http://schemas.microsoft.com/office/drawing/2014/main" id="{5AA3526A-C906-0887-5A86-E0C9C40D00C0}"/>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1" name="Rectangle 40">
                <a:extLst>
                  <a:ext uri="{FF2B5EF4-FFF2-40B4-BE49-F238E27FC236}">
                    <a16:creationId xmlns:a16="http://schemas.microsoft.com/office/drawing/2014/main" id="{005733A5-DB99-80D0-2304-27223948790E}"/>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2" name="Rectangle 41">
                <a:extLst>
                  <a:ext uri="{FF2B5EF4-FFF2-40B4-BE49-F238E27FC236}">
                    <a16:creationId xmlns:a16="http://schemas.microsoft.com/office/drawing/2014/main" id="{F9A8D0AB-CB1F-B0B9-A5C4-B8B6B29D257A}"/>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3" name="Rectangle 42">
                <a:extLst>
                  <a:ext uri="{FF2B5EF4-FFF2-40B4-BE49-F238E27FC236}">
                    <a16:creationId xmlns:a16="http://schemas.microsoft.com/office/drawing/2014/main" id="{357205C9-129B-1878-C14E-D6700F078089}"/>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36" name="Oval 35">
              <a:extLst>
                <a:ext uri="{FF2B5EF4-FFF2-40B4-BE49-F238E27FC236}">
                  <a16:creationId xmlns:a16="http://schemas.microsoft.com/office/drawing/2014/main" id="{38B4483E-F0BC-B246-F49E-9489EDA07EA9}"/>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38" name="TextBox 37">
              <a:extLst>
                <a:ext uri="{FF2B5EF4-FFF2-40B4-BE49-F238E27FC236}">
                  <a16:creationId xmlns:a16="http://schemas.microsoft.com/office/drawing/2014/main" id="{3F52BD86-C8CA-A681-545C-EAF958049026}"/>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39" name="Picture 38">
              <a:extLst>
                <a:ext uri="{FF2B5EF4-FFF2-40B4-BE49-F238E27FC236}">
                  <a16:creationId xmlns:a16="http://schemas.microsoft.com/office/drawing/2014/main" id="{2C42FD78-0B0A-00B2-9DD4-DE99B6C173F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grpSp>
      <p:sp>
        <p:nvSpPr>
          <p:cNvPr id="51" name="Rectangle 50">
            <a:extLst>
              <a:ext uri="{FF2B5EF4-FFF2-40B4-BE49-F238E27FC236}">
                <a16:creationId xmlns:a16="http://schemas.microsoft.com/office/drawing/2014/main" id="{51BEAAD8-A270-554D-CE62-750265668415}"/>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2" name="Rectangle: Rounded Corners 51">
            <a:extLst>
              <a:ext uri="{FF2B5EF4-FFF2-40B4-BE49-F238E27FC236}">
                <a16:creationId xmlns:a16="http://schemas.microsoft.com/office/drawing/2014/main" id="{41533482-7773-7F63-B51F-FB1B2F843DF8}"/>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3" name="TextBox 52">
            <a:extLst>
              <a:ext uri="{FF2B5EF4-FFF2-40B4-BE49-F238E27FC236}">
                <a16:creationId xmlns:a16="http://schemas.microsoft.com/office/drawing/2014/main" id="{84B2B7B0-2A00-6C52-08F4-0808EA0973FC}"/>
              </a:ext>
            </a:extLst>
          </p:cNvPr>
          <p:cNvSpPr txBox="1"/>
          <p:nvPr/>
        </p:nvSpPr>
        <p:spPr>
          <a:xfrm>
            <a:off x="3858223" y="1463633"/>
            <a:ext cx="3321174"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1. GIỚI THIỆU</a:t>
            </a:r>
          </a:p>
        </p:txBody>
      </p:sp>
    </p:spTree>
    <p:extLst>
      <p:ext uri="{BB962C8B-B14F-4D97-AF65-F5344CB8AC3E}">
        <p14:creationId xmlns:p14="http://schemas.microsoft.com/office/powerpoint/2010/main" val="238720098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75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75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75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750" fill="hold"/>
                                        <p:tgtEl>
                                          <p:spTgt spid="3">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 calcmode="lin" valueType="num">
                                      <p:cBhvr additive="base">
                                        <p:cTn id="15"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0" end="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 calcmode="lin" valueType="num">
                                      <p:cBhvr additive="base">
                                        <p:cTn id="1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 calcmode="lin" valueType="num">
                                      <p:cBhvr additive="base">
                                        <p:cTn id="2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 calcmode="lin" valueType="num">
                                      <p:cBhvr additive="base">
                                        <p:cTn id="27"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 calcmode="lin" valueType="num">
                                      <p:cBhvr additive="base">
                                        <p:cTn id="3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
                                            <p:txEl>
                                              <p:pRg st="0" end="0"/>
                                            </p:txEl>
                                          </p:spTgt>
                                        </p:tgtEl>
                                        <p:attrNameLst>
                                          <p:attrName>style.visibility</p:attrName>
                                        </p:attrNameLst>
                                      </p:cBhvr>
                                      <p:to>
                                        <p:strVal val="visible"/>
                                      </p:to>
                                    </p:set>
                                    <p:anim calcmode="lin" valueType="num">
                                      <p:cBhvr additive="base">
                                        <p:cTn id="3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E46B9-A6CE-E2D9-EB6C-D8D055173DFD}"/>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67159ABA-508E-C736-7CE5-C829B7FA6A65}"/>
              </a:ext>
            </a:extLst>
          </p:cNvPr>
          <p:cNvSpPr/>
          <p:nvPr/>
        </p:nvSpPr>
        <p:spPr>
          <a:xfrm>
            <a:off x="3810000" y="2400300"/>
            <a:ext cx="14478000" cy="7878236"/>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1" name="Rectangle 20">
            <a:extLst>
              <a:ext uri="{FF2B5EF4-FFF2-40B4-BE49-F238E27FC236}">
                <a16:creationId xmlns:a16="http://schemas.microsoft.com/office/drawing/2014/main" id="{BB17EE4F-6CDF-C2E3-6FDC-E95813CD829F}"/>
              </a:ext>
            </a:extLst>
          </p:cNvPr>
          <p:cNvSpPr/>
          <p:nvPr/>
        </p:nvSpPr>
        <p:spPr>
          <a:xfrm>
            <a:off x="0" y="1186334"/>
            <a:ext cx="3810000" cy="1213966"/>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3" name="Rectangle: Rounded Corners 22">
            <a:extLst>
              <a:ext uri="{FF2B5EF4-FFF2-40B4-BE49-F238E27FC236}">
                <a16:creationId xmlns:a16="http://schemas.microsoft.com/office/drawing/2014/main" id="{E5A61425-B101-8DA6-430E-6D70870A31DB}"/>
              </a:ext>
            </a:extLst>
          </p:cNvPr>
          <p:cNvSpPr/>
          <p:nvPr/>
        </p:nvSpPr>
        <p:spPr>
          <a:xfrm>
            <a:off x="3886200" y="2622850"/>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4" name="TextBox 23">
            <a:extLst>
              <a:ext uri="{FF2B5EF4-FFF2-40B4-BE49-F238E27FC236}">
                <a16:creationId xmlns:a16="http://schemas.microsoft.com/office/drawing/2014/main" id="{83ED775B-E31D-C808-158B-F181E74647CD}"/>
              </a:ext>
            </a:extLst>
          </p:cNvPr>
          <p:cNvSpPr txBox="1"/>
          <p:nvPr/>
        </p:nvSpPr>
        <p:spPr>
          <a:xfrm>
            <a:off x="288004" y="1325218"/>
            <a:ext cx="3217196"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NỘI DUNG</a:t>
            </a:r>
          </a:p>
        </p:txBody>
      </p:sp>
      <p:sp>
        <p:nvSpPr>
          <p:cNvPr id="26" name="TextBox 25">
            <a:extLst>
              <a:ext uri="{FF2B5EF4-FFF2-40B4-BE49-F238E27FC236}">
                <a16:creationId xmlns:a16="http://schemas.microsoft.com/office/drawing/2014/main" id="{3E4094A3-C39F-9C4B-D06F-562A7BFCE7E5}"/>
              </a:ext>
            </a:extLst>
          </p:cNvPr>
          <p:cNvSpPr txBox="1"/>
          <p:nvPr/>
        </p:nvSpPr>
        <p:spPr>
          <a:xfrm>
            <a:off x="3810000" y="2412254"/>
            <a:ext cx="11734800" cy="5603930"/>
          </a:xfrm>
          <a:prstGeom prst="rect">
            <a:avLst/>
          </a:prstGeom>
          <a:noFill/>
          <a:ln>
            <a:noFill/>
          </a:ln>
        </p:spPr>
        <p:txBody>
          <a:bodyPr wrap="square" rtlCol="0">
            <a:spAutoFit/>
          </a:bodyPr>
          <a:lstStyle/>
          <a:p>
            <a:pPr marL="742950" indent="-742950">
              <a:lnSpc>
                <a:spcPct val="200000"/>
              </a:lnSpc>
              <a:buAutoNum type="arabicPeriod"/>
            </a:pPr>
            <a:r>
              <a:rPr lang="en-US" sz="3600">
                <a:solidFill>
                  <a:schemeClr val="bg1"/>
                </a:solidFill>
                <a:latin typeface="Times New Roman" panose="02020603050405020304" pitchFamily="18" charset="0"/>
                <a:cs typeface="Times New Roman" panose="02020603050405020304" pitchFamily="18" charset="0"/>
              </a:rPr>
              <a:t>GIỚI THIỆU</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TÌNH HÌNH NGHIÊN CỨU TRONG VÀ NGOÀI NƯỚC</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NỘI DUNG VÀ PHƯƠNG PHÁP NGHIÊN CỨU</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KẾT QUẢ VÀ THẢO LUẬN</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KẾT LUẬN VÀ ĐỀ NGHỊ</a:t>
            </a:r>
          </a:p>
        </p:txBody>
      </p:sp>
      <p:grpSp>
        <p:nvGrpSpPr>
          <p:cNvPr id="27" name="Group 26">
            <a:extLst>
              <a:ext uri="{FF2B5EF4-FFF2-40B4-BE49-F238E27FC236}">
                <a16:creationId xmlns:a16="http://schemas.microsoft.com/office/drawing/2014/main" id="{97A9C706-5B35-785E-574F-0D5D068B721E}"/>
              </a:ext>
            </a:extLst>
          </p:cNvPr>
          <p:cNvGrpSpPr/>
          <p:nvPr/>
        </p:nvGrpSpPr>
        <p:grpSpPr>
          <a:xfrm>
            <a:off x="0" y="0"/>
            <a:ext cx="18360000" cy="1188944"/>
            <a:chOff x="0" y="0"/>
            <a:chExt cx="18360000" cy="1188944"/>
          </a:xfrm>
        </p:grpSpPr>
        <p:sp>
          <p:nvSpPr>
            <p:cNvPr id="28" name="Rectangle 27">
              <a:extLst>
                <a:ext uri="{FF2B5EF4-FFF2-40B4-BE49-F238E27FC236}">
                  <a16:creationId xmlns:a16="http://schemas.microsoft.com/office/drawing/2014/main" id="{EA97263C-529E-58E3-4AAB-4F491C62503B}"/>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9" name="Rectangle 28">
              <a:extLst>
                <a:ext uri="{FF2B5EF4-FFF2-40B4-BE49-F238E27FC236}">
                  <a16:creationId xmlns:a16="http://schemas.microsoft.com/office/drawing/2014/main" id="{90B5CC90-6D36-99F6-B4B9-704060C8ECF1}"/>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0" name="Rectangle 29">
              <a:extLst>
                <a:ext uri="{FF2B5EF4-FFF2-40B4-BE49-F238E27FC236}">
                  <a16:creationId xmlns:a16="http://schemas.microsoft.com/office/drawing/2014/main" id="{B4EBA779-E666-398F-9D55-94BDD727C492}"/>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 name="Rectangle 30">
              <a:extLst>
                <a:ext uri="{FF2B5EF4-FFF2-40B4-BE49-F238E27FC236}">
                  <a16:creationId xmlns:a16="http://schemas.microsoft.com/office/drawing/2014/main" id="{D29EA114-CB74-AB03-86FD-8A2CD717689B}"/>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32" name="Oval 31">
            <a:extLst>
              <a:ext uri="{FF2B5EF4-FFF2-40B4-BE49-F238E27FC236}">
                <a16:creationId xmlns:a16="http://schemas.microsoft.com/office/drawing/2014/main" id="{9E7C6DDC-FEE4-449D-32BC-F0E47EACD753}"/>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33" name="TextBox 32">
            <a:extLst>
              <a:ext uri="{FF2B5EF4-FFF2-40B4-BE49-F238E27FC236}">
                <a16:creationId xmlns:a16="http://schemas.microsoft.com/office/drawing/2014/main" id="{F2184C48-E4D9-9C06-7243-A320C7464EF7}"/>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34" name="Picture 33">
            <a:extLst>
              <a:ext uri="{FF2B5EF4-FFF2-40B4-BE49-F238E27FC236}">
                <a16:creationId xmlns:a16="http://schemas.microsoft.com/office/drawing/2014/main" id="{8C3B5862-5E0D-85A4-5EA9-E5875877A6A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Tree>
    <p:extLst>
      <p:ext uri="{BB962C8B-B14F-4D97-AF65-F5344CB8AC3E}">
        <p14:creationId xmlns:p14="http://schemas.microsoft.com/office/powerpoint/2010/main" val="13255197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CA64D-173E-B4DE-65A3-94CCC6726C92}"/>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C4B67823-FA9C-1DAB-0DA5-50C0A1004FCB}"/>
              </a:ext>
            </a:extLst>
          </p:cNvPr>
          <p:cNvSpPr/>
          <p:nvPr/>
        </p:nvSpPr>
        <p:spPr>
          <a:xfrm>
            <a:off x="3810000" y="2400300"/>
            <a:ext cx="14478000" cy="7878236"/>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1" name="Rectangle 20">
            <a:extLst>
              <a:ext uri="{FF2B5EF4-FFF2-40B4-BE49-F238E27FC236}">
                <a16:creationId xmlns:a16="http://schemas.microsoft.com/office/drawing/2014/main" id="{37902C54-2963-E88B-35D8-B7FD3C21CD99}"/>
              </a:ext>
            </a:extLst>
          </p:cNvPr>
          <p:cNvSpPr/>
          <p:nvPr/>
        </p:nvSpPr>
        <p:spPr>
          <a:xfrm>
            <a:off x="0" y="1186334"/>
            <a:ext cx="3810000" cy="1213966"/>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3" name="Rectangle: Rounded Corners 22">
            <a:extLst>
              <a:ext uri="{FF2B5EF4-FFF2-40B4-BE49-F238E27FC236}">
                <a16:creationId xmlns:a16="http://schemas.microsoft.com/office/drawing/2014/main" id="{A9C6CE53-E926-36B9-6148-2626670C565C}"/>
              </a:ext>
            </a:extLst>
          </p:cNvPr>
          <p:cNvSpPr/>
          <p:nvPr/>
        </p:nvSpPr>
        <p:spPr>
          <a:xfrm>
            <a:off x="3886200" y="3695700"/>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4" name="TextBox 23">
            <a:extLst>
              <a:ext uri="{FF2B5EF4-FFF2-40B4-BE49-F238E27FC236}">
                <a16:creationId xmlns:a16="http://schemas.microsoft.com/office/drawing/2014/main" id="{473C4C68-0523-30B6-4756-FDA259CF19FB}"/>
              </a:ext>
            </a:extLst>
          </p:cNvPr>
          <p:cNvSpPr txBox="1"/>
          <p:nvPr/>
        </p:nvSpPr>
        <p:spPr>
          <a:xfrm>
            <a:off x="288004" y="1325218"/>
            <a:ext cx="3217196"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NỘI DUNG</a:t>
            </a:r>
          </a:p>
        </p:txBody>
      </p:sp>
      <p:sp>
        <p:nvSpPr>
          <p:cNvPr id="26" name="TextBox 25">
            <a:extLst>
              <a:ext uri="{FF2B5EF4-FFF2-40B4-BE49-F238E27FC236}">
                <a16:creationId xmlns:a16="http://schemas.microsoft.com/office/drawing/2014/main" id="{57B8303A-FFCD-588F-73A1-5FE69E19F370}"/>
              </a:ext>
            </a:extLst>
          </p:cNvPr>
          <p:cNvSpPr txBox="1"/>
          <p:nvPr/>
        </p:nvSpPr>
        <p:spPr>
          <a:xfrm>
            <a:off x="3810000" y="2412254"/>
            <a:ext cx="11734800" cy="5603930"/>
          </a:xfrm>
          <a:prstGeom prst="rect">
            <a:avLst/>
          </a:prstGeom>
          <a:noFill/>
          <a:ln>
            <a:noFill/>
          </a:ln>
        </p:spPr>
        <p:txBody>
          <a:bodyPr wrap="square" rtlCol="0">
            <a:spAutoFit/>
          </a:bodyPr>
          <a:lstStyle/>
          <a:p>
            <a:pPr marL="742950" indent="-742950">
              <a:lnSpc>
                <a:spcPct val="200000"/>
              </a:lnSpc>
              <a:buAutoNum type="arabicPeriod"/>
            </a:pPr>
            <a:r>
              <a:rPr lang="en-US" sz="3600">
                <a:latin typeface="Times New Roman" panose="02020603050405020304" pitchFamily="18" charset="0"/>
                <a:cs typeface="Times New Roman" panose="02020603050405020304" pitchFamily="18" charset="0"/>
              </a:rPr>
              <a:t>GIỚI THIỆU</a:t>
            </a:r>
          </a:p>
          <a:p>
            <a:pPr marL="742950" indent="-742950">
              <a:lnSpc>
                <a:spcPct val="200000"/>
              </a:lnSpc>
              <a:buFontTx/>
              <a:buAutoNum type="arabicPeriod"/>
            </a:pPr>
            <a:r>
              <a:rPr lang="en-US" sz="3600">
                <a:solidFill>
                  <a:schemeClr val="bg1"/>
                </a:solidFill>
                <a:latin typeface="Times New Roman" panose="02020603050405020304" pitchFamily="18" charset="0"/>
                <a:cs typeface="Times New Roman" panose="02020603050405020304" pitchFamily="18" charset="0"/>
              </a:rPr>
              <a:t>TÌNH HÌNH NGHIÊN CỨU TRONG VÀ NGOÀI NƯỚC</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NỘI DUNG VÀ PHƯƠNG PHÁP NGHIÊN CỨU</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KẾT QUẢ VÀ THẢO LUẬN</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KẾT LUẬN VÀ ĐỀ NGHỊ</a:t>
            </a:r>
          </a:p>
        </p:txBody>
      </p:sp>
      <p:grpSp>
        <p:nvGrpSpPr>
          <p:cNvPr id="27" name="Group 26">
            <a:extLst>
              <a:ext uri="{FF2B5EF4-FFF2-40B4-BE49-F238E27FC236}">
                <a16:creationId xmlns:a16="http://schemas.microsoft.com/office/drawing/2014/main" id="{892DF14A-609D-BD96-58E8-0C252072B8C1}"/>
              </a:ext>
            </a:extLst>
          </p:cNvPr>
          <p:cNvGrpSpPr/>
          <p:nvPr/>
        </p:nvGrpSpPr>
        <p:grpSpPr>
          <a:xfrm>
            <a:off x="0" y="0"/>
            <a:ext cx="18360000" cy="1188944"/>
            <a:chOff x="0" y="0"/>
            <a:chExt cx="18360000" cy="1188944"/>
          </a:xfrm>
        </p:grpSpPr>
        <p:sp>
          <p:nvSpPr>
            <p:cNvPr id="28" name="Rectangle 27">
              <a:extLst>
                <a:ext uri="{FF2B5EF4-FFF2-40B4-BE49-F238E27FC236}">
                  <a16:creationId xmlns:a16="http://schemas.microsoft.com/office/drawing/2014/main" id="{35FCCC40-A365-68FD-9425-7CC4E5DD300F}"/>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9" name="Rectangle 28">
              <a:extLst>
                <a:ext uri="{FF2B5EF4-FFF2-40B4-BE49-F238E27FC236}">
                  <a16:creationId xmlns:a16="http://schemas.microsoft.com/office/drawing/2014/main" id="{82BED92B-159E-9047-3C6F-799E499C636B}"/>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0" name="Rectangle 29">
              <a:extLst>
                <a:ext uri="{FF2B5EF4-FFF2-40B4-BE49-F238E27FC236}">
                  <a16:creationId xmlns:a16="http://schemas.microsoft.com/office/drawing/2014/main" id="{AA35B4B3-B5A3-C58A-12B0-1B3035E55C40}"/>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 name="Rectangle 30">
              <a:extLst>
                <a:ext uri="{FF2B5EF4-FFF2-40B4-BE49-F238E27FC236}">
                  <a16:creationId xmlns:a16="http://schemas.microsoft.com/office/drawing/2014/main" id="{CC6ABABF-A683-3241-EE2D-2197F64B3ACA}"/>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32" name="Oval 31">
            <a:extLst>
              <a:ext uri="{FF2B5EF4-FFF2-40B4-BE49-F238E27FC236}">
                <a16:creationId xmlns:a16="http://schemas.microsoft.com/office/drawing/2014/main" id="{2A8CBC7A-B6F0-C18C-3A5F-BCC33AC73633}"/>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33" name="TextBox 32">
            <a:extLst>
              <a:ext uri="{FF2B5EF4-FFF2-40B4-BE49-F238E27FC236}">
                <a16:creationId xmlns:a16="http://schemas.microsoft.com/office/drawing/2014/main" id="{E22F0E52-25F8-D440-CD44-DDBE29D376B4}"/>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34" name="Picture 33">
            <a:extLst>
              <a:ext uri="{FF2B5EF4-FFF2-40B4-BE49-F238E27FC236}">
                <a16:creationId xmlns:a16="http://schemas.microsoft.com/office/drawing/2014/main" id="{FBE12268-0430-2B05-0293-40C51120EBB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Tree>
    <p:extLst>
      <p:ext uri="{BB962C8B-B14F-4D97-AF65-F5344CB8AC3E}">
        <p14:creationId xmlns:p14="http://schemas.microsoft.com/office/powerpoint/2010/main" val="12405337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7008A-EF23-78C1-7B66-3214A3CFF551}"/>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DF208607-1E15-009E-BF63-0586C9371F21}"/>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4D30A807-C999-BF51-4304-E65E9D01F9E1}"/>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B90CCF0E-9A6C-088D-35BF-186600BA3775}"/>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355E6D72-8210-C626-9C17-9DCA75DD30B5}"/>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2F87701-413D-7F54-24E4-6BAAA8DDF363}"/>
              </a:ext>
            </a:extLst>
          </p:cNvPr>
          <p:cNvSpPr txBox="1"/>
          <p:nvPr/>
        </p:nvSpPr>
        <p:spPr>
          <a:xfrm>
            <a:off x="762000" y="5697319"/>
            <a:ext cx="2362200" cy="646331"/>
          </a:xfrm>
          <a:prstGeom prst="rect">
            <a:avLst/>
          </a:prstGeom>
          <a:noFill/>
        </p:spPr>
        <p:txBody>
          <a:bodyPr wrap="square" rtlCol="0">
            <a:spAutoFit/>
          </a:bodyPr>
          <a:lstStyle/>
          <a:p>
            <a:r>
              <a:rPr lang="vi-VN" sz="3600">
                <a:latin typeface="Times New Roman" panose="02020603050405020304" pitchFamily="18" charset="0"/>
                <a:cs typeface="Times New Roman" panose="02020603050405020304" pitchFamily="18" charset="0"/>
              </a:rPr>
              <a:t>Trong nước</a:t>
            </a:r>
            <a:endParaRPr lang="en-US" sz="360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BB880925-57D4-1F74-1AC8-05398DDF8E5C}"/>
              </a:ext>
            </a:extLst>
          </p:cNvPr>
          <p:cNvSpPr txBox="1"/>
          <p:nvPr/>
        </p:nvSpPr>
        <p:spPr>
          <a:xfrm>
            <a:off x="3897652" y="3793909"/>
            <a:ext cx="14249400" cy="6001643"/>
          </a:xfrm>
          <a:prstGeom prst="rect">
            <a:avLst/>
          </a:prstGeom>
          <a:noFill/>
        </p:spPr>
        <p:txBody>
          <a:bodyPr wrap="square" rtlCol="0">
            <a:spAutoFit/>
          </a:bodyPr>
          <a:lstStyle/>
          <a:p>
            <a:pPr marL="457200" lvl="0" indent="-457200" eaLnBrk="0" fontAlgn="base" hangingPunct="0">
              <a:spcBef>
                <a:spcPct val="0"/>
              </a:spcBef>
              <a:spcAft>
                <a:spcPct val="0"/>
              </a:spcAft>
              <a:buFont typeface="Arial" panose="020B0604020202020204" pitchFamily="34" charset="0"/>
              <a:buChar char="•"/>
            </a:pPr>
            <a:r>
              <a:rPr lang="en-US" altLang="en-US" sz="3200" b="1" dirty="0" err="1">
                <a:latin typeface="Times New Roman" panose="02020603050405020304" pitchFamily="18" charset="0"/>
                <a:cs typeface="Times New Roman" panose="02020603050405020304" pitchFamily="18" charset="0"/>
              </a:rPr>
              <a:t>Thực</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trạng</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chung</a:t>
            </a:r>
            <a:r>
              <a:rPr lang="en-US" altLang="en-US" sz="3200" b="1" dirty="0">
                <a:latin typeface="Times New Roman" panose="02020603050405020304" pitchFamily="18" charset="0"/>
                <a:cs typeface="Times New Roman" panose="02020603050405020304" pitchFamily="18" charset="0"/>
              </a:rPr>
              <a:t>: </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Đã</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bắt</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đầu</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ứng</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dụng</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phần</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mềm</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nội</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bộ</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hoặc</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ứng</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dụng</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đơn</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giản</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để</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lưu</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trữ</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và</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quản</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lý</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lịch</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khám</a:t>
            </a:r>
            <a:endParaRPr lang="en-US" altLang="en-US" sz="3200" dirty="0">
              <a:latin typeface="Times New Roman" panose="02020603050405020304" pitchFamily="18" charset="0"/>
              <a:cs typeface="Times New Roman" panose="02020603050405020304" pitchFamily="18" charset="0"/>
            </a:endParaRPr>
          </a:p>
          <a:p>
            <a:pPr marL="457200" lvl="0" indent="-457200" eaLnBrk="0" fontAlgn="base" hangingPunct="0">
              <a:spcBef>
                <a:spcPct val="0"/>
              </a:spcBef>
              <a:spcAft>
                <a:spcPct val="0"/>
              </a:spcAft>
              <a:buFont typeface="Arial" panose="020B0604020202020204" pitchFamily="34" charset="0"/>
              <a:buChar char="•"/>
            </a:pPr>
            <a:r>
              <a:rPr lang="en-US" altLang="en-US" sz="3200" b="1" dirty="0" err="1">
                <a:latin typeface="Times New Roman" panose="02020603050405020304" pitchFamily="18" charset="0"/>
                <a:cs typeface="Times New Roman" panose="02020603050405020304" pitchFamily="18" charset="0"/>
              </a:rPr>
              <a:t>Ưu</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điểm</a:t>
            </a:r>
            <a:r>
              <a:rPr lang="en-US" altLang="en-US" sz="3200" b="1" dirty="0">
                <a:latin typeface="Times New Roman" panose="02020603050405020304" pitchFamily="18" charset="0"/>
                <a:cs typeface="Times New Roman" panose="02020603050405020304" pitchFamily="18" charset="0"/>
              </a:rPr>
              <a:t>:</a:t>
            </a:r>
          </a:p>
          <a:p>
            <a:pPr marL="914400" lvl="1" indent="-457200" eaLnBrk="0" fontAlgn="base" hangingPunct="0">
              <a:spcBef>
                <a:spcPct val="0"/>
              </a:spcBef>
              <a:spcAft>
                <a:spcPct val="0"/>
              </a:spcAft>
              <a:buFont typeface="Arial" panose="020B0604020202020204" pitchFamily="34" charset="0"/>
              <a:buChar char="•"/>
            </a:pPr>
            <a:r>
              <a:rPr lang="en-US" altLang="en-US" sz="3200" dirty="0" err="1">
                <a:latin typeface="Times New Roman" panose="02020603050405020304" pitchFamily="18" charset="0"/>
                <a:cs typeface="Times New Roman" panose="02020603050405020304" pitchFamily="18" charset="0"/>
              </a:rPr>
              <a:t>Phù</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hợp</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với</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quy</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mô</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hoạt</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động</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của</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các</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phòng</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khám</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tại</a:t>
            </a:r>
            <a:r>
              <a:rPr lang="en-US" altLang="en-US" sz="3200" dirty="0">
                <a:latin typeface="Times New Roman" panose="02020603050405020304" pitchFamily="18" charset="0"/>
                <a:cs typeface="Times New Roman" panose="02020603050405020304" pitchFamily="18" charset="0"/>
              </a:rPr>
              <a:t> Việt Nam</a:t>
            </a:r>
          </a:p>
          <a:p>
            <a:pPr marL="914400" lvl="1" indent="-457200" eaLnBrk="0" fontAlgn="base" hangingPunct="0">
              <a:spcBef>
                <a:spcPct val="0"/>
              </a:spcBef>
              <a:spcAft>
                <a:spcPct val="0"/>
              </a:spcAft>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Giao </a:t>
            </a:r>
            <a:r>
              <a:rPr lang="en-US" altLang="en-US" sz="3200" dirty="0" err="1">
                <a:latin typeface="Times New Roman" panose="02020603050405020304" pitchFamily="18" charset="0"/>
                <a:cs typeface="Times New Roman" panose="02020603050405020304" pitchFamily="18" charset="0"/>
              </a:rPr>
              <a:t>diện</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quy</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trình</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đơn</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giản</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dễ</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tiếp</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cận</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cho</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nhân</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viên</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và</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khách</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hàng</a:t>
            </a:r>
            <a:endParaRPr lang="en-US" altLang="en-US" sz="3200" dirty="0">
              <a:latin typeface="Times New Roman" panose="02020603050405020304" pitchFamily="18" charset="0"/>
              <a:cs typeface="Times New Roman" panose="02020603050405020304" pitchFamily="18" charset="0"/>
            </a:endParaRPr>
          </a:p>
          <a:p>
            <a:pPr marL="914400" lvl="1" indent="-457200" eaLnBrk="0" fontAlgn="base" hangingPunct="0">
              <a:spcBef>
                <a:spcPct val="0"/>
              </a:spcBef>
              <a:spcAft>
                <a:spcPct val="0"/>
              </a:spcAft>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Chi </a:t>
            </a:r>
            <a:r>
              <a:rPr lang="en-US" altLang="en-US" sz="3200" dirty="0" err="1">
                <a:latin typeface="Times New Roman" panose="02020603050405020304" pitchFamily="18" charset="0"/>
                <a:cs typeface="Times New Roman" panose="02020603050405020304" pitchFamily="18" charset="0"/>
              </a:rPr>
              <a:t>phí</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triển</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khai</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thấp</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đáp</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ứng</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tốt</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các</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nhu</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cầu</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quản</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lý</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cơ</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bản</a:t>
            </a:r>
            <a:endParaRPr lang="en-US" altLang="en-US" sz="3200" dirty="0">
              <a:latin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Font typeface="Arial" panose="020B0604020202020204" pitchFamily="34" charset="0"/>
              <a:buChar char="•"/>
            </a:pPr>
            <a:r>
              <a:rPr lang="en-US" altLang="en-US" sz="3200" b="1" dirty="0" err="1">
                <a:latin typeface="Times New Roman" panose="02020603050405020304" pitchFamily="18" charset="0"/>
                <a:cs typeface="Times New Roman" panose="02020603050405020304" pitchFamily="18" charset="0"/>
              </a:rPr>
              <a:t>Hạn</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chế</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và</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thách</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thức</a:t>
            </a:r>
            <a:r>
              <a:rPr lang="en-US" altLang="en-US" sz="3200" b="1" dirty="0">
                <a:latin typeface="Times New Roman" panose="02020603050405020304" pitchFamily="18" charset="0"/>
                <a:cs typeface="Times New Roman" panose="02020603050405020304" pitchFamily="18" charset="0"/>
              </a:rPr>
              <a:t>:</a:t>
            </a:r>
          </a:p>
          <a:p>
            <a:pPr marL="914400" lvl="1" indent="-457200" eaLnBrk="0" fontAlgn="base" hangingPunct="0">
              <a:spcBef>
                <a:spcPct val="0"/>
              </a:spcBef>
              <a:spcAft>
                <a:spcPct val="0"/>
              </a:spcAft>
              <a:buFont typeface="Arial" panose="020B0604020202020204" pitchFamily="34" charset="0"/>
              <a:buChar char="•"/>
            </a:pPr>
            <a:r>
              <a:rPr lang="en-US" altLang="en-US" sz="3200" dirty="0" err="1">
                <a:latin typeface="Times New Roman" panose="02020603050405020304" pitchFamily="18" charset="0"/>
                <a:cs typeface="Times New Roman" panose="02020603050405020304" pitchFamily="18" charset="0"/>
              </a:rPr>
              <a:t>Thiếu</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động</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bộ</a:t>
            </a:r>
            <a:r>
              <a:rPr lang="en-US" altLang="en-US" sz="3200" dirty="0">
                <a:latin typeface="Times New Roman" panose="02020603050405020304" pitchFamily="18" charset="0"/>
                <a:cs typeface="Times New Roman" panose="02020603050405020304" pitchFamily="18" charset="0"/>
              </a:rPr>
              <a:t>: Các </a:t>
            </a:r>
            <a:r>
              <a:rPr lang="en-US" altLang="en-US" sz="3200" dirty="0" err="1">
                <a:latin typeface="Times New Roman" panose="02020603050405020304" pitchFamily="18" charset="0"/>
                <a:cs typeface="Times New Roman" panose="02020603050405020304" pitchFamily="18" charset="0"/>
              </a:rPr>
              <a:t>hệ</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thống</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rời</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rạc</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chưa</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liên</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kết</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chặt</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chẽ</a:t>
            </a:r>
            <a:endParaRPr lang="en-US" altLang="en-US" sz="3200" dirty="0">
              <a:latin typeface="Times New Roman" panose="02020603050405020304" pitchFamily="18" charset="0"/>
              <a:cs typeface="Times New Roman" panose="02020603050405020304" pitchFamily="18" charset="0"/>
            </a:endParaRPr>
          </a:p>
          <a:p>
            <a:pPr marL="914400" lvl="1" indent="-457200" eaLnBrk="0" fontAlgn="base" hangingPunct="0">
              <a:spcBef>
                <a:spcPct val="0"/>
              </a:spcBef>
              <a:spcAft>
                <a:spcPct val="0"/>
              </a:spcAft>
              <a:buFont typeface="Arial" panose="020B0604020202020204" pitchFamily="34" charset="0"/>
              <a:buChar char="•"/>
            </a:pPr>
            <a:r>
              <a:rPr lang="vi-VN" sz="3200" b="1" dirty="0">
                <a:latin typeface="+mj-lt"/>
              </a:rPr>
              <a:t>Trải nghiệm khách hàng:</a:t>
            </a:r>
            <a:r>
              <a:rPr lang="vi-VN" sz="3200" dirty="0">
                <a:latin typeface="+mj-lt"/>
              </a:rPr>
              <a:t> Chưa chú trọng tiện ích trực tuyến (đặt lịch, theo dõi dịch vụ).</a:t>
            </a:r>
            <a:endParaRPr lang="en-US" sz="3200" dirty="0">
              <a:latin typeface="+mj-lt"/>
            </a:endParaRPr>
          </a:p>
          <a:p>
            <a:pPr marL="914400" lvl="1" indent="-457200" eaLnBrk="0" fontAlgn="base" hangingPunct="0">
              <a:spcBef>
                <a:spcPct val="0"/>
              </a:spcBef>
              <a:spcAft>
                <a:spcPct val="0"/>
              </a:spcAft>
              <a:buFont typeface="Arial" panose="020B0604020202020204" pitchFamily="34" charset="0"/>
              <a:buChar char="•"/>
            </a:pPr>
            <a:r>
              <a:rPr lang="vi-VN" sz="3200" b="1" dirty="0">
                <a:latin typeface="+mj-lt"/>
              </a:rPr>
              <a:t>Hạn chế công nghệ:</a:t>
            </a:r>
            <a:r>
              <a:rPr lang="vi-VN" sz="3200" dirty="0">
                <a:latin typeface="+mj-lt"/>
              </a:rPr>
              <a:t> Chưa áp dụng kiến trúc và design pattern hiện đại, gây khó khăn cho việc bảo trì và mở rộng khi phòng khám phát triển.</a:t>
            </a:r>
            <a:endParaRPr lang="en-US" altLang="en-US" sz="3200" dirty="0">
              <a:latin typeface="+mj-lt"/>
              <a:cs typeface="Times New Roman" panose="02020603050405020304" pitchFamily="18" charset="0"/>
            </a:endParaRPr>
          </a:p>
        </p:txBody>
      </p:sp>
      <p:sp>
        <p:nvSpPr>
          <p:cNvPr id="16" name="TextBox 15">
            <a:extLst>
              <a:ext uri="{FF2B5EF4-FFF2-40B4-BE49-F238E27FC236}">
                <a16:creationId xmlns:a16="http://schemas.microsoft.com/office/drawing/2014/main" id="{6CFD5CB9-6E00-CDFA-5522-61B4CECEE619}"/>
              </a:ext>
            </a:extLst>
          </p:cNvPr>
          <p:cNvSpPr txBox="1"/>
          <p:nvPr/>
        </p:nvSpPr>
        <p:spPr>
          <a:xfrm>
            <a:off x="3858222" y="1463633"/>
            <a:ext cx="114579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2. TÌNH HÌNH NGHIÊN CỨU TRONG VÀ NGOÀI NƯỚC</a:t>
            </a:r>
            <a:endParaRPr lang="en-US" sz="3600" dirty="0">
              <a:solidFill>
                <a:schemeClr val="bg1"/>
              </a:solidFill>
              <a:latin typeface="Times New Roman" panose="02020603050405020304" pitchFamily="18" charset="0"/>
              <a:cs typeface="Times New Roman" panose="02020603050405020304" pitchFamily="18" charset="0"/>
            </a:endParaRPr>
          </a:p>
        </p:txBody>
      </p:sp>
      <p:grpSp>
        <p:nvGrpSpPr>
          <p:cNvPr id="47" name="Group 46">
            <a:extLst>
              <a:ext uri="{FF2B5EF4-FFF2-40B4-BE49-F238E27FC236}">
                <a16:creationId xmlns:a16="http://schemas.microsoft.com/office/drawing/2014/main" id="{9378FA1B-22E6-691A-7353-0E95A8E0425C}"/>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DF998919-F2DF-E08F-7D47-BBD9A82A0AC2}"/>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DDA785B4-B796-4E2B-B78A-41145628A0E5}"/>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A7A2D5E5-8139-AF09-0DE5-E62DF473D4C6}"/>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D022026E-40D1-BF53-BED1-A1423AD7034F}"/>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5FC7E4EB-D941-4FA4-86F9-B608960E722E}"/>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CDE4A42D-9EA0-8D13-6F90-4266180FA319}"/>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B217F375-98A5-244E-3B72-B4EA78A5CEE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Tree>
    <p:extLst>
      <p:ext uri="{BB962C8B-B14F-4D97-AF65-F5344CB8AC3E}">
        <p14:creationId xmlns:p14="http://schemas.microsoft.com/office/powerpoint/2010/main" val="241476071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 calcmode="lin" valueType="num">
                                      <p:cBhvr additive="base">
                                        <p:cTn id="11"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anim calcmode="lin" valueType="num">
                                      <p:cBhvr additive="base">
                                        <p:cTn id="15" dur="500" fill="hold"/>
                                        <p:tgtEl>
                                          <p:spTgt spid="18">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8">
                                            <p:txEl>
                                              <p:pRg st="2" end="2"/>
                                            </p:txEl>
                                          </p:spTgt>
                                        </p:tgtEl>
                                        <p:attrNameLst>
                                          <p:attrName>style.visibility</p:attrName>
                                        </p:attrNameLst>
                                      </p:cBhvr>
                                      <p:to>
                                        <p:strVal val="visible"/>
                                      </p:to>
                                    </p:set>
                                    <p:anim calcmode="lin" valueType="num">
                                      <p:cBhvr additive="base">
                                        <p:cTn id="19" dur="500" fill="hold"/>
                                        <p:tgtEl>
                                          <p:spTgt spid="1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8">
                                            <p:txEl>
                                              <p:pRg st="3" end="3"/>
                                            </p:txEl>
                                          </p:spTgt>
                                        </p:tgtEl>
                                        <p:attrNameLst>
                                          <p:attrName>style.visibility</p:attrName>
                                        </p:attrNameLst>
                                      </p:cBhvr>
                                      <p:to>
                                        <p:strVal val="visible"/>
                                      </p:to>
                                    </p:set>
                                    <p:anim calcmode="lin" valueType="num">
                                      <p:cBhvr additive="base">
                                        <p:cTn id="23" dur="500" fill="hold"/>
                                        <p:tgtEl>
                                          <p:spTgt spid="18">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 calcmode="lin" valueType="num">
                                      <p:cBhvr additive="base">
                                        <p:cTn id="27" dur="500" fill="hold"/>
                                        <p:tgtEl>
                                          <p:spTgt spid="18">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8">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8">
                                            <p:txEl>
                                              <p:pRg st="5" end="5"/>
                                            </p:txEl>
                                          </p:spTgt>
                                        </p:tgtEl>
                                        <p:attrNameLst>
                                          <p:attrName>style.visibility</p:attrName>
                                        </p:attrNameLst>
                                      </p:cBhvr>
                                      <p:to>
                                        <p:strVal val="visible"/>
                                      </p:to>
                                    </p:set>
                                    <p:anim calcmode="lin" valueType="num">
                                      <p:cBhvr additive="base">
                                        <p:cTn id="31" dur="500" fill="hold"/>
                                        <p:tgtEl>
                                          <p:spTgt spid="1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8">
                                            <p:txEl>
                                              <p:pRg st="6" end="6"/>
                                            </p:txEl>
                                          </p:spTgt>
                                        </p:tgtEl>
                                        <p:attrNameLst>
                                          <p:attrName>style.visibility</p:attrName>
                                        </p:attrNameLst>
                                      </p:cBhvr>
                                      <p:to>
                                        <p:strVal val="visible"/>
                                      </p:to>
                                    </p:set>
                                    <p:anim calcmode="lin" valueType="num">
                                      <p:cBhvr additive="base">
                                        <p:cTn id="35" dur="500" fill="hold"/>
                                        <p:tgtEl>
                                          <p:spTgt spid="18">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8">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8">
                                            <p:txEl>
                                              <p:pRg st="7" end="7"/>
                                            </p:txEl>
                                          </p:spTgt>
                                        </p:tgtEl>
                                        <p:attrNameLst>
                                          <p:attrName>style.visibility</p:attrName>
                                        </p:attrNameLst>
                                      </p:cBhvr>
                                      <p:to>
                                        <p:strVal val="visible"/>
                                      </p:to>
                                    </p:set>
                                    <p:anim calcmode="lin" valueType="num">
                                      <p:cBhvr additive="base">
                                        <p:cTn id="39" dur="500" fill="hold"/>
                                        <p:tgtEl>
                                          <p:spTgt spid="18">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8">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8">
                                            <p:txEl>
                                              <p:pRg st="8" end="8"/>
                                            </p:txEl>
                                          </p:spTgt>
                                        </p:tgtEl>
                                        <p:attrNameLst>
                                          <p:attrName>style.visibility</p:attrName>
                                        </p:attrNameLst>
                                      </p:cBhvr>
                                      <p:to>
                                        <p:strVal val="visible"/>
                                      </p:to>
                                    </p:set>
                                    <p:anim calcmode="lin" valueType="num">
                                      <p:cBhvr additive="base">
                                        <p:cTn id="43" dur="500" fill="hold"/>
                                        <p:tgtEl>
                                          <p:spTgt spid="18">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allAtOnce"/>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41B82-2CF1-311C-2482-066AB1550F6E}"/>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C5F220DC-C62D-8033-9426-4F3071AEEB55}"/>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BE2112D1-94AF-524D-EAB1-80F743890699}"/>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E7775189-9342-43BA-81BB-8DB12316FDF1}"/>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4D106601-ADDC-8F94-1A21-E47D3A394543}"/>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61E55BE-D96D-6FC1-B2F0-444DDA46AA32}"/>
              </a:ext>
            </a:extLst>
          </p:cNvPr>
          <p:cNvSpPr txBox="1"/>
          <p:nvPr/>
        </p:nvSpPr>
        <p:spPr>
          <a:xfrm>
            <a:off x="762000" y="5697319"/>
            <a:ext cx="2514600" cy="646331"/>
          </a:xfrm>
          <a:prstGeom prst="rect">
            <a:avLst/>
          </a:prstGeom>
          <a:noFill/>
        </p:spPr>
        <p:txBody>
          <a:bodyPr wrap="square" rtlCol="0">
            <a:spAutoFit/>
          </a:bodyPr>
          <a:lstStyle/>
          <a:p>
            <a:r>
              <a:rPr lang="vi-VN" sz="3600">
                <a:latin typeface="Times New Roman" panose="02020603050405020304" pitchFamily="18" charset="0"/>
                <a:cs typeface="Times New Roman" panose="02020603050405020304" pitchFamily="18" charset="0"/>
              </a:rPr>
              <a:t>Ngoài nước</a:t>
            </a:r>
            <a:endParaRPr lang="en-US" sz="360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A43249D0-548A-C088-22E4-5515DDCE8256}"/>
              </a:ext>
            </a:extLst>
          </p:cNvPr>
          <p:cNvSpPr txBox="1"/>
          <p:nvPr/>
        </p:nvSpPr>
        <p:spPr>
          <a:xfrm>
            <a:off x="3810000" y="3587125"/>
            <a:ext cx="14249400" cy="4866717"/>
          </a:xfrm>
          <a:prstGeom prst="rect">
            <a:avLst/>
          </a:prstGeom>
          <a:noFill/>
        </p:spPr>
        <p:txBody>
          <a:bodyPr wrap="square" rtlCol="0">
            <a:spAutoFit/>
          </a:bodyPr>
          <a:lstStyle/>
          <a:p>
            <a:pPr>
              <a:lnSpc>
                <a:spcPct val="200000"/>
              </a:lnSpc>
            </a:pPr>
            <a:r>
              <a:rPr lang="pt-BR" sz="3200">
                <a:latin typeface="Times New Roman" panose="02020603050405020304" pitchFamily="18" charset="0"/>
                <a:ea typeface="SimSun" panose="02010600030101010101" pitchFamily="2" charset="-122"/>
                <a:cs typeface="Times New Roman" panose="02020603050405020304" pitchFamily="18" charset="0"/>
              </a:rPr>
              <a:t>	Trên thế giới, các hệ thống trắc nghiệm trực tuyến đã trở thành một phần quan trọng trong quá trình giảng dạy và đánh giá ở các trường đại học. Nhiều quốc gia phát triển đã sớm áp dụng các nền tảng trắc nghiệm học tập trực tuyến không chỉ để kiểm tra kiến thức mà còn để cung cấp môi trường học tập tương tác, mang lại nhiều lợi ích cho cả giảng viên và sinh viên.</a:t>
            </a:r>
            <a:endParaRPr lang="en-US" sz="320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3F218F22-29B4-19AB-84F3-0AFD1B5E185C}"/>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2. TÌNH HÌNH NGHIÊN CỨU TRONG VÀ NGOÀI NƯỚC</a:t>
            </a:r>
            <a:endParaRPr lang="en-US" sz="3600" dirty="0">
              <a:solidFill>
                <a:schemeClr val="bg1"/>
              </a:solidFill>
              <a:latin typeface="Times New Roman" panose="02020603050405020304" pitchFamily="18" charset="0"/>
              <a:cs typeface="Times New Roman" panose="02020603050405020304" pitchFamily="18" charset="0"/>
            </a:endParaRPr>
          </a:p>
        </p:txBody>
      </p:sp>
      <p:grpSp>
        <p:nvGrpSpPr>
          <p:cNvPr id="47" name="Group 46">
            <a:extLst>
              <a:ext uri="{FF2B5EF4-FFF2-40B4-BE49-F238E27FC236}">
                <a16:creationId xmlns:a16="http://schemas.microsoft.com/office/drawing/2014/main" id="{16E11FE6-85F6-3788-F7D3-8246D19E97CB}"/>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81C10372-06A5-A274-CD74-CC56B1735C92}"/>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4B480615-C59F-D227-08E9-DE7F3E35949B}"/>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92411EFF-021C-D234-DAC4-70B9DAD601C6}"/>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9840088D-EB62-92DE-67BB-0830E08FA3B1}"/>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CFDC6A27-0CC8-F0FF-4F7A-5ADA5A668AE9}"/>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552C96C0-D233-F632-AACC-998CD662AE45}"/>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55F3867A-AC1D-681F-A05C-A89242CE185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Tree>
    <p:extLst>
      <p:ext uri="{BB962C8B-B14F-4D97-AF65-F5344CB8AC3E}">
        <p14:creationId xmlns:p14="http://schemas.microsoft.com/office/powerpoint/2010/main" val="28153324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 calcmode="lin" valueType="num">
                                      <p:cBhvr additive="base">
                                        <p:cTn id="11"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allAtOnce"/>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D30A3-DD8B-78E0-7716-A7CC8D075A76}"/>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5E2F5734-76CF-18F4-BEE7-4F9CC0305CF1}"/>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0602AB4E-46B2-2B4D-0D96-19CA77B955E4}"/>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72CD359A-FFF8-9E95-EF3F-7FF81B4BF7A4}"/>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5C4F707A-EFB0-B442-7E62-A3568FD2869F}"/>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C761753-8EE8-786F-E473-FD501DD338AD}"/>
              </a:ext>
            </a:extLst>
          </p:cNvPr>
          <p:cNvSpPr txBox="1"/>
          <p:nvPr/>
        </p:nvSpPr>
        <p:spPr>
          <a:xfrm>
            <a:off x="762000" y="5697319"/>
            <a:ext cx="28956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Một số trang web phổ biến</a:t>
            </a:r>
          </a:p>
        </p:txBody>
      </p:sp>
      <p:sp>
        <p:nvSpPr>
          <p:cNvPr id="18" name="TextBox 17">
            <a:extLst>
              <a:ext uri="{FF2B5EF4-FFF2-40B4-BE49-F238E27FC236}">
                <a16:creationId xmlns:a16="http://schemas.microsoft.com/office/drawing/2014/main" id="{4C386072-3CDB-F8EA-B4DD-9417063F3651}"/>
              </a:ext>
            </a:extLst>
          </p:cNvPr>
          <p:cNvSpPr txBox="1"/>
          <p:nvPr/>
        </p:nvSpPr>
        <p:spPr>
          <a:xfrm>
            <a:off x="3800475" y="4000500"/>
            <a:ext cx="14249400" cy="4382482"/>
          </a:xfrm>
          <a:prstGeom prst="rect">
            <a:avLst/>
          </a:prstGeom>
          <a:noFill/>
        </p:spPr>
        <p:txBody>
          <a:bodyPr wrap="square" rtlCol="0">
            <a:spAutoFit/>
          </a:bodyPr>
          <a:lstStyle/>
          <a:p>
            <a:pPr marL="457200" indent="-457200" algn="just">
              <a:lnSpc>
                <a:spcPct val="130000"/>
              </a:lnSpc>
              <a:spcAft>
                <a:spcPts val="800"/>
              </a:spcAft>
              <a:buFont typeface="Arial" panose="020B0604020202020204" pitchFamily="34" charset="0"/>
              <a:buChar char="•"/>
            </a:pPr>
            <a:r>
              <a:rPr lang="vi-VN" sz="3200" b="1">
                <a:latin typeface="Times New Roman" panose="02020603050405020304" pitchFamily="18" charset="0"/>
                <a:ea typeface="SimSun" panose="02010600030101010101" pitchFamily="2" charset="-122"/>
              </a:rPr>
              <a:t>VietJack (</a:t>
            </a:r>
            <a:r>
              <a:rPr lang="vi-VN" sz="3200" u="sng">
                <a:solidFill>
                  <a:srgbClr val="0000FF"/>
                </a:solidFill>
                <a:latin typeface="Times New Roman" panose="02020603050405020304" pitchFamily="18" charset="0"/>
                <a:ea typeface="SimSun" panose="02010600030101010101" pitchFamily="2" charset="-122"/>
                <a:hlinkClick r:id="rId3"/>
              </a:rPr>
              <a:t>https://www.vietjack.com/</a:t>
            </a:r>
            <a:r>
              <a:rPr lang="vi-VN" sz="3200" b="1">
                <a:latin typeface="Times New Roman" panose="02020603050405020304" pitchFamily="18" charset="0"/>
                <a:ea typeface="SimSun" panose="02010600030101010101" pitchFamily="2" charset="-122"/>
              </a:rPr>
              <a:t>)</a:t>
            </a:r>
            <a:endParaRPr lang="en-US" sz="3200" b="1">
              <a:latin typeface="Times New Roman" panose="02020603050405020304" pitchFamily="18" charset="0"/>
              <a:ea typeface="SimSun" panose="02010600030101010101" pitchFamily="2" charset="-122"/>
            </a:endParaRPr>
          </a:p>
          <a:p>
            <a:pPr marL="457200" indent="-457200" algn="just">
              <a:lnSpc>
                <a:spcPct val="130000"/>
              </a:lnSpc>
              <a:spcAft>
                <a:spcPts val="800"/>
              </a:spcAft>
              <a:buFont typeface="Arial" panose="020B0604020202020204" pitchFamily="34" charset="0"/>
              <a:buChar char="•"/>
            </a:pPr>
            <a:r>
              <a:rPr lang="vi-VN" sz="3200" b="1">
                <a:latin typeface="Times New Roman" panose="02020603050405020304" pitchFamily="18" charset="0"/>
                <a:ea typeface="Times New Roman" panose="02020603050405020304" pitchFamily="18" charset="0"/>
              </a:rPr>
              <a:t>Trắc Nghiệm Online (</a:t>
            </a:r>
            <a:r>
              <a:rPr lang="vi-VN" sz="3200" u="sng">
                <a:solidFill>
                  <a:srgbClr val="0000FF"/>
                </a:solidFill>
                <a:latin typeface="Times New Roman" panose="02020603050405020304" pitchFamily="18" charset="0"/>
                <a:ea typeface="SimSun" panose="02010600030101010101" pitchFamily="2" charset="-122"/>
                <a:hlinkClick r:id="rId4"/>
              </a:rPr>
              <a:t>https://tracnghiem.net/</a:t>
            </a:r>
            <a:r>
              <a:rPr lang="vi-VN" sz="3200" b="1">
                <a:latin typeface="Times New Roman" panose="02020603050405020304" pitchFamily="18" charset="0"/>
                <a:ea typeface="Times New Roman" panose="02020603050405020304" pitchFamily="18" charset="0"/>
              </a:rPr>
              <a:t>)</a:t>
            </a:r>
            <a:endParaRPr lang="en-US" sz="3200" b="1">
              <a:latin typeface="Times New Roman" panose="02020603050405020304" pitchFamily="18" charset="0"/>
              <a:ea typeface="Times New Roman" panose="02020603050405020304" pitchFamily="18" charset="0"/>
            </a:endParaRPr>
          </a:p>
          <a:p>
            <a:pPr marL="457200" indent="-457200" algn="just">
              <a:lnSpc>
                <a:spcPct val="130000"/>
              </a:lnSpc>
              <a:spcAft>
                <a:spcPts val="800"/>
              </a:spcAft>
              <a:buFont typeface="Arial" panose="020B0604020202020204" pitchFamily="34" charset="0"/>
              <a:buChar char="•"/>
            </a:pPr>
            <a:r>
              <a:rPr lang="vi-VN" sz="3200" b="1">
                <a:latin typeface="Times New Roman" panose="02020603050405020304" pitchFamily="18" charset="0"/>
                <a:ea typeface="Times New Roman" panose="02020603050405020304" pitchFamily="18" charset="0"/>
              </a:rPr>
              <a:t>DocTaiLieu (</a:t>
            </a:r>
            <a:r>
              <a:rPr lang="vi-VN" sz="3200" u="sng">
                <a:solidFill>
                  <a:srgbClr val="0000FF"/>
                </a:solidFill>
                <a:latin typeface="Times New Roman" panose="02020603050405020304" pitchFamily="18" charset="0"/>
                <a:ea typeface="SimSun" panose="02010600030101010101" pitchFamily="2" charset="-122"/>
                <a:hlinkClick r:id="rId5">
                  <a:extLst>
                    <a:ext uri="{A12FA001-AC4F-418D-AE19-62706E023703}">
                      <ahyp:hlinkClr xmlns:ahyp="http://schemas.microsoft.com/office/drawing/2018/hyperlinkcolor" val="tx"/>
                    </a:ext>
                  </a:extLst>
                </a:hlinkClick>
              </a:rPr>
              <a:t>https://doctailieu.com/</a:t>
            </a:r>
            <a:r>
              <a:rPr lang="vi-VN" sz="3200" b="1">
                <a:latin typeface="Times New Roman" panose="02020603050405020304" pitchFamily="18" charset="0"/>
                <a:ea typeface="Times New Roman" panose="02020603050405020304" pitchFamily="18" charset="0"/>
              </a:rPr>
              <a:t>)</a:t>
            </a:r>
            <a:endParaRPr lang="en-US" sz="3200">
              <a:latin typeface="Times New Roman" panose="02020603050405020304" pitchFamily="18" charset="0"/>
              <a:ea typeface="Times New Roman" panose="02020603050405020304" pitchFamily="18" charset="0"/>
            </a:endParaRPr>
          </a:p>
          <a:p>
            <a:pPr marL="457200" indent="-457200" algn="just">
              <a:lnSpc>
                <a:spcPct val="130000"/>
              </a:lnSpc>
              <a:spcAft>
                <a:spcPts val="800"/>
              </a:spcAft>
              <a:buFont typeface="Arial" panose="020B0604020202020204" pitchFamily="34" charset="0"/>
              <a:buChar char="•"/>
            </a:pPr>
            <a:r>
              <a:rPr lang="pt-BR" sz="3200" b="1">
                <a:latin typeface="Times New Roman" panose="02020603050405020304" pitchFamily="18" charset="0"/>
                <a:ea typeface="SimSun" panose="02010600030101010101" pitchFamily="2" charset="-122"/>
                <a:cs typeface="Times New Roman" panose="02020603050405020304" pitchFamily="18" charset="0"/>
              </a:rPr>
              <a:t>Moodle</a:t>
            </a:r>
            <a:r>
              <a:rPr lang="pt-BR" sz="3200">
                <a:latin typeface="Times New Roman" panose="02020603050405020304" pitchFamily="18" charset="0"/>
                <a:ea typeface="SimSun" panose="02010600030101010101" pitchFamily="2" charset="-122"/>
                <a:cs typeface="Times New Roman" panose="02020603050405020304" pitchFamily="18" charset="0"/>
              </a:rPr>
              <a:t> (</a:t>
            </a:r>
            <a:r>
              <a:rPr lang="pt-BR" sz="3200" u="sng">
                <a:solidFill>
                  <a:srgbClr val="0000FF"/>
                </a:solidFill>
                <a:latin typeface="Times New Roman" panose="02020603050405020304" pitchFamily="18" charset="0"/>
                <a:ea typeface="SimSun" panose="02010600030101010101" pitchFamily="2" charset="-122"/>
                <a:hlinkClick r:id="rId6">
                  <a:extLst>
                    <a:ext uri="{A12FA001-AC4F-418D-AE19-62706E023703}">
                      <ahyp:hlinkClr xmlns:ahyp="http://schemas.microsoft.com/office/drawing/2018/hyperlinkcolor" val="tx"/>
                    </a:ext>
                  </a:extLst>
                </a:hlinkClick>
              </a:rPr>
              <a:t>https://Moodle.org</a:t>
            </a:r>
            <a:r>
              <a:rPr lang="pt-BR" sz="3200">
                <a:latin typeface="Times New Roman" panose="02020603050405020304" pitchFamily="18" charset="0"/>
                <a:ea typeface="SimSun" panose="02010600030101010101" pitchFamily="2" charset="-122"/>
                <a:cs typeface="Times New Roman" panose="02020603050405020304" pitchFamily="18" charset="0"/>
              </a:rPr>
              <a:t>)</a:t>
            </a:r>
          </a:p>
          <a:p>
            <a:pPr marL="457200" indent="-457200" algn="just">
              <a:lnSpc>
                <a:spcPct val="130000"/>
              </a:lnSpc>
              <a:spcAft>
                <a:spcPts val="800"/>
              </a:spcAft>
              <a:buFont typeface="Arial" panose="020B0604020202020204" pitchFamily="34" charset="0"/>
              <a:buChar char="•"/>
            </a:pPr>
            <a:r>
              <a:rPr lang="pt-BR" sz="3200" b="1">
                <a:latin typeface="Times New Roman" panose="02020603050405020304" pitchFamily="18" charset="0"/>
                <a:ea typeface="SimSun" panose="02010600030101010101" pitchFamily="2" charset="-122"/>
                <a:cs typeface="Times New Roman" panose="02020603050405020304" pitchFamily="18" charset="0"/>
              </a:rPr>
              <a:t>Quizlet (</a:t>
            </a:r>
            <a:r>
              <a:rPr lang="pt-BR" sz="3200" u="sng">
                <a:solidFill>
                  <a:srgbClr val="0000FF"/>
                </a:solidFill>
                <a:latin typeface="Times New Roman" panose="02020603050405020304" pitchFamily="18" charset="0"/>
                <a:ea typeface="SimSun" panose="02010600030101010101" pitchFamily="2" charset="-122"/>
              </a:rPr>
              <a:t>https://quizlet.com</a:t>
            </a:r>
            <a:r>
              <a:rPr lang="pt-BR" sz="3200">
                <a:latin typeface="Times New Roman" panose="02020603050405020304" pitchFamily="18" charset="0"/>
                <a:ea typeface="SimSun" panose="02010600030101010101" pitchFamily="2" charset="-122"/>
                <a:cs typeface="Times New Roman" panose="02020603050405020304" pitchFamily="18" charset="0"/>
              </a:rPr>
              <a:t>)</a:t>
            </a:r>
          </a:p>
          <a:p>
            <a:pPr marL="457200" indent="-457200" algn="just">
              <a:lnSpc>
                <a:spcPct val="130000"/>
              </a:lnSpc>
              <a:spcAft>
                <a:spcPts val="800"/>
              </a:spcAft>
              <a:buFont typeface="Arial" panose="020B0604020202020204" pitchFamily="34" charset="0"/>
              <a:buChar char="•"/>
            </a:pPr>
            <a:r>
              <a:rPr lang="vi-VN" sz="3200" b="1">
                <a:latin typeface="Times New Roman" panose="02020603050405020304" pitchFamily="18" charset="0"/>
                <a:ea typeface="Times New Roman" panose="02020603050405020304" pitchFamily="18" charset="0"/>
              </a:rPr>
              <a:t>ClassMarker</a:t>
            </a:r>
            <a:r>
              <a:rPr lang="vi-VN" sz="3200">
                <a:latin typeface="Times New Roman" panose="02020603050405020304" pitchFamily="18" charset="0"/>
                <a:ea typeface="Times New Roman" panose="02020603050405020304" pitchFamily="18" charset="0"/>
              </a:rPr>
              <a:t> (</a:t>
            </a:r>
            <a:r>
              <a:rPr lang="vi-VN" sz="3200" u="sng">
                <a:solidFill>
                  <a:srgbClr val="0000FF"/>
                </a:solidFill>
                <a:latin typeface="Times New Roman" panose="02020603050405020304" pitchFamily="18" charset="0"/>
                <a:ea typeface="SimSun" panose="02010600030101010101" pitchFamily="2" charset="-122"/>
              </a:rPr>
              <a:t>https://classmarker.com</a:t>
            </a:r>
            <a:r>
              <a:rPr lang="vi-VN" sz="3200">
                <a:latin typeface="Times New Roman" panose="02020603050405020304" pitchFamily="18" charset="0"/>
                <a:ea typeface="Times New Roman" panose="02020603050405020304" pitchFamily="18" charset="0"/>
              </a:rPr>
              <a:t>)</a:t>
            </a:r>
            <a:endParaRPr lang="en-US" sz="3200" u="sng">
              <a:solidFill>
                <a:srgbClr val="0000FF"/>
              </a:solidFill>
              <a:latin typeface="Times New Roman" panose="02020603050405020304" pitchFamily="18" charset="0"/>
              <a:ea typeface="SimSun" panose="02010600030101010101" pitchFamily="2" charset="-122"/>
            </a:endParaRPr>
          </a:p>
        </p:txBody>
      </p:sp>
      <p:grpSp>
        <p:nvGrpSpPr>
          <p:cNvPr id="47" name="Group 46">
            <a:extLst>
              <a:ext uri="{FF2B5EF4-FFF2-40B4-BE49-F238E27FC236}">
                <a16:creationId xmlns:a16="http://schemas.microsoft.com/office/drawing/2014/main" id="{0215595B-DEB8-CB9F-2A19-43A22928AFD7}"/>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B6E64CF5-89F9-1FEC-61B7-59EBF7D66FC0}"/>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5F65CD4A-2B94-3A61-F176-F6099993792B}"/>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85C64A6A-8042-EA7B-135B-6AD56E84FB5B}"/>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06A73A9B-3148-D2A7-EBE7-25E5A4E9368D}"/>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CA26C34D-1937-F5B9-A4C4-23C0D71C6AF9}"/>
              </a:ext>
            </a:extLst>
          </p:cNvPr>
          <p:cNvSpPr/>
          <p:nvPr/>
        </p:nvSpPr>
        <p:spPr>
          <a:xfrm>
            <a:off x="12335113" y="5574"/>
            <a:ext cx="954107" cy="957984"/>
          </a:xfrm>
          <a:prstGeom prst="ellipse">
            <a:avLst/>
          </a:prstGeom>
          <a:blipFill dpi="0" rotWithShape="1">
            <a:blip r:embed="rId7"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6F2A406E-B76F-B954-E1F9-DC5BF919483E}"/>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FC00464D-1337-CB52-DDF5-75C9E0A736A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F2786C85-CD01-4C93-E386-56DA706353B7}"/>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2. TÌNH HÌNH NGHIÊN CỨU TRONG VÀ NGOÀI NƯỚC</a:t>
            </a:r>
            <a:endParaRPr lang="en-US" sz="3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95694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 calcmode="lin" valueType="num">
                                      <p:cBhvr additive="base">
                                        <p:cTn id="11"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anim calcmode="lin" valueType="num">
                                      <p:cBhvr additive="base">
                                        <p:cTn id="15" dur="500" fill="hold"/>
                                        <p:tgtEl>
                                          <p:spTgt spid="18">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8">
                                            <p:txEl>
                                              <p:pRg st="2" end="2"/>
                                            </p:txEl>
                                          </p:spTgt>
                                        </p:tgtEl>
                                        <p:attrNameLst>
                                          <p:attrName>style.visibility</p:attrName>
                                        </p:attrNameLst>
                                      </p:cBhvr>
                                      <p:to>
                                        <p:strVal val="visible"/>
                                      </p:to>
                                    </p:set>
                                    <p:anim calcmode="lin" valueType="num">
                                      <p:cBhvr additive="base">
                                        <p:cTn id="19" dur="500" fill="hold"/>
                                        <p:tgtEl>
                                          <p:spTgt spid="1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8">
                                            <p:txEl>
                                              <p:pRg st="3" end="3"/>
                                            </p:txEl>
                                          </p:spTgt>
                                        </p:tgtEl>
                                        <p:attrNameLst>
                                          <p:attrName>style.visibility</p:attrName>
                                        </p:attrNameLst>
                                      </p:cBhvr>
                                      <p:to>
                                        <p:strVal val="visible"/>
                                      </p:to>
                                    </p:set>
                                    <p:anim calcmode="lin" valueType="num">
                                      <p:cBhvr additive="base">
                                        <p:cTn id="23" dur="500" fill="hold"/>
                                        <p:tgtEl>
                                          <p:spTgt spid="18">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 calcmode="lin" valueType="num">
                                      <p:cBhvr additive="base">
                                        <p:cTn id="27" dur="500" fill="hold"/>
                                        <p:tgtEl>
                                          <p:spTgt spid="18">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8">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8">
                                            <p:txEl>
                                              <p:pRg st="5" end="5"/>
                                            </p:txEl>
                                          </p:spTgt>
                                        </p:tgtEl>
                                        <p:attrNameLst>
                                          <p:attrName>style.visibility</p:attrName>
                                        </p:attrNameLst>
                                      </p:cBhvr>
                                      <p:to>
                                        <p:strVal val="visible"/>
                                      </p:to>
                                    </p:set>
                                    <p:anim calcmode="lin" valueType="num">
                                      <p:cBhvr additive="base">
                                        <p:cTn id="31" dur="500" fill="hold"/>
                                        <p:tgtEl>
                                          <p:spTgt spid="1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allAtOnce"/>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C5086-36BF-5A97-B81F-4421FEAF9CC4}"/>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2F913D05-46C0-7966-B0C7-EE569A1A9798}"/>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E1D9BA36-A75F-CA1A-9639-FDBA4912A952}"/>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2088C2C2-06A8-C2EC-1351-B93E037053C1}"/>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D2221980-C5DC-1001-7E44-BDAE28EE52F6}"/>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4639F6E-93A9-1F42-B6B1-7719B219D72D}"/>
              </a:ext>
            </a:extLst>
          </p:cNvPr>
          <p:cNvSpPr txBox="1"/>
          <p:nvPr/>
        </p:nvSpPr>
        <p:spPr>
          <a:xfrm>
            <a:off x="685800" y="5466487"/>
            <a:ext cx="3028950" cy="1754326"/>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Tính thời sự, tầm quan trọng của đề tài</a:t>
            </a:r>
          </a:p>
        </p:txBody>
      </p:sp>
      <p:sp>
        <p:nvSpPr>
          <p:cNvPr id="18" name="TextBox 17">
            <a:extLst>
              <a:ext uri="{FF2B5EF4-FFF2-40B4-BE49-F238E27FC236}">
                <a16:creationId xmlns:a16="http://schemas.microsoft.com/office/drawing/2014/main" id="{BF6C44E7-26E3-9E50-2A00-92755336CC5C}"/>
              </a:ext>
            </a:extLst>
          </p:cNvPr>
          <p:cNvSpPr txBox="1"/>
          <p:nvPr/>
        </p:nvSpPr>
        <p:spPr>
          <a:xfrm>
            <a:off x="3810000" y="2453830"/>
            <a:ext cx="14249400" cy="7478970"/>
          </a:xfrm>
          <a:prstGeom prst="rect">
            <a:avLst/>
          </a:prstGeom>
          <a:noFill/>
        </p:spPr>
        <p:txBody>
          <a:bodyPr wrap="square" rtlCol="0">
            <a:spAutoFit/>
          </a:bodyPr>
          <a:lstStyle/>
          <a:p>
            <a:r>
              <a:rPr lang="en-US" sz="3200">
                <a:latin typeface="Times New Roman" panose="02020603050405020304" pitchFamily="18" charset="0"/>
                <a:ea typeface="Times New Roman" panose="02020603050405020304" pitchFamily="18" charset="0"/>
              </a:rPr>
              <a:t>	</a:t>
            </a:r>
            <a:r>
              <a:rPr lang="vi-VN" sz="3200">
                <a:latin typeface="Times New Roman" panose="02020603050405020304" pitchFamily="18" charset="0"/>
                <a:ea typeface="Times New Roman" panose="02020603050405020304" pitchFamily="18" charset="0"/>
              </a:rPr>
              <a:t>Hiện nay, Học Viện Nông Nghiệp Việt Nam đã có một số ít trang web trắc nghiệm hỗ trợ sinh viên trong quá trình ôn tập và kiểm tra kiến thức</a:t>
            </a:r>
            <a:r>
              <a:rPr lang="en-US" sz="3200">
                <a:latin typeface="Times New Roman" panose="02020603050405020304" pitchFamily="18" charset="0"/>
                <a:ea typeface="Times New Roman" panose="02020603050405020304" pitchFamily="18" charset="0"/>
              </a:rPr>
              <a:t> </a:t>
            </a:r>
            <a:r>
              <a:rPr lang="vi-VN" sz="3200">
                <a:latin typeface="Times New Roman" panose="02020603050405020304" pitchFamily="18" charset="0"/>
                <a:ea typeface="SimSun" panose="02010600030101010101" pitchFamily="2" charset="-122"/>
              </a:rPr>
              <a:t>nhưng đang số là trên nền tảng web, chưa có trên nền tảng moblie</a:t>
            </a:r>
            <a:r>
              <a:rPr lang="vi-VN" sz="3200">
                <a:latin typeface="Times New Roman" panose="02020603050405020304" pitchFamily="18" charset="0"/>
                <a:ea typeface="Times New Roman" panose="02020603050405020304" pitchFamily="18" charset="0"/>
              </a:rPr>
              <a:t>. Đa số sinh viên khi muốn ôn thi và nâng cao kỹ năng thường phải tìm kiếm các nguồn tài liệu như các trang web trên mạng, thậm trí các bạn phải mất phí để được sử dụng.... nhưng việc này không mang lại hiệu quả cao. </a:t>
            </a:r>
            <a:endParaRPr lang="en-US" sz="3200">
              <a:latin typeface="Times New Roman" panose="02020603050405020304" pitchFamily="18" charset="0"/>
              <a:ea typeface="Times New Roman" panose="02020603050405020304" pitchFamily="18" charset="0"/>
            </a:endParaRPr>
          </a:p>
          <a:p>
            <a:pPr marL="457200" indent="-457200">
              <a:buFont typeface="Arial" panose="020B0604020202020204" pitchFamily="34" charset="0"/>
              <a:buChar char="•"/>
            </a:pPr>
            <a:r>
              <a:rPr lang="vi-VN" sz="3200" b="1">
                <a:latin typeface="Times New Roman" panose="02020603050405020304" pitchFamily="18" charset="0"/>
                <a:cs typeface="Times New Roman" panose="02020603050405020304" pitchFamily="18" charset="0"/>
              </a:rPr>
              <a:t>Nhu cầu cấp thiết:</a:t>
            </a:r>
            <a:r>
              <a:rPr lang="vi-VN" sz="3200">
                <a:latin typeface="Times New Roman" panose="02020603050405020304" pitchFamily="18" charset="0"/>
                <a:cs typeface="Times New Roman" panose="02020603050405020304" pitchFamily="18" charset="0"/>
              </a:rPr>
              <a:t> Sinh viên đang thiếu nguồn tài liệu ôn tập, trắc nghiệm chất lượng, dễ tiếp cận và miễn phí.</a:t>
            </a:r>
          </a:p>
          <a:p>
            <a:pPr marL="457200" indent="-457200">
              <a:buFont typeface="Arial" panose="020B0604020202020204" pitchFamily="34" charset="0"/>
              <a:buChar char="•"/>
            </a:pPr>
            <a:r>
              <a:rPr lang="vi-VN" sz="3200" b="1">
                <a:latin typeface="Times New Roman" panose="02020603050405020304" pitchFamily="18" charset="0"/>
                <a:cs typeface="Times New Roman" panose="02020603050405020304" pitchFamily="18" charset="0"/>
              </a:rPr>
              <a:t>Giải pháp tối ưu:</a:t>
            </a:r>
            <a:r>
              <a:rPr lang="vi-VN" sz="3200">
                <a:latin typeface="Times New Roman" panose="02020603050405020304" pitchFamily="18" charset="0"/>
                <a:cs typeface="Times New Roman" panose="02020603050405020304" pitchFamily="18" charset="0"/>
              </a:rPr>
              <a:t> Xây dựng </a:t>
            </a:r>
            <a:r>
              <a:rPr lang="en-US" sz="3200">
                <a:latin typeface="Times New Roman" panose="02020603050405020304" pitchFamily="18" charset="0"/>
                <a:cs typeface="Times New Roman" panose="02020603050405020304" pitchFamily="18" charset="0"/>
              </a:rPr>
              <a:t>một hệ thống </a:t>
            </a:r>
            <a:r>
              <a:rPr lang="vi-VN" sz="3200">
                <a:latin typeface="Times New Roman" panose="02020603050405020304" pitchFamily="18" charset="0"/>
                <a:cs typeface="Times New Roman" panose="02020603050405020304" pitchFamily="18" charset="0"/>
              </a:rPr>
              <a:t>trắc nghiệm trực tuyến, miễn phí, là giải pháp hiệu quả cho sinh viên tự học.</a:t>
            </a:r>
          </a:p>
          <a:p>
            <a:pPr marL="457200" indent="-457200">
              <a:buFont typeface="Arial" panose="020B0604020202020204" pitchFamily="34" charset="0"/>
              <a:buChar char="•"/>
            </a:pPr>
            <a:r>
              <a:rPr lang="vi-VN" sz="3200" b="1">
                <a:latin typeface="Times New Roman" panose="02020603050405020304" pitchFamily="18" charset="0"/>
                <a:cs typeface="Times New Roman" panose="02020603050405020304" pitchFamily="18" charset="0"/>
              </a:rPr>
              <a:t>Lợi ích đa chiều:</a:t>
            </a:r>
            <a:r>
              <a:rPr lang="vi-VN" sz="3200">
                <a:latin typeface="Times New Roman" panose="02020603050405020304" pitchFamily="18" charset="0"/>
                <a:cs typeface="Times New Roman" panose="02020603050405020304" pitchFamily="18" charset="0"/>
              </a:rPr>
              <a:t> </a:t>
            </a:r>
            <a:r>
              <a:rPr lang="en-US" sz="3200">
                <a:latin typeface="Times New Roman" panose="02020603050405020304" pitchFamily="18" charset="0"/>
                <a:cs typeface="Times New Roman" panose="02020603050405020304" pitchFamily="18" charset="0"/>
              </a:rPr>
              <a:t>Hệ thống </a:t>
            </a:r>
            <a:r>
              <a:rPr lang="vi-VN" sz="3200">
                <a:latin typeface="Times New Roman" panose="02020603050405020304" pitchFamily="18" charset="0"/>
                <a:cs typeface="Times New Roman" panose="02020603050405020304" pitchFamily="18" charset="0"/>
              </a:rPr>
              <a:t>không chỉ hỗ trợ học tập mà còn tạo cơ hội giao lưu, chia sẻ, nâng cao chất lượng học tập và hình ảnh Học viện.</a:t>
            </a:r>
          </a:p>
          <a:p>
            <a:pPr marL="457200" indent="-457200">
              <a:buFont typeface="Arial" panose="020B0604020202020204" pitchFamily="34" charset="0"/>
              <a:buChar char="•"/>
            </a:pPr>
            <a:r>
              <a:rPr lang="vi-VN" sz="3200" b="1">
                <a:latin typeface="Times New Roman" panose="02020603050405020304" pitchFamily="18" charset="0"/>
                <a:cs typeface="Times New Roman" panose="02020603050405020304" pitchFamily="18" charset="0"/>
              </a:rPr>
              <a:t>Tầm quan trọng đặc biệt:</a:t>
            </a:r>
            <a:r>
              <a:rPr lang="vi-VN" sz="3200">
                <a:latin typeface="Times New Roman" panose="02020603050405020304" pitchFamily="18" charset="0"/>
                <a:cs typeface="Times New Roman" panose="02020603050405020304" pitchFamily="18" charset="0"/>
              </a:rPr>
              <a:t> </a:t>
            </a:r>
            <a:r>
              <a:rPr lang="en-US" sz="3200">
                <a:latin typeface="Times New Roman" panose="02020603050405020304" pitchFamily="18" charset="0"/>
                <a:cs typeface="Times New Roman" panose="02020603050405020304" pitchFamily="18" charset="0"/>
              </a:rPr>
              <a:t>Hệ thống </a:t>
            </a:r>
            <a:r>
              <a:rPr lang="vi-VN" sz="3200">
                <a:latin typeface="Times New Roman" panose="02020603050405020304" pitchFamily="18" charset="0"/>
                <a:cs typeface="Times New Roman" panose="02020603050405020304" pitchFamily="18" charset="0"/>
              </a:rPr>
              <a:t>trắc nghiệm đem lại lợi ích cho cả tân sinh viên và tất cả sinh viên</a:t>
            </a:r>
            <a:r>
              <a:rPr lang="en-US" sz="3200">
                <a:latin typeface="Times New Roman" panose="02020603050405020304" pitchFamily="18" charset="0"/>
                <a:cs typeface="Times New Roman" panose="02020603050405020304" pitchFamily="18" charset="0"/>
              </a:rPr>
              <a:t> đang học tập tại Học viện</a:t>
            </a:r>
            <a:r>
              <a:rPr lang="vi-VN" sz="3200">
                <a:latin typeface="Times New Roman" panose="02020603050405020304" pitchFamily="18" charset="0"/>
                <a:cs typeface="Times New Roman" panose="02020603050405020304" pitchFamily="18" charset="0"/>
              </a:rPr>
              <a:t>, giúp họ tự học và đạt được kết quả cao.</a:t>
            </a:r>
          </a:p>
        </p:txBody>
      </p:sp>
      <p:grpSp>
        <p:nvGrpSpPr>
          <p:cNvPr id="47" name="Group 46">
            <a:extLst>
              <a:ext uri="{FF2B5EF4-FFF2-40B4-BE49-F238E27FC236}">
                <a16:creationId xmlns:a16="http://schemas.microsoft.com/office/drawing/2014/main" id="{61DD330F-A2D7-E113-DEE1-83F9C77BCEB5}"/>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A471ACD7-55EE-4E05-6F4F-2E0513910562}"/>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0074EE17-D317-0367-796A-771265C35CD5}"/>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21299B38-35D5-42C5-71A8-E11FB97B325D}"/>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B8DC85D9-E4A7-6A9D-F79B-225512616AB9}"/>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FDA06AE3-E3DB-2815-5FBA-22837F2EDB11}"/>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995A0681-0D0A-5157-539E-342FA6514DB1}"/>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16161350-E260-3AA4-A4A6-DA033D58B81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DD709350-2E18-D3A4-B48A-6E0D1AC455C6}"/>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2. TÌNH HÌNH NGHIÊN CỨU TRONG VÀ NGOÀI NƯỚC</a:t>
            </a:r>
            <a:endParaRPr lang="en-US" sz="3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050934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 calcmode="lin" valueType="num">
                                      <p:cBhvr additive="base">
                                        <p:cTn id="11"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anim calcmode="lin" valueType="num">
                                      <p:cBhvr additive="base">
                                        <p:cTn id="15" dur="500" fill="hold"/>
                                        <p:tgtEl>
                                          <p:spTgt spid="18">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8">
                                            <p:txEl>
                                              <p:pRg st="2" end="2"/>
                                            </p:txEl>
                                          </p:spTgt>
                                        </p:tgtEl>
                                        <p:attrNameLst>
                                          <p:attrName>style.visibility</p:attrName>
                                        </p:attrNameLst>
                                      </p:cBhvr>
                                      <p:to>
                                        <p:strVal val="visible"/>
                                      </p:to>
                                    </p:set>
                                    <p:anim calcmode="lin" valueType="num">
                                      <p:cBhvr additive="base">
                                        <p:cTn id="19" dur="500" fill="hold"/>
                                        <p:tgtEl>
                                          <p:spTgt spid="1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8">
                                            <p:txEl>
                                              <p:pRg st="3" end="3"/>
                                            </p:txEl>
                                          </p:spTgt>
                                        </p:tgtEl>
                                        <p:attrNameLst>
                                          <p:attrName>style.visibility</p:attrName>
                                        </p:attrNameLst>
                                      </p:cBhvr>
                                      <p:to>
                                        <p:strVal val="visible"/>
                                      </p:to>
                                    </p:set>
                                    <p:anim calcmode="lin" valueType="num">
                                      <p:cBhvr additive="base">
                                        <p:cTn id="23" dur="500" fill="hold"/>
                                        <p:tgtEl>
                                          <p:spTgt spid="18">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 calcmode="lin" valueType="num">
                                      <p:cBhvr additive="base">
                                        <p:cTn id="27" dur="500" fill="hold"/>
                                        <p:tgtEl>
                                          <p:spTgt spid="18">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allAtOnce"/>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786BD-D1CE-87D6-70AC-F90E7BF6D5B6}"/>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D0E23E6B-ABCB-1735-231D-41CBEFBB6E5C}"/>
              </a:ext>
            </a:extLst>
          </p:cNvPr>
          <p:cNvSpPr/>
          <p:nvPr/>
        </p:nvSpPr>
        <p:spPr>
          <a:xfrm>
            <a:off x="3810000" y="2400300"/>
            <a:ext cx="14478000" cy="7878236"/>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1" name="Rectangle 20">
            <a:extLst>
              <a:ext uri="{FF2B5EF4-FFF2-40B4-BE49-F238E27FC236}">
                <a16:creationId xmlns:a16="http://schemas.microsoft.com/office/drawing/2014/main" id="{9BFFC742-635D-F8C8-D4FD-5277838E3B22}"/>
              </a:ext>
            </a:extLst>
          </p:cNvPr>
          <p:cNvSpPr/>
          <p:nvPr/>
        </p:nvSpPr>
        <p:spPr>
          <a:xfrm>
            <a:off x="0" y="1186334"/>
            <a:ext cx="3810000" cy="1213966"/>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3" name="Rectangle: Rounded Corners 22">
            <a:extLst>
              <a:ext uri="{FF2B5EF4-FFF2-40B4-BE49-F238E27FC236}">
                <a16:creationId xmlns:a16="http://schemas.microsoft.com/office/drawing/2014/main" id="{C18BD4DD-3F63-1B25-A953-067CA959924F}"/>
              </a:ext>
            </a:extLst>
          </p:cNvPr>
          <p:cNvSpPr/>
          <p:nvPr/>
        </p:nvSpPr>
        <p:spPr>
          <a:xfrm>
            <a:off x="3886200" y="3695700"/>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4" name="TextBox 23">
            <a:extLst>
              <a:ext uri="{FF2B5EF4-FFF2-40B4-BE49-F238E27FC236}">
                <a16:creationId xmlns:a16="http://schemas.microsoft.com/office/drawing/2014/main" id="{B87350F7-191E-980E-9E34-466ED73741C5}"/>
              </a:ext>
            </a:extLst>
          </p:cNvPr>
          <p:cNvSpPr txBox="1"/>
          <p:nvPr/>
        </p:nvSpPr>
        <p:spPr>
          <a:xfrm>
            <a:off x="288004" y="1325218"/>
            <a:ext cx="3217196"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NỘI DUNG</a:t>
            </a:r>
          </a:p>
        </p:txBody>
      </p:sp>
      <p:sp>
        <p:nvSpPr>
          <p:cNvPr id="26" name="TextBox 25">
            <a:extLst>
              <a:ext uri="{FF2B5EF4-FFF2-40B4-BE49-F238E27FC236}">
                <a16:creationId xmlns:a16="http://schemas.microsoft.com/office/drawing/2014/main" id="{578EF325-F90B-0F6B-7D21-B54BBC83422A}"/>
              </a:ext>
            </a:extLst>
          </p:cNvPr>
          <p:cNvSpPr txBox="1"/>
          <p:nvPr/>
        </p:nvSpPr>
        <p:spPr>
          <a:xfrm>
            <a:off x="3810000" y="2412254"/>
            <a:ext cx="11734800" cy="5603930"/>
          </a:xfrm>
          <a:prstGeom prst="rect">
            <a:avLst/>
          </a:prstGeom>
          <a:noFill/>
          <a:ln>
            <a:noFill/>
          </a:ln>
        </p:spPr>
        <p:txBody>
          <a:bodyPr wrap="square" rtlCol="0">
            <a:spAutoFit/>
          </a:bodyPr>
          <a:lstStyle/>
          <a:p>
            <a:pPr marL="742950" indent="-742950">
              <a:lnSpc>
                <a:spcPct val="200000"/>
              </a:lnSpc>
              <a:buAutoNum type="arabicPeriod"/>
            </a:pPr>
            <a:r>
              <a:rPr lang="en-US" sz="3600">
                <a:latin typeface="Times New Roman" panose="02020603050405020304" pitchFamily="18" charset="0"/>
                <a:cs typeface="Times New Roman" panose="02020603050405020304" pitchFamily="18" charset="0"/>
              </a:rPr>
              <a:t>MỞ ĐẦU</a:t>
            </a:r>
          </a:p>
          <a:p>
            <a:pPr marL="742950" indent="-742950">
              <a:lnSpc>
                <a:spcPct val="200000"/>
              </a:lnSpc>
              <a:buFontTx/>
              <a:buAutoNum type="arabicPeriod"/>
            </a:pPr>
            <a:r>
              <a:rPr lang="en-US" sz="3600">
                <a:solidFill>
                  <a:schemeClr val="bg1"/>
                </a:solidFill>
                <a:latin typeface="Times New Roman" panose="02020603050405020304" pitchFamily="18" charset="0"/>
                <a:cs typeface="Times New Roman" panose="02020603050405020304" pitchFamily="18" charset="0"/>
              </a:rPr>
              <a:t>TÌNH HÌNH NGHIÊN CỨU TRONG VÀ NGOÀI NƯỚC</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NỘI DUNG VÀ PHƯƠNG PHÁP NGHIÊN CỨU</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KẾT QUẢ VÀ THẢO LUẬN</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KẾT LUẬN VÀ ĐỀ NGHỊ</a:t>
            </a:r>
          </a:p>
        </p:txBody>
      </p:sp>
      <p:grpSp>
        <p:nvGrpSpPr>
          <p:cNvPr id="27" name="Group 26">
            <a:extLst>
              <a:ext uri="{FF2B5EF4-FFF2-40B4-BE49-F238E27FC236}">
                <a16:creationId xmlns:a16="http://schemas.microsoft.com/office/drawing/2014/main" id="{86271971-4009-58C3-7FC1-000BF5918B19}"/>
              </a:ext>
            </a:extLst>
          </p:cNvPr>
          <p:cNvGrpSpPr/>
          <p:nvPr/>
        </p:nvGrpSpPr>
        <p:grpSpPr>
          <a:xfrm>
            <a:off x="0" y="0"/>
            <a:ext cx="18360000" cy="1188944"/>
            <a:chOff x="0" y="0"/>
            <a:chExt cx="18360000" cy="1188944"/>
          </a:xfrm>
        </p:grpSpPr>
        <p:sp>
          <p:nvSpPr>
            <p:cNvPr id="28" name="Rectangle 27">
              <a:extLst>
                <a:ext uri="{FF2B5EF4-FFF2-40B4-BE49-F238E27FC236}">
                  <a16:creationId xmlns:a16="http://schemas.microsoft.com/office/drawing/2014/main" id="{6950440C-8935-7830-037F-328380FC48CA}"/>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9" name="Rectangle 28">
              <a:extLst>
                <a:ext uri="{FF2B5EF4-FFF2-40B4-BE49-F238E27FC236}">
                  <a16:creationId xmlns:a16="http://schemas.microsoft.com/office/drawing/2014/main" id="{BDE2E769-A58D-BFB5-F57A-0002B146B32B}"/>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0" name="Rectangle 29">
              <a:extLst>
                <a:ext uri="{FF2B5EF4-FFF2-40B4-BE49-F238E27FC236}">
                  <a16:creationId xmlns:a16="http://schemas.microsoft.com/office/drawing/2014/main" id="{CA2D238D-BBC1-9279-7539-1E811A314BAF}"/>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 name="Rectangle 30">
              <a:extLst>
                <a:ext uri="{FF2B5EF4-FFF2-40B4-BE49-F238E27FC236}">
                  <a16:creationId xmlns:a16="http://schemas.microsoft.com/office/drawing/2014/main" id="{A87687C3-2911-2701-2B27-E2BFEB7D23A8}"/>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32" name="Oval 31">
            <a:extLst>
              <a:ext uri="{FF2B5EF4-FFF2-40B4-BE49-F238E27FC236}">
                <a16:creationId xmlns:a16="http://schemas.microsoft.com/office/drawing/2014/main" id="{C3B4C090-8EBF-7D64-F2C6-FFBDB5D6FB79}"/>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33" name="TextBox 32">
            <a:extLst>
              <a:ext uri="{FF2B5EF4-FFF2-40B4-BE49-F238E27FC236}">
                <a16:creationId xmlns:a16="http://schemas.microsoft.com/office/drawing/2014/main" id="{1C7BBF17-9091-7D0E-C780-0B76D2846BF5}"/>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34" name="Picture 33">
            <a:extLst>
              <a:ext uri="{FF2B5EF4-FFF2-40B4-BE49-F238E27FC236}">
                <a16:creationId xmlns:a16="http://schemas.microsoft.com/office/drawing/2014/main" id="{03A1FACD-BA10-BFB9-991C-27A53017A5D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Tree>
    <p:extLst>
      <p:ext uri="{BB962C8B-B14F-4D97-AF65-F5344CB8AC3E}">
        <p14:creationId xmlns:p14="http://schemas.microsoft.com/office/powerpoint/2010/main" val="207951460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06F0E-5AD2-3AC4-07B7-FC412025E2C1}"/>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9ABA0280-EADF-88B2-557C-164D7BCCDA34}"/>
              </a:ext>
            </a:extLst>
          </p:cNvPr>
          <p:cNvSpPr/>
          <p:nvPr/>
        </p:nvSpPr>
        <p:spPr>
          <a:xfrm>
            <a:off x="3810000" y="2400300"/>
            <a:ext cx="14478000" cy="7878236"/>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1" name="Rectangle 20">
            <a:extLst>
              <a:ext uri="{FF2B5EF4-FFF2-40B4-BE49-F238E27FC236}">
                <a16:creationId xmlns:a16="http://schemas.microsoft.com/office/drawing/2014/main" id="{54A262F6-C5EF-17D9-4ACD-C9B008A402A2}"/>
              </a:ext>
            </a:extLst>
          </p:cNvPr>
          <p:cNvSpPr/>
          <p:nvPr/>
        </p:nvSpPr>
        <p:spPr>
          <a:xfrm>
            <a:off x="0" y="1186334"/>
            <a:ext cx="3810000" cy="1213966"/>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3" name="Rectangle: Rounded Corners 22">
            <a:extLst>
              <a:ext uri="{FF2B5EF4-FFF2-40B4-BE49-F238E27FC236}">
                <a16:creationId xmlns:a16="http://schemas.microsoft.com/office/drawing/2014/main" id="{E664D5E3-3367-35D4-6804-8D8B20987023}"/>
              </a:ext>
            </a:extLst>
          </p:cNvPr>
          <p:cNvSpPr/>
          <p:nvPr/>
        </p:nvSpPr>
        <p:spPr>
          <a:xfrm>
            <a:off x="3886200" y="4808888"/>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4" name="TextBox 23">
            <a:extLst>
              <a:ext uri="{FF2B5EF4-FFF2-40B4-BE49-F238E27FC236}">
                <a16:creationId xmlns:a16="http://schemas.microsoft.com/office/drawing/2014/main" id="{43EADB8F-48E9-EEE4-239E-3AD20948E3BD}"/>
              </a:ext>
            </a:extLst>
          </p:cNvPr>
          <p:cNvSpPr txBox="1"/>
          <p:nvPr/>
        </p:nvSpPr>
        <p:spPr>
          <a:xfrm>
            <a:off x="288004" y="1325218"/>
            <a:ext cx="3217196"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NỘI DUNG</a:t>
            </a:r>
          </a:p>
        </p:txBody>
      </p:sp>
      <p:sp>
        <p:nvSpPr>
          <p:cNvPr id="26" name="TextBox 25">
            <a:extLst>
              <a:ext uri="{FF2B5EF4-FFF2-40B4-BE49-F238E27FC236}">
                <a16:creationId xmlns:a16="http://schemas.microsoft.com/office/drawing/2014/main" id="{3763D50C-98C3-0D61-3D77-5D59B9AD7A4E}"/>
              </a:ext>
            </a:extLst>
          </p:cNvPr>
          <p:cNvSpPr txBox="1"/>
          <p:nvPr/>
        </p:nvSpPr>
        <p:spPr>
          <a:xfrm>
            <a:off x="3810000" y="2412254"/>
            <a:ext cx="11734800" cy="5603930"/>
          </a:xfrm>
          <a:prstGeom prst="rect">
            <a:avLst/>
          </a:prstGeom>
          <a:noFill/>
          <a:ln>
            <a:noFill/>
          </a:ln>
        </p:spPr>
        <p:txBody>
          <a:bodyPr wrap="square" rtlCol="0">
            <a:spAutoFit/>
          </a:bodyPr>
          <a:lstStyle/>
          <a:p>
            <a:pPr marL="742950" indent="-742950">
              <a:lnSpc>
                <a:spcPct val="200000"/>
              </a:lnSpc>
              <a:buAutoNum type="arabicPeriod"/>
            </a:pPr>
            <a:r>
              <a:rPr lang="en-US" sz="3600">
                <a:latin typeface="Times New Roman" panose="02020603050405020304" pitchFamily="18" charset="0"/>
                <a:cs typeface="Times New Roman" panose="02020603050405020304" pitchFamily="18" charset="0"/>
              </a:rPr>
              <a:t>MỞ ĐẦU</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TÌNH HÌNH NGHIÊN CỨU TRONG VÀ NGOÀI NƯỚC</a:t>
            </a:r>
          </a:p>
          <a:p>
            <a:pPr marL="742950" indent="-742950">
              <a:lnSpc>
                <a:spcPct val="200000"/>
              </a:lnSpc>
              <a:buFontTx/>
              <a:buAutoNum type="arabicPeriod"/>
            </a:pPr>
            <a:r>
              <a:rPr lang="en-US" sz="3600">
                <a:solidFill>
                  <a:schemeClr val="bg1"/>
                </a:solidFill>
                <a:latin typeface="Times New Roman" panose="02020603050405020304" pitchFamily="18" charset="0"/>
                <a:cs typeface="Times New Roman" panose="02020603050405020304" pitchFamily="18" charset="0"/>
              </a:rPr>
              <a:t>NỘI DUNG VÀ PHƯƠNG PHÁP NGHIÊN CỨU</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KẾT QUẢ VÀ THẢO LUẬN</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KẾT LUẬN VÀ ĐỀ NGHỊ</a:t>
            </a:r>
          </a:p>
        </p:txBody>
      </p:sp>
      <p:grpSp>
        <p:nvGrpSpPr>
          <p:cNvPr id="27" name="Group 26">
            <a:extLst>
              <a:ext uri="{FF2B5EF4-FFF2-40B4-BE49-F238E27FC236}">
                <a16:creationId xmlns:a16="http://schemas.microsoft.com/office/drawing/2014/main" id="{0D3DE6B5-D0B4-E64F-DBD6-7CD05A6728F6}"/>
              </a:ext>
            </a:extLst>
          </p:cNvPr>
          <p:cNvGrpSpPr/>
          <p:nvPr/>
        </p:nvGrpSpPr>
        <p:grpSpPr>
          <a:xfrm>
            <a:off x="0" y="0"/>
            <a:ext cx="18360000" cy="1188944"/>
            <a:chOff x="0" y="0"/>
            <a:chExt cx="18360000" cy="1188944"/>
          </a:xfrm>
        </p:grpSpPr>
        <p:sp>
          <p:nvSpPr>
            <p:cNvPr id="28" name="Rectangle 27">
              <a:extLst>
                <a:ext uri="{FF2B5EF4-FFF2-40B4-BE49-F238E27FC236}">
                  <a16:creationId xmlns:a16="http://schemas.microsoft.com/office/drawing/2014/main" id="{8C25398B-A40E-77BA-1215-64505C74292F}"/>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9" name="Rectangle 28">
              <a:extLst>
                <a:ext uri="{FF2B5EF4-FFF2-40B4-BE49-F238E27FC236}">
                  <a16:creationId xmlns:a16="http://schemas.microsoft.com/office/drawing/2014/main" id="{FDE1F5E3-8B96-52D1-6FAF-98B03D1012D4}"/>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0" name="Rectangle 29">
              <a:extLst>
                <a:ext uri="{FF2B5EF4-FFF2-40B4-BE49-F238E27FC236}">
                  <a16:creationId xmlns:a16="http://schemas.microsoft.com/office/drawing/2014/main" id="{A92757B9-61B1-B6FF-4058-3230A481984F}"/>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 name="Rectangle 30">
              <a:extLst>
                <a:ext uri="{FF2B5EF4-FFF2-40B4-BE49-F238E27FC236}">
                  <a16:creationId xmlns:a16="http://schemas.microsoft.com/office/drawing/2014/main" id="{224B4EF9-A7F3-9360-BFD9-389A0BCB5573}"/>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32" name="Oval 31">
            <a:extLst>
              <a:ext uri="{FF2B5EF4-FFF2-40B4-BE49-F238E27FC236}">
                <a16:creationId xmlns:a16="http://schemas.microsoft.com/office/drawing/2014/main" id="{92826352-7CA6-8DF2-6068-C3D17BB86E06}"/>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33" name="TextBox 32">
            <a:extLst>
              <a:ext uri="{FF2B5EF4-FFF2-40B4-BE49-F238E27FC236}">
                <a16:creationId xmlns:a16="http://schemas.microsoft.com/office/drawing/2014/main" id="{67981F55-BB97-915A-E74F-8B3C78AC5952}"/>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34" name="Picture 33">
            <a:extLst>
              <a:ext uri="{FF2B5EF4-FFF2-40B4-BE49-F238E27FC236}">
                <a16:creationId xmlns:a16="http://schemas.microsoft.com/office/drawing/2014/main" id="{01ADE9E3-4573-02E2-51AD-BFFD65408F9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Rectangle 1">
            <a:extLst>
              <a:ext uri="{FF2B5EF4-FFF2-40B4-BE49-F238E27FC236}">
                <a16:creationId xmlns:a16="http://schemas.microsoft.com/office/drawing/2014/main" id="{3542934E-1121-4061-773B-F40F2417BD3F}"/>
              </a:ext>
            </a:extLst>
          </p:cNvPr>
          <p:cNvSpPr/>
          <p:nvPr/>
        </p:nvSpPr>
        <p:spPr>
          <a:xfrm>
            <a:off x="-8398" y="10278536"/>
            <a:ext cx="3810000" cy="5136005"/>
          </a:xfrm>
          <a:prstGeom prst="rect">
            <a:avLst/>
          </a:prstGeom>
          <a:solidFill>
            <a:srgbClr val="A3CC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370162672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97CC5-C919-489D-7969-FBEFB5AF7798}"/>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AA35AA2C-D8C5-BEA7-91A0-CA4E1FB53E5E}"/>
              </a:ext>
            </a:extLst>
          </p:cNvPr>
          <p:cNvSpPr/>
          <p:nvPr/>
        </p:nvSpPr>
        <p:spPr>
          <a:xfrm>
            <a:off x="0" y="5150995"/>
            <a:ext cx="3810000" cy="5136005"/>
          </a:xfrm>
          <a:prstGeom prst="rect">
            <a:avLst/>
          </a:prstGeom>
          <a:solidFill>
            <a:srgbClr val="A3CC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8" name="Rectangle 47">
            <a:extLst>
              <a:ext uri="{FF2B5EF4-FFF2-40B4-BE49-F238E27FC236}">
                <a16:creationId xmlns:a16="http://schemas.microsoft.com/office/drawing/2014/main" id="{239CC5A3-EB83-4CC9-185C-FE35820C484F}"/>
              </a:ext>
            </a:extLst>
          </p:cNvPr>
          <p:cNvSpPr/>
          <p:nvPr/>
        </p:nvSpPr>
        <p:spPr>
          <a:xfrm>
            <a:off x="0" y="2400299"/>
            <a:ext cx="3810000" cy="2749749"/>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TextBox 2">
            <a:extLst>
              <a:ext uri="{FF2B5EF4-FFF2-40B4-BE49-F238E27FC236}">
                <a16:creationId xmlns:a16="http://schemas.microsoft.com/office/drawing/2014/main" id="{0171D20A-4F0B-2D8C-5DAC-6D63A3589D4B}"/>
              </a:ext>
            </a:extLst>
          </p:cNvPr>
          <p:cNvSpPr txBox="1"/>
          <p:nvPr/>
        </p:nvSpPr>
        <p:spPr>
          <a:xfrm>
            <a:off x="228599" y="3136953"/>
            <a:ext cx="34290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Địa điểm và thời gian nghiên cứu</a:t>
            </a:r>
          </a:p>
        </p:txBody>
      </p:sp>
      <p:sp>
        <p:nvSpPr>
          <p:cNvPr id="2" name="TextBox 1">
            <a:extLst>
              <a:ext uri="{FF2B5EF4-FFF2-40B4-BE49-F238E27FC236}">
                <a16:creationId xmlns:a16="http://schemas.microsoft.com/office/drawing/2014/main" id="{501F0022-C436-55C0-3A67-E1BC88069D55}"/>
              </a:ext>
            </a:extLst>
          </p:cNvPr>
          <p:cNvSpPr txBox="1"/>
          <p:nvPr/>
        </p:nvSpPr>
        <p:spPr>
          <a:xfrm>
            <a:off x="609600" y="6785483"/>
            <a:ext cx="2667000" cy="1200329"/>
          </a:xfrm>
          <a:prstGeom prst="rect">
            <a:avLst/>
          </a:prstGeom>
          <a:noFill/>
        </p:spPr>
        <p:txBody>
          <a:bodyPr wrap="square" rtlCol="0">
            <a:spAutoFit/>
          </a:bodyPr>
          <a:lstStyle/>
          <a:p>
            <a:r>
              <a:rPr lang="vi-VN" sz="3600">
                <a:latin typeface="Times New Roman" panose="02020603050405020304" pitchFamily="18" charset="0"/>
                <a:cs typeface="Times New Roman" panose="02020603050405020304" pitchFamily="18" charset="0"/>
              </a:rPr>
              <a:t>Phương pháp nghiên cứu</a:t>
            </a:r>
          </a:p>
        </p:txBody>
      </p:sp>
      <p:sp>
        <p:nvSpPr>
          <p:cNvPr id="4" name="TextBox 10">
            <a:extLst>
              <a:ext uri="{FF2B5EF4-FFF2-40B4-BE49-F238E27FC236}">
                <a16:creationId xmlns:a16="http://schemas.microsoft.com/office/drawing/2014/main" id="{F8256E5E-446D-9F20-7903-B54C01AF3326}"/>
              </a:ext>
            </a:extLst>
          </p:cNvPr>
          <p:cNvSpPr txBox="1"/>
          <p:nvPr/>
        </p:nvSpPr>
        <p:spPr>
          <a:xfrm>
            <a:off x="3858223" y="2488700"/>
            <a:ext cx="14201178" cy="1856662"/>
          </a:xfrm>
          <a:prstGeom prst="rect">
            <a:avLst/>
          </a:prstGeom>
        </p:spPr>
        <p:txBody>
          <a:bodyPr wrap="square" lIns="0" tIns="0" rIns="0" bIns="0" rtlCol="0" anchor="t">
            <a:spAutoFit/>
          </a:bodyPr>
          <a:lstStyle/>
          <a:p>
            <a:pPr lvl="0">
              <a:lnSpc>
                <a:spcPct val="130000"/>
              </a:lnSpc>
            </a:pPr>
            <a:r>
              <a:rPr lang="vi-VN" sz="3200">
                <a:latin typeface="Times New Roman" panose="02020603050405020304" pitchFamily="18" charset="0"/>
                <a:ea typeface="SimSun" panose="02010600030101010101" pitchFamily="2" charset="-122"/>
              </a:rPr>
              <a:t>Đề tài được thực hiện tại:</a:t>
            </a:r>
            <a:endParaRPr lang="en-US" sz="3200">
              <a:latin typeface="Times New Roman" panose="02020603050405020304" pitchFamily="18" charset="0"/>
              <a:ea typeface="Times New Roman" panose="02020603050405020304" pitchFamily="18" charset="0"/>
            </a:endParaRPr>
          </a:p>
          <a:p>
            <a:pPr marL="457200" lvl="0" indent="-457200">
              <a:lnSpc>
                <a:spcPct val="130000"/>
              </a:lnSpc>
              <a:buFont typeface="Arial" panose="020B0604020202020204" pitchFamily="34" charset="0"/>
              <a:buChar char="•"/>
            </a:pPr>
            <a:r>
              <a:rPr lang="vi-VN" sz="3200">
                <a:latin typeface="Times New Roman" panose="02020603050405020304" pitchFamily="18" charset="0"/>
                <a:ea typeface="SimSun" panose="02010600030101010101" pitchFamily="2" charset="-122"/>
              </a:rPr>
              <a:t>Khoa Công Nghệ Thông Tin – Học Viện Nông Nghiệp Việt Nam.</a:t>
            </a:r>
            <a:endParaRPr lang="en-US" sz="3200">
              <a:latin typeface="Times New Roman" panose="02020603050405020304" pitchFamily="18" charset="0"/>
              <a:ea typeface="Times New Roman" panose="02020603050405020304" pitchFamily="18" charset="0"/>
            </a:endParaRPr>
          </a:p>
          <a:p>
            <a:pPr marL="457200" lvl="0" indent="-457200" algn="just">
              <a:lnSpc>
                <a:spcPct val="130000"/>
              </a:lnSpc>
              <a:buFont typeface="Arial" panose="020B0604020202020204" pitchFamily="34" charset="0"/>
              <a:buChar char="•"/>
            </a:pPr>
            <a:r>
              <a:rPr lang="vi-VN" sz="3200">
                <a:latin typeface="Times New Roman" panose="02020603050405020304" pitchFamily="18" charset="0"/>
                <a:ea typeface="SimSun" panose="02010600030101010101" pitchFamily="2" charset="-122"/>
              </a:rPr>
              <a:t>Thời gian thực hiện: Từ ngày 13/08/2025 đến 19/10/2025.</a:t>
            </a:r>
            <a:endParaRPr lang="vi-VN" sz="3200">
              <a:latin typeface="Times New Roman" panose="02020603050405020304" pitchFamily="18" charset="0"/>
              <a:ea typeface="Times New Roman" panose="02020603050405020304" pitchFamily="18" charset="0"/>
            </a:endParaRPr>
          </a:p>
        </p:txBody>
      </p:sp>
      <p:sp>
        <p:nvSpPr>
          <p:cNvPr id="6" name="TextBox 5">
            <a:extLst>
              <a:ext uri="{FF2B5EF4-FFF2-40B4-BE49-F238E27FC236}">
                <a16:creationId xmlns:a16="http://schemas.microsoft.com/office/drawing/2014/main" id="{FCE63654-DC2C-226C-A032-3F62832C8206}"/>
              </a:ext>
            </a:extLst>
          </p:cNvPr>
          <p:cNvSpPr txBox="1"/>
          <p:nvPr/>
        </p:nvSpPr>
        <p:spPr>
          <a:xfrm>
            <a:off x="3810000" y="5130800"/>
            <a:ext cx="14249401" cy="1958549"/>
          </a:xfrm>
          <a:prstGeom prst="rect">
            <a:avLst/>
          </a:prstGeom>
          <a:noFill/>
        </p:spPr>
        <p:txBody>
          <a:bodyPr wrap="square" rtlCol="0">
            <a:spAutoFit/>
          </a:bodyPr>
          <a:lstStyle/>
          <a:p>
            <a:pPr marL="457200" lvl="0" indent="-457200">
              <a:lnSpc>
                <a:spcPct val="130000"/>
              </a:lnSpc>
              <a:buFont typeface="Arial" panose="020B0604020202020204" pitchFamily="34" charset="0"/>
              <a:buChar char="•"/>
            </a:pPr>
            <a:r>
              <a:rPr lang="vi-VN" sz="3200">
                <a:latin typeface="Times New Roman" panose="02020603050405020304" pitchFamily="18" charset="0"/>
                <a:ea typeface="SimSun" panose="02010600030101010101" pitchFamily="2" charset="-122"/>
              </a:rPr>
              <a:t>Phương pháp nghiên cứu lý luận</a:t>
            </a:r>
            <a:endParaRPr lang="en-US" sz="3200">
              <a:latin typeface="Times New Roman" panose="02020603050405020304" pitchFamily="18" charset="0"/>
              <a:ea typeface="SimSun" panose="02010600030101010101" pitchFamily="2" charset="-122"/>
            </a:endParaRPr>
          </a:p>
          <a:p>
            <a:pPr marL="457200" lvl="0" indent="-457200">
              <a:lnSpc>
                <a:spcPct val="130000"/>
              </a:lnSpc>
              <a:buFont typeface="Arial" panose="020B0604020202020204" pitchFamily="34" charset="0"/>
              <a:buChar char="•"/>
            </a:pPr>
            <a:r>
              <a:rPr lang="vi-VN" sz="3200">
                <a:latin typeface="Times New Roman" panose="02020603050405020304" pitchFamily="18" charset="0"/>
                <a:ea typeface="SimSun" panose="02010600030101010101" pitchFamily="2" charset="-122"/>
              </a:rPr>
              <a:t>Phương pháp nghiên cứu thực nghiệm</a:t>
            </a:r>
            <a:endParaRPr lang="en-US" sz="3200">
              <a:latin typeface="Times New Roman" panose="02020603050405020304" pitchFamily="18" charset="0"/>
              <a:ea typeface="SimSun" panose="02010600030101010101" pitchFamily="2" charset="-122"/>
            </a:endParaRPr>
          </a:p>
          <a:p>
            <a:pPr marL="457200" lvl="0" indent="-457200">
              <a:lnSpc>
                <a:spcPct val="130000"/>
              </a:lnSpc>
              <a:buFont typeface="Arial" panose="020B0604020202020204" pitchFamily="34" charset="0"/>
              <a:buChar char="•"/>
            </a:pPr>
            <a:r>
              <a:rPr lang="vi-VN" sz="3200">
                <a:latin typeface="Times New Roman" panose="02020603050405020304" pitchFamily="18" charset="0"/>
                <a:ea typeface="SimSun" panose="02010600030101010101" pitchFamily="2" charset="-122"/>
              </a:rPr>
              <a:t>Phương pháp chuyên gia</a:t>
            </a:r>
            <a:endParaRPr lang="en-US" sz="3200"/>
          </a:p>
        </p:txBody>
      </p:sp>
      <p:cxnSp>
        <p:nvCxnSpPr>
          <p:cNvPr id="8" name="Straight Connector 7">
            <a:extLst>
              <a:ext uri="{FF2B5EF4-FFF2-40B4-BE49-F238E27FC236}">
                <a16:creationId xmlns:a16="http://schemas.microsoft.com/office/drawing/2014/main" id="{83F6DA76-0BA0-7C05-6482-946816174D9E}"/>
              </a:ext>
            </a:extLst>
          </p:cNvPr>
          <p:cNvCxnSpPr/>
          <p:nvPr/>
        </p:nvCxnSpPr>
        <p:spPr>
          <a:xfrm>
            <a:off x="5041757" y="5150995"/>
            <a:ext cx="10204065" cy="0"/>
          </a:xfrm>
          <a:prstGeom prst="line">
            <a:avLst/>
          </a:prstGeom>
        </p:spPr>
        <p:style>
          <a:lnRef idx="1">
            <a:schemeClr val="dk1"/>
          </a:lnRef>
          <a:fillRef idx="0">
            <a:schemeClr val="dk1"/>
          </a:fillRef>
          <a:effectRef idx="0">
            <a:schemeClr val="dk1"/>
          </a:effectRef>
          <a:fontRef idx="minor">
            <a:schemeClr val="tx1"/>
          </a:fontRef>
        </p:style>
      </p:cxnSp>
      <p:grpSp>
        <p:nvGrpSpPr>
          <p:cNvPr id="30" name="Group 29">
            <a:extLst>
              <a:ext uri="{FF2B5EF4-FFF2-40B4-BE49-F238E27FC236}">
                <a16:creationId xmlns:a16="http://schemas.microsoft.com/office/drawing/2014/main" id="{DD36799A-C0DD-2381-DDFA-BDCD9427DADC}"/>
              </a:ext>
            </a:extLst>
          </p:cNvPr>
          <p:cNvGrpSpPr/>
          <p:nvPr/>
        </p:nvGrpSpPr>
        <p:grpSpPr>
          <a:xfrm>
            <a:off x="0" y="0"/>
            <a:ext cx="18360000" cy="1188944"/>
            <a:chOff x="0" y="0"/>
            <a:chExt cx="18360000" cy="1188944"/>
          </a:xfrm>
        </p:grpSpPr>
        <p:grpSp>
          <p:nvGrpSpPr>
            <p:cNvPr id="31" name="Group 30">
              <a:extLst>
                <a:ext uri="{FF2B5EF4-FFF2-40B4-BE49-F238E27FC236}">
                  <a16:creationId xmlns:a16="http://schemas.microsoft.com/office/drawing/2014/main" id="{681E1C90-DABC-715C-434C-4B861321A158}"/>
                </a:ext>
              </a:extLst>
            </p:cNvPr>
            <p:cNvGrpSpPr/>
            <p:nvPr/>
          </p:nvGrpSpPr>
          <p:grpSpPr>
            <a:xfrm>
              <a:off x="0" y="0"/>
              <a:ext cx="18360000" cy="1188944"/>
              <a:chOff x="0" y="0"/>
              <a:chExt cx="18360000" cy="1188944"/>
            </a:xfrm>
          </p:grpSpPr>
          <p:sp>
            <p:nvSpPr>
              <p:cNvPr id="40" name="Rectangle 39">
                <a:extLst>
                  <a:ext uri="{FF2B5EF4-FFF2-40B4-BE49-F238E27FC236}">
                    <a16:creationId xmlns:a16="http://schemas.microsoft.com/office/drawing/2014/main" id="{86D392F5-0FC2-968C-9D3E-25A9D7756981}"/>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1" name="Rectangle 40">
                <a:extLst>
                  <a:ext uri="{FF2B5EF4-FFF2-40B4-BE49-F238E27FC236}">
                    <a16:creationId xmlns:a16="http://schemas.microsoft.com/office/drawing/2014/main" id="{7B0AC89C-5A24-FB8B-ABFA-267582A5CBF7}"/>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2" name="Rectangle 41">
                <a:extLst>
                  <a:ext uri="{FF2B5EF4-FFF2-40B4-BE49-F238E27FC236}">
                    <a16:creationId xmlns:a16="http://schemas.microsoft.com/office/drawing/2014/main" id="{8783BF10-9360-0350-6377-FBD79BB7F9D8}"/>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3" name="Rectangle 42">
                <a:extLst>
                  <a:ext uri="{FF2B5EF4-FFF2-40B4-BE49-F238E27FC236}">
                    <a16:creationId xmlns:a16="http://schemas.microsoft.com/office/drawing/2014/main" id="{059FF4CC-1131-15A1-D5FF-A3092C9D84E4}"/>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36" name="Oval 35">
              <a:extLst>
                <a:ext uri="{FF2B5EF4-FFF2-40B4-BE49-F238E27FC236}">
                  <a16:creationId xmlns:a16="http://schemas.microsoft.com/office/drawing/2014/main" id="{22170CF1-04BA-BABB-0DCF-01E2154B5EA3}"/>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38" name="TextBox 37">
              <a:extLst>
                <a:ext uri="{FF2B5EF4-FFF2-40B4-BE49-F238E27FC236}">
                  <a16:creationId xmlns:a16="http://schemas.microsoft.com/office/drawing/2014/main" id="{AD7DB524-0426-F47E-415C-73F3529D52BB}"/>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39" name="Picture 38">
              <a:extLst>
                <a:ext uri="{FF2B5EF4-FFF2-40B4-BE49-F238E27FC236}">
                  <a16:creationId xmlns:a16="http://schemas.microsoft.com/office/drawing/2014/main" id="{92E5E315-0D01-B470-DC1D-379F129E893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grpSp>
      <p:sp>
        <p:nvSpPr>
          <p:cNvPr id="51" name="Rectangle 50">
            <a:extLst>
              <a:ext uri="{FF2B5EF4-FFF2-40B4-BE49-F238E27FC236}">
                <a16:creationId xmlns:a16="http://schemas.microsoft.com/office/drawing/2014/main" id="{6B7549D4-F17F-E1D7-FD47-74ED02FF9DF6}"/>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2" name="Rectangle: Rounded Corners 51">
            <a:extLst>
              <a:ext uri="{FF2B5EF4-FFF2-40B4-BE49-F238E27FC236}">
                <a16:creationId xmlns:a16="http://schemas.microsoft.com/office/drawing/2014/main" id="{8A90E312-5E37-3305-8C2A-4E37CDD20B8D}"/>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3" name="TextBox 52">
            <a:extLst>
              <a:ext uri="{FF2B5EF4-FFF2-40B4-BE49-F238E27FC236}">
                <a16:creationId xmlns:a16="http://schemas.microsoft.com/office/drawing/2014/main" id="{22A4ACE2-BE93-5257-1130-3CD789C3DF72}"/>
              </a:ext>
            </a:extLst>
          </p:cNvPr>
          <p:cNvSpPr txBox="1"/>
          <p:nvPr/>
        </p:nvSpPr>
        <p:spPr>
          <a:xfrm>
            <a:off x="3858222" y="1463633"/>
            <a:ext cx="100863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3. NỘI DUNG VÀ PHƯƠNG PHÁP NGHIÊN CỨU</a:t>
            </a:r>
            <a:endParaRPr lang="en-US" sz="3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97315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75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75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75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750" fill="hold"/>
                                        <p:tgtEl>
                                          <p:spTgt spid="3">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 calcmode="lin" valueType="num">
                                      <p:cBhvr additive="base">
                                        <p:cTn id="15"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0" end="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 calcmode="lin" valueType="num">
                                      <p:cBhvr additive="base">
                                        <p:cTn id="1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 calcmode="lin" valueType="num">
                                      <p:cBhvr additive="base">
                                        <p:cTn id="2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 calcmode="lin" valueType="num">
                                      <p:cBhvr additive="base">
                                        <p:cTn id="2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anim calcmode="lin" valueType="num">
                                      <p:cBhvr additive="base">
                                        <p:cTn id="3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anim calcmode="lin" valueType="num">
                                      <p:cBhvr additive="base">
                                        <p:cTn id="3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34D95-F3C7-CC4B-C843-EB04CE3F5154}"/>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8C2DD526-00AA-17E3-8192-91AC60E6EF23}"/>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C8FF5868-02AF-7740-103D-8DCEF34B5D96}"/>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A3C9E027-1496-BC1E-1346-9C6BB1AF06FD}"/>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9728C56F-BAF4-AA99-A2B2-404CF0F5AB8E}"/>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415CB54-2752-F486-F870-E79F83FD8944}"/>
              </a:ext>
            </a:extLst>
          </p:cNvPr>
          <p:cNvSpPr txBox="1"/>
          <p:nvPr/>
        </p:nvSpPr>
        <p:spPr>
          <a:xfrm>
            <a:off x="685800" y="5466487"/>
            <a:ext cx="22860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Nội dung nghiên cứu</a:t>
            </a:r>
          </a:p>
        </p:txBody>
      </p:sp>
      <p:sp>
        <p:nvSpPr>
          <p:cNvPr id="18" name="TextBox 17">
            <a:extLst>
              <a:ext uri="{FF2B5EF4-FFF2-40B4-BE49-F238E27FC236}">
                <a16:creationId xmlns:a16="http://schemas.microsoft.com/office/drawing/2014/main" id="{BA480541-2574-93E8-D38D-7187C31B1608}"/>
              </a:ext>
            </a:extLst>
          </p:cNvPr>
          <p:cNvSpPr txBox="1"/>
          <p:nvPr/>
        </p:nvSpPr>
        <p:spPr>
          <a:xfrm>
            <a:off x="3810000" y="2453830"/>
            <a:ext cx="14249400" cy="7070397"/>
          </a:xfrm>
          <a:prstGeom prst="rect">
            <a:avLst/>
          </a:prstGeom>
          <a:noFill/>
        </p:spPr>
        <p:txBody>
          <a:bodyPr wrap="square" rtlCol="0">
            <a:spAutoFit/>
          </a:bodyPr>
          <a:lstStyle/>
          <a:p>
            <a:pPr marL="457200" lvl="0" indent="-457200">
              <a:lnSpc>
                <a:spcPct val="130000"/>
              </a:lnSpc>
              <a:buFont typeface="Arial" panose="020B0604020202020204" pitchFamily="34" charset="0"/>
              <a:buChar char="•"/>
            </a:pPr>
            <a:r>
              <a:rPr lang="vi-VN" sz="3200" b="1">
                <a:latin typeface="Times New Roman" panose="02020603050405020304" pitchFamily="18" charset="0"/>
                <a:ea typeface="SimSun" panose="02010600030101010101" pitchFamily="2" charset="-122"/>
              </a:rPr>
              <a:t>Khảo sát và viết đặc tả yêu cầu</a:t>
            </a:r>
            <a:endParaRPr lang="en-US" sz="3200">
              <a:latin typeface="Times New Roman" panose="02020603050405020304" pitchFamily="18" charset="0"/>
              <a:ea typeface="SimSun" panose="02010600030101010101" pitchFamily="2" charset="-122"/>
            </a:endParaRPr>
          </a:p>
          <a:p>
            <a:pPr marL="457200" lvl="0" indent="-457200">
              <a:lnSpc>
                <a:spcPct val="130000"/>
              </a:lnSpc>
              <a:buFont typeface="Arial" panose="020B0604020202020204" pitchFamily="34" charset="0"/>
              <a:buChar char="•"/>
            </a:pPr>
            <a:r>
              <a:rPr lang="vi-VN" sz="3200" b="1">
                <a:latin typeface="Times New Roman" panose="02020603050405020304" pitchFamily="18" charset="0"/>
                <a:ea typeface="SimSun" panose="02010600030101010101" pitchFamily="2" charset="-122"/>
              </a:rPr>
              <a:t>Nghiên cứu các công nghệ thiết kế phía Front-end</a:t>
            </a:r>
            <a:endParaRPr lang="en-US" sz="3200" b="1">
              <a:latin typeface="Times New Roman" panose="02020603050405020304" pitchFamily="18" charset="0"/>
              <a:ea typeface="SimSun" panose="02010600030101010101" pitchFamily="2" charset="-122"/>
            </a:endParaRPr>
          </a:p>
          <a:p>
            <a:pPr marL="457200" lvl="0" indent="-457200">
              <a:lnSpc>
                <a:spcPct val="130000"/>
              </a:lnSpc>
              <a:buFont typeface="Arial" panose="020B0604020202020204" pitchFamily="34" charset="0"/>
              <a:buChar char="•"/>
            </a:pPr>
            <a:r>
              <a:rPr lang="vi-VN" sz="3200" b="1">
                <a:latin typeface="Times New Roman" panose="02020603050405020304" pitchFamily="18" charset="0"/>
                <a:ea typeface="SimSun" panose="02010600030101010101" pitchFamily="2" charset="-122"/>
              </a:rPr>
              <a:t>Nghiên cứu công nghệ thiết kế phía Back-end</a:t>
            </a:r>
            <a:endParaRPr lang="en-US" sz="3200">
              <a:latin typeface="Times New Roman" panose="02020603050405020304" pitchFamily="18" charset="0"/>
              <a:ea typeface="Times New Roman" panose="02020603050405020304" pitchFamily="18" charset="0"/>
            </a:endParaRPr>
          </a:p>
          <a:p>
            <a:pPr marL="457200" lvl="0" indent="-457200">
              <a:lnSpc>
                <a:spcPct val="130000"/>
              </a:lnSpc>
              <a:buFont typeface="Arial" panose="020B0604020202020204" pitchFamily="34" charset="0"/>
              <a:buChar char="•"/>
            </a:pPr>
            <a:r>
              <a:rPr lang="vi-VN" sz="3200" b="1">
                <a:latin typeface="Times New Roman" panose="02020603050405020304" pitchFamily="18" charset="0"/>
                <a:ea typeface="SimSun" panose="02010600030101010101" pitchFamily="2" charset="-122"/>
              </a:rPr>
              <a:t>Nghiên cứu quy trình xây dựng phần mềm:</a:t>
            </a:r>
            <a:endParaRPr lang="en-US" sz="3200" b="1">
              <a:latin typeface="Times New Roman" panose="02020603050405020304" pitchFamily="18" charset="0"/>
              <a:ea typeface="SimSun" panose="02010600030101010101" pitchFamily="2" charset="-122"/>
            </a:endParaRPr>
          </a:p>
          <a:p>
            <a:pPr marL="914400" lvl="1" indent="-457200">
              <a:lnSpc>
                <a:spcPct val="130000"/>
              </a:lnSpc>
              <a:buFont typeface="Wingdings" panose="05000000000000000000" pitchFamily="2" charset="2"/>
              <a:buChar char="Ø"/>
            </a:pPr>
            <a:r>
              <a:rPr lang="vi-VN" sz="3200">
                <a:latin typeface="Times New Roman" panose="02020603050405020304" pitchFamily="18" charset="0"/>
                <a:ea typeface="Times New Roman" panose="02020603050405020304" pitchFamily="18" charset="0"/>
              </a:rPr>
              <a:t>Thiết kế kiến trúc hệ thống </a:t>
            </a:r>
            <a:endParaRPr lang="en-US" sz="3200">
              <a:latin typeface="Times New Roman" panose="02020603050405020304" pitchFamily="18" charset="0"/>
              <a:ea typeface="Times New Roman" panose="02020603050405020304" pitchFamily="18" charset="0"/>
            </a:endParaRPr>
          </a:p>
          <a:p>
            <a:pPr marL="914400" lvl="1" indent="-457200">
              <a:lnSpc>
                <a:spcPct val="130000"/>
              </a:lnSpc>
              <a:buFont typeface="Wingdings" panose="05000000000000000000" pitchFamily="2" charset="2"/>
              <a:buChar char="Ø"/>
            </a:pPr>
            <a:r>
              <a:rPr lang="vi-VN" sz="3200">
                <a:latin typeface="Times New Roman" panose="02020603050405020304" pitchFamily="18" charset="0"/>
                <a:ea typeface="Times New Roman" panose="02020603050405020304" pitchFamily="18" charset="0"/>
              </a:rPr>
              <a:t>Thiết kế CSDL</a:t>
            </a:r>
            <a:endParaRPr lang="en-US" sz="3200">
              <a:latin typeface="Times New Roman" panose="02020603050405020304" pitchFamily="18" charset="0"/>
              <a:ea typeface="Times New Roman" panose="02020603050405020304" pitchFamily="18" charset="0"/>
            </a:endParaRPr>
          </a:p>
          <a:p>
            <a:pPr marL="914400" lvl="1" indent="-457200">
              <a:lnSpc>
                <a:spcPct val="130000"/>
              </a:lnSpc>
              <a:buFont typeface="Wingdings" panose="05000000000000000000" pitchFamily="2" charset="2"/>
              <a:buChar char="Ø"/>
            </a:pPr>
            <a:r>
              <a:rPr lang="vi-VN" sz="3200">
                <a:latin typeface="Times New Roman" panose="02020603050405020304" pitchFamily="18" charset="0"/>
                <a:ea typeface="Times New Roman" panose="02020603050405020304" pitchFamily="18" charset="0"/>
              </a:rPr>
              <a:t>Thiết kế giao diện</a:t>
            </a:r>
            <a:endParaRPr lang="en-US" sz="3200">
              <a:latin typeface="Times New Roman" panose="02020603050405020304" pitchFamily="18" charset="0"/>
              <a:ea typeface="Times New Roman" panose="02020603050405020304" pitchFamily="18" charset="0"/>
            </a:endParaRPr>
          </a:p>
          <a:p>
            <a:pPr marL="914400" lvl="1" indent="-457200">
              <a:lnSpc>
                <a:spcPct val="130000"/>
              </a:lnSpc>
              <a:buFont typeface="Wingdings" panose="05000000000000000000" pitchFamily="2" charset="2"/>
              <a:buChar char="Ø"/>
            </a:pPr>
            <a:r>
              <a:rPr lang="vi-VN" sz="3200">
                <a:latin typeface="Times New Roman" panose="02020603050405020304" pitchFamily="18" charset="0"/>
                <a:ea typeface="Times New Roman" panose="02020603050405020304" pitchFamily="18" charset="0"/>
              </a:rPr>
              <a:t>Thiết kế các thành phần, chức năng cần có cho </a:t>
            </a:r>
            <a:r>
              <a:rPr lang="en-US" sz="3200">
                <a:latin typeface="Times New Roman" panose="02020603050405020304" pitchFamily="18" charset="0"/>
                <a:ea typeface="Times New Roman" panose="02020603050405020304" pitchFamily="18" charset="0"/>
              </a:rPr>
              <a:t>ứng dụng</a:t>
            </a:r>
          </a:p>
          <a:p>
            <a:pPr marL="457200" lvl="0" indent="-457200">
              <a:lnSpc>
                <a:spcPct val="130000"/>
              </a:lnSpc>
              <a:buFont typeface="Arial" panose="020B0604020202020204" pitchFamily="34" charset="0"/>
              <a:buChar char="•"/>
            </a:pPr>
            <a:r>
              <a:rPr lang="vi-VN" sz="3200">
                <a:latin typeface="Times New Roman" panose="02020603050405020304" pitchFamily="18" charset="0"/>
                <a:ea typeface="SimSun" panose="02010600030101010101" pitchFamily="2" charset="-122"/>
              </a:rPr>
              <a:t>Nghiên cứu quy trình viết đặc tả yêu cầu theo hướng đối tượng.</a:t>
            </a:r>
            <a:endParaRPr lang="en-US" sz="3200">
              <a:latin typeface="Times New Roman" panose="02020603050405020304" pitchFamily="18" charset="0"/>
              <a:ea typeface="Times New Roman" panose="02020603050405020304" pitchFamily="18" charset="0"/>
            </a:endParaRPr>
          </a:p>
          <a:p>
            <a:pPr marL="457200" lvl="0" indent="-457200">
              <a:lnSpc>
                <a:spcPct val="130000"/>
              </a:lnSpc>
              <a:buFont typeface="Arial" panose="020B0604020202020204" pitchFamily="34" charset="0"/>
              <a:buChar char="•"/>
            </a:pPr>
            <a:r>
              <a:rPr lang="vi-VN" sz="3200">
                <a:latin typeface="Times New Roman" panose="02020603050405020304" pitchFamily="18" charset="0"/>
                <a:ea typeface="SimSun" panose="02010600030101010101" pitchFamily="2" charset="-122"/>
              </a:rPr>
              <a:t>Nghiên cứu quy trình kiểm thử phần mềm.</a:t>
            </a:r>
            <a:endParaRPr lang="en-US" sz="3200">
              <a:latin typeface="Times New Roman" panose="02020603050405020304" pitchFamily="18" charset="0"/>
              <a:ea typeface="Times New Roman" panose="02020603050405020304" pitchFamily="18" charset="0"/>
            </a:endParaRPr>
          </a:p>
          <a:p>
            <a:pPr marL="457200" lvl="0" indent="-457200">
              <a:lnSpc>
                <a:spcPct val="130000"/>
              </a:lnSpc>
              <a:buFont typeface="Arial" panose="020B0604020202020204" pitchFamily="34" charset="0"/>
              <a:buChar char="•"/>
            </a:pPr>
            <a:r>
              <a:rPr lang="vi-VN" sz="3200">
                <a:latin typeface="Times New Roman" panose="02020603050405020304" pitchFamily="18" charset="0"/>
                <a:ea typeface="SimSun" panose="02010600030101010101" pitchFamily="2" charset="-122"/>
              </a:rPr>
              <a:t>Chỉnh sửa kiểm thử và hoàn thiện chương trình</a:t>
            </a:r>
            <a:endParaRPr lang="en-US" sz="3200">
              <a:latin typeface="Times New Roman" panose="02020603050405020304" pitchFamily="18" charset="0"/>
              <a:ea typeface="Times New Roman" panose="02020603050405020304" pitchFamily="18" charset="0"/>
            </a:endParaRPr>
          </a:p>
        </p:txBody>
      </p:sp>
      <p:grpSp>
        <p:nvGrpSpPr>
          <p:cNvPr id="47" name="Group 46">
            <a:extLst>
              <a:ext uri="{FF2B5EF4-FFF2-40B4-BE49-F238E27FC236}">
                <a16:creationId xmlns:a16="http://schemas.microsoft.com/office/drawing/2014/main" id="{B87F4830-A03E-AF7C-D4EA-85F834CE2952}"/>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B652FBA3-699B-03DD-892C-44F0DDB3097A}"/>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7BCA0DB6-659B-3529-329D-838279E74441}"/>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77932484-39A1-A0C1-1278-6038B3A5A695}"/>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1957817C-3130-E1B2-8FC8-8FA005B278C5}"/>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560F43E2-F7EA-8427-C254-77A51066C799}"/>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5E94FFC4-A91E-AE6F-D7D2-406E4A71D24C}"/>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7DC1F384-BEAB-D283-6D44-0129512C31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5C230445-0126-6E4A-9D96-A5514DB6D7A7}"/>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3. NỘI DUNG VÀ PHƯƠNG PHÁP NGHIÊN CỨU</a:t>
            </a:r>
            <a:endParaRPr lang="en-US" sz="3600" dirty="0">
              <a:solidFill>
                <a:schemeClr val="bg1"/>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C70BAD8A-E7DA-B09D-9385-C2082B322507}"/>
              </a:ext>
            </a:extLst>
          </p:cNvPr>
          <p:cNvSpPr/>
          <p:nvPr/>
        </p:nvSpPr>
        <p:spPr>
          <a:xfrm>
            <a:off x="-3810000" y="5150995"/>
            <a:ext cx="3810000" cy="5136005"/>
          </a:xfrm>
          <a:prstGeom prst="rect">
            <a:avLst/>
          </a:prstGeom>
          <a:solidFill>
            <a:srgbClr val="A3CC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30024736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 calcmode="lin" valueType="num">
                                      <p:cBhvr additive="base">
                                        <p:cTn id="11"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anim calcmode="lin" valueType="num">
                                      <p:cBhvr additive="base">
                                        <p:cTn id="15" dur="500" fill="hold"/>
                                        <p:tgtEl>
                                          <p:spTgt spid="18">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8">
                                            <p:txEl>
                                              <p:pRg st="2" end="2"/>
                                            </p:txEl>
                                          </p:spTgt>
                                        </p:tgtEl>
                                        <p:attrNameLst>
                                          <p:attrName>style.visibility</p:attrName>
                                        </p:attrNameLst>
                                      </p:cBhvr>
                                      <p:to>
                                        <p:strVal val="visible"/>
                                      </p:to>
                                    </p:set>
                                    <p:anim calcmode="lin" valueType="num">
                                      <p:cBhvr additive="base">
                                        <p:cTn id="19" dur="500" fill="hold"/>
                                        <p:tgtEl>
                                          <p:spTgt spid="1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8">
                                            <p:txEl>
                                              <p:pRg st="3" end="3"/>
                                            </p:txEl>
                                          </p:spTgt>
                                        </p:tgtEl>
                                        <p:attrNameLst>
                                          <p:attrName>style.visibility</p:attrName>
                                        </p:attrNameLst>
                                      </p:cBhvr>
                                      <p:to>
                                        <p:strVal val="visible"/>
                                      </p:to>
                                    </p:set>
                                    <p:anim calcmode="lin" valueType="num">
                                      <p:cBhvr additive="base">
                                        <p:cTn id="23" dur="500" fill="hold"/>
                                        <p:tgtEl>
                                          <p:spTgt spid="18">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 calcmode="lin" valueType="num">
                                      <p:cBhvr additive="base">
                                        <p:cTn id="27" dur="500" fill="hold"/>
                                        <p:tgtEl>
                                          <p:spTgt spid="18">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8">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8">
                                            <p:txEl>
                                              <p:pRg st="5" end="5"/>
                                            </p:txEl>
                                          </p:spTgt>
                                        </p:tgtEl>
                                        <p:attrNameLst>
                                          <p:attrName>style.visibility</p:attrName>
                                        </p:attrNameLst>
                                      </p:cBhvr>
                                      <p:to>
                                        <p:strVal val="visible"/>
                                      </p:to>
                                    </p:set>
                                    <p:anim calcmode="lin" valueType="num">
                                      <p:cBhvr additive="base">
                                        <p:cTn id="31" dur="500" fill="hold"/>
                                        <p:tgtEl>
                                          <p:spTgt spid="1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8">
                                            <p:txEl>
                                              <p:pRg st="6" end="6"/>
                                            </p:txEl>
                                          </p:spTgt>
                                        </p:tgtEl>
                                        <p:attrNameLst>
                                          <p:attrName>style.visibility</p:attrName>
                                        </p:attrNameLst>
                                      </p:cBhvr>
                                      <p:to>
                                        <p:strVal val="visible"/>
                                      </p:to>
                                    </p:set>
                                    <p:anim calcmode="lin" valueType="num">
                                      <p:cBhvr additive="base">
                                        <p:cTn id="35" dur="500" fill="hold"/>
                                        <p:tgtEl>
                                          <p:spTgt spid="18">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8">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8">
                                            <p:txEl>
                                              <p:pRg st="7" end="7"/>
                                            </p:txEl>
                                          </p:spTgt>
                                        </p:tgtEl>
                                        <p:attrNameLst>
                                          <p:attrName>style.visibility</p:attrName>
                                        </p:attrNameLst>
                                      </p:cBhvr>
                                      <p:to>
                                        <p:strVal val="visible"/>
                                      </p:to>
                                    </p:set>
                                    <p:anim calcmode="lin" valueType="num">
                                      <p:cBhvr additive="base">
                                        <p:cTn id="39" dur="500" fill="hold"/>
                                        <p:tgtEl>
                                          <p:spTgt spid="18">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8">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8">
                                            <p:txEl>
                                              <p:pRg st="8" end="8"/>
                                            </p:txEl>
                                          </p:spTgt>
                                        </p:tgtEl>
                                        <p:attrNameLst>
                                          <p:attrName>style.visibility</p:attrName>
                                        </p:attrNameLst>
                                      </p:cBhvr>
                                      <p:to>
                                        <p:strVal val="visible"/>
                                      </p:to>
                                    </p:set>
                                    <p:anim calcmode="lin" valueType="num">
                                      <p:cBhvr additive="base">
                                        <p:cTn id="43" dur="500" fill="hold"/>
                                        <p:tgtEl>
                                          <p:spTgt spid="18">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8">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8">
                                            <p:txEl>
                                              <p:pRg st="9" end="9"/>
                                            </p:txEl>
                                          </p:spTgt>
                                        </p:tgtEl>
                                        <p:attrNameLst>
                                          <p:attrName>style.visibility</p:attrName>
                                        </p:attrNameLst>
                                      </p:cBhvr>
                                      <p:to>
                                        <p:strVal val="visible"/>
                                      </p:to>
                                    </p:set>
                                    <p:anim calcmode="lin" valueType="num">
                                      <p:cBhvr additive="base">
                                        <p:cTn id="47" dur="500" fill="hold"/>
                                        <p:tgtEl>
                                          <p:spTgt spid="18">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8">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8">
                                            <p:txEl>
                                              <p:pRg st="10" end="10"/>
                                            </p:txEl>
                                          </p:spTgt>
                                        </p:tgtEl>
                                        <p:attrNameLst>
                                          <p:attrName>style.visibility</p:attrName>
                                        </p:attrNameLst>
                                      </p:cBhvr>
                                      <p:to>
                                        <p:strVal val="visible"/>
                                      </p:to>
                                    </p:set>
                                    <p:anim calcmode="lin" valueType="num">
                                      <p:cBhvr additive="base">
                                        <p:cTn id="51" dur="500" fill="hold"/>
                                        <p:tgtEl>
                                          <p:spTgt spid="18">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8">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F299D-1286-75A9-893E-4C0546377D9A}"/>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E6779247-9B11-017D-A0C5-32293F81A140}"/>
              </a:ext>
            </a:extLst>
          </p:cNvPr>
          <p:cNvSpPr/>
          <p:nvPr/>
        </p:nvSpPr>
        <p:spPr>
          <a:xfrm>
            <a:off x="3810000" y="2400300"/>
            <a:ext cx="14478000" cy="7878236"/>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1" name="Rectangle 20">
            <a:extLst>
              <a:ext uri="{FF2B5EF4-FFF2-40B4-BE49-F238E27FC236}">
                <a16:creationId xmlns:a16="http://schemas.microsoft.com/office/drawing/2014/main" id="{51DD69D7-8A35-F3C6-F1A1-1C55F5511D78}"/>
              </a:ext>
            </a:extLst>
          </p:cNvPr>
          <p:cNvSpPr/>
          <p:nvPr/>
        </p:nvSpPr>
        <p:spPr>
          <a:xfrm>
            <a:off x="0" y="1186334"/>
            <a:ext cx="3810000" cy="1213966"/>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3" name="Rectangle: Rounded Corners 22">
            <a:extLst>
              <a:ext uri="{FF2B5EF4-FFF2-40B4-BE49-F238E27FC236}">
                <a16:creationId xmlns:a16="http://schemas.microsoft.com/office/drawing/2014/main" id="{8A6D9EE6-DFE1-552B-EA0F-145CB73B3814}"/>
              </a:ext>
            </a:extLst>
          </p:cNvPr>
          <p:cNvSpPr/>
          <p:nvPr/>
        </p:nvSpPr>
        <p:spPr>
          <a:xfrm>
            <a:off x="3886200" y="4808888"/>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4" name="TextBox 23">
            <a:extLst>
              <a:ext uri="{FF2B5EF4-FFF2-40B4-BE49-F238E27FC236}">
                <a16:creationId xmlns:a16="http://schemas.microsoft.com/office/drawing/2014/main" id="{7D2D19EE-4C2C-5932-D9C8-E296D847DFEC}"/>
              </a:ext>
            </a:extLst>
          </p:cNvPr>
          <p:cNvSpPr txBox="1"/>
          <p:nvPr/>
        </p:nvSpPr>
        <p:spPr>
          <a:xfrm>
            <a:off x="288004" y="1325218"/>
            <a:ext cx="3217196"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NỘI DUNG</a:t>
            </a:r>
          </a:p>
        </p:txBody>
      </p:sp>
      <p:sp>
        <p:nvSpPr>
          <p:cNvPr id="26" name="TextBox 25">
            <a:extLst>
              <a:ext uri="{FF2B5EF4-FFF2-40B4-BE49-F238E27FC236}">
                <a16:creationId xmlns:a16="http://schemas.microsoft.com/office/drawing/2014/main" id="{17EE5A4A-EF79-E3D2-D004-C3BD9254D91A}"/>
              </a:ext>
            </a:extLst>
          </p:cNvPr>
          <p:cNvSpPr txBox="1"/>
          <p:nvPr/>
        </p:nvSpPr>
        <p:spPr>
          <a:xfrm>
            <a:off x="3810000" y="2412254"/>
            <a:ext cx="11734800" cy="5603930"/>
          </a:xfrm>
          <a:prstGeom prst="rect">
            <a:avLst/>
          </a:prstGeom>
          <a:noFill/>
          <a:ln>
            <a:noFill/>
          </a:ln>
        </p:spPr>
        <p:txBody>
          <a:bodyPr wrap="square" rtlCol="0">
            <a:spAutoFit/>
          </a:bodyPr>
          <a:lstStyle/>
          <a:p>
            <a:pPr marL="742950" indent="-742950">
              <a:lnSpc>
                <a:spcPct val="200000"/>
              </a:lnSpc>
              <a:buAutoNum type="arabicPeriod"/>
            </a:pPr>
            <a:r>
              <a:rPr lang="en-US" sz="3600">
                <a:latin typeface="Times New Roman" panose="02020603050405020304" pitchFamily="18" charset="0"/>
                <a:cs typeface="Times New Roman" panose="02020603050405020304" pitchFamily="18" charset="0"/>
              </a:rPr>
              <a:t>GIỚI THIỆU</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TÌNH HÌNH NGHIÊN CỨU TRONG VÀ NGOÀI NƯỚC</a:t>
            </a:r>
          </a:p>
          <a:p>
            <a:pPr marL="742950" indent="-742950">
              <a:lnSpc>
                <a:spcPct val="200000"/>
              </a:lnSpc>
              <a:buFontTx/>
              <a:buAutoNum type="arabicPeriod"/>
            </a:pPr>
            <a:r>
              <a:rPr lang="en-US" sz="3600">
                <a:solidFill>
                  <a:schemeClr val="bg1"/>
                </a:solidFill>
                <a:latin typeface="Times New Roman" panose="02020603050405020304" pitchFamily="18" charset="0"/>
                <a:cs typeface="Times New Roman" panose="02020603050405020304" pitchFamily="18" charset="0"/>
              </a:rPr>
              <a:t>NỘI DUNG VÀ PHƯƠNG PHÁP NGHIÊN CỨU</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KẾT QUẢ VÀ THẢO LUẬN</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KẾT LUẬN VÀ ĐỀ NGHỊ</a:t>
            </a:r>
          </a:p>
        </p:txBody>
      </p:sp>
      <p:grpSp>
        <p:nvGrpSpPr>
          <p:cNvPr id="27" name="Group 26">
            <a:extLst>
              <a:ext uri="{FF2B5EF4-FFF2-40B4-BE49-F238E27FC236}">
                <a16:creationId xmlns:a16="http://schemas.microsoft.com/office/drawing/2014/main" id="{6207F82A-1113-AE57-4ADE-6C6D7EDEE9ED}"/>
              </a:ext>
            </a:extLst>
          </p:cNvPr>
          <p:cNvGrpSpPr/>
          <p:nvPr/>
        </p:nvGrpSpPr>
        <p:grpSpPr>
          <a:xfrm>
            <a:off x="0" y="0"/>
            <a:ext cx="18360000" cy="1188944"/>
            <a:chOff x="0" y="0"/>
            <a:chExt cx="18360000" cy="1188944"/>
          </a:xfrm>
        </p:grpSpPr>
        <p:sp>
          <p:nvSpPr>
            <p:cNvPr id="28" name="Rectangle 27">
              <a:extLst>
                <a:ext uri="{FF2B5EF4-FFF2-40B4-BE49-F238E27FC236}">
                  <a16:creationId xmlns:a16="http://schemas.microsoft.com/office/drawing/2014/main" id="{352C9B87-3D0A-D71D-CF1A-728FC7911B43}"/>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9" name="Rectangle 28">
              <a:extLst>
                <a:ext uri="{FF2B5EF4-FFF2-40B4-BE49-F238E27FC236}">
                  <a16:creationId xmlns:a16="http://schemas.microsoft.com/office/drawing/2014/main" id="{B3692B91-074F-5D12-FEC9-89439798A85F}"/>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0" name="Rectangle 29">
              <a:extLst>
                <a:ext uri="{FF2B5EF4-FFF2-40B4-BE49-F238E27FC236}">
                  <a16:creationId xmlns:a16="http://schemas.microsoft.com/office/drawing/2014/main" id="{52AB5AED-2438-D323-5AC7-8893F413C75D}"/>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 name="Rectangle 30">
              <a:extLst>
                <a:ext uri="{FF2B5EF4-FFF2-40B4-BE49-F238E27FC236}">
                  <a16:creationId xmlns:a16="http://schemas.microsoft.com/office/drawing/2014/main" id="{223B251E-22D5-BDAA-1DC3-E4B703DF24F5}"/>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32" name="Oval 31">
            <a:extLst>
              <a:ext uri="{FF2B5EF4-FFF2-40B4-BE49-F238E27FC236}">
                <a16:creationId xmlns:a16="http://schemas.microsoft.com/office/drawing/2014/main" id="{7AE40797-AF23-F841-4B5A-086341A386E1}"/>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33" name="TextBox 32">
            <a:extLst>
              <a:ext uri="{FF2B5EF4-FFF2-40B4-BE49-F238E27FC236}">
                <a16:creationId xmlns:a16="http://schemas.microsoft.com/office/drawing/2014/main" id="{92708759-C1C7-515C-80AB-C4374DF74491}"/>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34" name="Picture 33">
            <a:extLst>
              <a:ext uri="{FF2B5EF4-FFF2-40B4-BE49-F238E27FC236}">
                <a16:creationId xmlns:a16="http://schemas.microsoft.com/office/drawing/2014/main" id="{0CD0C103-C2DE-13DC-CEBC-C77709EBC4D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Tree>
    <p:extLst>
      <p:ext uri="{BB962C8B-B14F-4D97-AF65-F5344CB8AC3E}">
        <p14:creationId xmlns:p14="http://schemas.microsoft.com/office/powerpoint/2010/main" val="14145741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81309-1A37-A603-CDEE-D6D1CEDCF47F}"/>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5E6420F8-0F48-DE10-692A-E694A99C3D1F}"/>
              </a:ext>
            </a:extLst>
          </p:cNvPr>
          <p:cNvSpPr/>
          <p:nvPr/>
        </p:nvSpPr>
        <p:spPr>
          <a:xfrm>
            <a:off x="3810000" y="2400300"/>
            <a:ext cx="14478000" cy="7878236"/>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1" name="Rectangle 20">
            <a:extLst>
              <a:ext uri="{FF2B5EF4-FFF2-40B4-BE49-F238E27FC236}">
                <a16:creationId xmlns:a16="http://schemas.microsoft.com/office/drawing/2014/main" id="{3752476C-59A2-96FF-AEFD-4681C9566EBA}"/>
              </a:ext>
            </a:extLst>
          </p:cNvPr>
          <p:cNvSpPr/>
          <p:nvPr/>
        </p:nvSpPr>
        <p:spPr>
          <a:xfrm>
            <a:off x="0" y="1186334"/>
            <a:ext cx="3810000" cy="1213966"/>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3" name="Rectangle: Rounded Corners 22">
            <a:extLst>
              <a:ext uri="{FF2B5EF4-FFF2-40B4-BE49-F238E27FC236}">
                <a16:creationId xmlns:a16="http://schemas.microsoft.com/office/drawing/2014/main" id="{0357E6FE-A0CC-9779-25E9-5A98191B1735}"/>
              </a:ext>
            </a:extLst>
          </p:cNvPr>
          <p:cNvSpPr/>
          <p:nvPr/>
        </p:nvSpPr>
        <p:spPr>
          <a:xfrm>
            <a:off x="3886200" y="5905500"/>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4" name="TextBox 23">
            <a:extLst>
              <a:ext uri="{FF2B5EF4-FFF2-40B4-BE49-F238E27FC236}">
                <a16:creationId xmlns:a16="http://schemas.microsoft.com/office/drawing/2014/main" id="{E4919BD2-039E-9430-971D-0EA7220655B4}"/>
              </a:ext>
            </a:extLst>
          </p:cNvPr>
          <p:cNvSpPr txBox="1"/>
          <p:nvPr/>
        </p:nvSpPr>
        <p:spPr>
          <a:xfrm>
            <a:off x="288004" y="1325218"/>
            <a:ext cx="3217196"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NỘI DUNG</a:t>
            </a:r>
          </a:p>
        </p:txBody>
      </p:sp>
      <p:sp>
        <p:nvSpPr>
          <p:cNvPr id="26" name="TextBox 25">
            <a:extLst>
              <a:ext uri="{FF2B5EF4-FFF2-40B4-BE49-F238E27FC236}">
                <a16:creationId xmlns:a16="http://schemas.microsoft.com/office/drawing/2014/main" id="{2002C9DD-43F0-836B-BC79-FB88936219D3}"/>
              </a:ext>
            </a:extLst>
          </p:cNvPr>
          <p:cNvSpPr txBox="1"/>
          <p:nvPr/>
        </p:nvSpPr>
        <p:spPr>
          <a:xfrm>
            <a:off x="3810000" y="2412254"/>
            <a:ext cx="11734800" cy="5603930"/>
          </a:xfrm>
          <a:prstGeom prst="rect">
            <a:avLst/>
          </a:prstGeom>
          <a:noFill/>
          <a:ln>
            <a:noFill/>
          </a:ln>
        </p:spPr>
        <p:txBody>
          <a:bodyPr wrap="square" rtlCol="0">
            <a:spAutoFit/>
          </a:bodyPr>
          <a:lstStyle/>
          <a:p>
            <a:pPr marL="742950" indent="-742950">
              <a:lnSpc>
                <a:spcPct val="200000"/>
              </a:lnSpc>
              <a:buAutoNum type="arabicPeriod"/>
            </a:pPr>
            <a:r>
              <a:rPr lang="en-US" sz="3600">
                <a:latin typeface="Times New Roman" panose="02020603050405020304" pitchFamily="18" charset="0"/>
                <a:cs typeface="Times New Roman" panose="02020603050405020304" pitchFamily="18" charset="0"/>
              </a:rPr>
              <a:t>GIỚI THIỆU</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TÌNH HÌNH NGHIÊN CỨU TRONG VÀ NGOÀI NƯỚC</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NỘI DUNG VÀ PHƯƠNG PHÁP NGHIÊN CỨU</a:t>
            </a:r>
          </a:p>
          <a:p>
            <a:pPr marL="742950" indent="-742950">
              <a:lnSpc>
                <a:spcPct val="200000"/>
              </a:lnSpc>
              <a:buFontTx/>
              <a:buAutoNum type="arabicPeriod"/>
            </a:pPr>
            <a:r>
              <a:rPr lang="en-US" sz="3600">
                <a:solidFill>
                  <a:schemeClr val="bg1"/>
                </a:solidFill>
                <a:latin typeface="Times New Roman" panose="02020603050405020304" pitchFamily="18" charset="0"/>
                <a:cs typeface="Times New Roman" panose="02020603050405020304" pitchFamily="18" charset="0"/>
              </a:rPr>
              <a:t>KẾT QUẢ VÀ THẢO LUẬN</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KẾT LUẬN VÀ ĐỀ NGHỊ</a:t>
            </a:r>
          </a:p>
        </p:txBody>
      </p:sp>
      <p:grpSp>
        <p:nvGrpSpPr>
          <p:cNvPr id="27" name="Group 26">
            <a:extLst>
              <a:ext uri="{FF2B5EF4-FFF2-40B4-BE49-F238E27FC236}">
                <a16:creationId xmlns:a16="http://schemas.microsoft.com/office/drawing/2014/main" id="{FC011E8D-EE5D-40C5-7222-642B1C8676E1}"/>
              </a:ext>
            </a:extLst>
          </p:cNvPr>
          <p:cNvGrpSpPr/>
          <p:nvPr/>
        </p:nvGrpSpPr>
        <p:grpSpPr>
          <a:xfrm>
            <a:off x="0" y="0"/>
            <a:ext cx="18360000" cy="1188944"/>
            <a:chOff x="0" y="0"/>
            <a:chExt cx="18360000" cy="1188944"/>
          </a:xfrm>
        </p:grpSpPr>
        <p:sp>
          <p:nvSpPr>
            <p:cNvPr id="28" name="Rectangle 27">
              <a:extLst>
                <a:ext uri="{FF2B5EF4-FFF2-40B4-BE49-F238E27FC236}">
                  <a16:creationId xmlns:a16="http://schemas.microsoft.com/office/drawing/2014/main" id="{BEA8CB8A-4EEC-8BF1-4E26-BAB517B3222B}"/>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9" name="Rectangle 28">
              <a:extLst>
                <a:ext uri="{FF2B5EF4-FFF2-40B4-BE49-F238E27FC236}">
                  <a16:creationId xmlns:a16="http://schemas.microsoft.com/office/drawing/2014/main" id="{E66D98CC-6B10-84E0-CC02-867AFFFC46A9}"/>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0" name="Rectangle 29">
              <a:extLst>
                <a:ext uri="{FF2B5EF4-FFF2-40B4-BE49-F238E27FC236}">
                  <a16:creationId xmlns:a16="http://schemas.microsoft.com/office/drawing/2014/main" id="{22CA948B-D150-40C6-A444-0DC55FA5BAF4}"/>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 name="Rectangle 30">
              <a:extLst>
                <a:ext uri="{FF2B5EF4-FFF2-40B4-BE49-F238E27FC236}">
                  <a16:creationId xmlns:a16="http://schemas.microsoft.com/office/drawing/2014/main" id="{A89FAC4B-F2EC-C537-83CF-A7990FA00189}"/>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32" name="Oval 31">
            <a:extLst>
              <a:ext uri="{FF2B5EF4-FFF2-40B4-BE49-F238E27FC236}">
                <a16:creationId xmlns:a16="http://schemas.microsoft.com/office/drawing/2014/main" id="{A017A576-D0DF-4E2C-34EB-F3CEBE8F2888}"/>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33" name="TextBox 32">
            <a:extLst>
              <a:ext uri="{FF2B5EF4-FFF2-40B4-BE49-F238E27FC236}">
                <a16:creationId xmlns:a16="http://schemas.microsoft.com/office/drawing/2014/main" id="{B306A525-E71F-95BA-EEFD-963F99014FF7}"/>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34" name="Picture 33">
            <a:extLst>
              <a:ext uri="{FF2B5EF4-FFF2-40B4-BE49-F238E27FC236}">
                <a16:creationId xmlns:a16="http://schemas.microsoft.com/office/drawing/2014/main" id="{8D511443-182C-FEE2-63D5-FB88C4BBC02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Tree>
    <p:extLst>
      <p:ext uri="{BB962C8B-B14F-4D97-AF65-F5344CB8AC3E}">
        <p14:creationId xmlns:p14="http://schemas.microsoft.com/office/powerpoint/2010/main" val="17627935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6D77D-57CA-D5D3-92D5-79E87C67BC0F}"/>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3536D4BE-6884-3793-90E0-BEBAD4B46221}"/>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AD331214-3A94-434E-DBAA-CECDFC18C3B7}"/>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BE2D80DB-D601-7C1F-2B52-5DD07C99F8D3}"/>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F784DF5B-FC53-1A0C-1307-B9617D902FA2}"/>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80FB833-1770-B0DE-9E70-5E7824A06873}"/>
              </a:ext>
            </a:extLst>
          </p:cNvPr>
          <p:cNvSpPr txBox="1"/>
          <p:nvPr/>
        </p:nvSpPr>
        <p:spPr>
          <a:xfrm>
            <a:off x="685800" y="5466487"/>
            <a:ext cx="22860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Tổng quan lý thuyết</a:t>
            </a:r>
          </a:p>
        </p:txBody>
      </p:sp>
      <p:sp>
        <p:nvSpPr>
          <p:cNvPr id="18" name="TextBox 17">
            <a:extLst>
              <a:ext uri="{FF2B5EF4-FFF2-40B4-BE49-F238E27FC236}">
                <a16:creationId xmlns:a16="http://schemas.microsoft.com/office/drawing/2014/main" id="{4A2D8A18-1812-C35F-3A73-C56A4B7B7760}"/>
              </a:ext>
            </a:extLst>
          </p:cNvPr>
          <p:cNvSpPr txBox="1"/>
          <p:nvPr/>
        </p:nvSpPr>
        <p:spPr>
          <a:xfrm>
            <a:off x="3872252" y="3673496"/>
            <a:ext cx="14249400" cy="5149871"/>
          </a:xfrm>
          <a:prstGeom prst="rect">
            <a:avLst/>
          </a:prstGeom>
          <a:noFill/>
        </p:spPr>
        <p:txBody>
          <a:bodyPr wrap="square" rtlCol="0">
            <a:spAutoFit/>
          </a:bodyPr>
          <a:lstStyle/>
          <a:p>
            <a:pPr lvl="0">
              <a:lnSpc>
                <a:spcPct val="130000"/>
              </a:lnSpc>
            </a:pPr>
            <a:r>
              <a:rPr lang="en-US" sz="3200" b="1">
                <a:latin typeface="Times New Roman" panose="02020603050405020304" pitchFamily="18" charset="0"/>
                <a:ea typeface="SimSun" panose="02010600030101010101" pitchFamily="2" charset="-122"/>
              </a:rPr>
              <a:t>Các công nghệ được sử dụng:</a:t>
            </a:r>
          </a:p>
          <a:p>
            <a:pPr marL="457200" lvl="0" indent="-457200">
              <a:lnSpc>
                <a:spcPct val="130000"/>
              </a:lnSpc>
              <a:buFont typeface="Arial" panose="020B0604020202020204" pitchFamily="34" charset="0"/>
              <a:buChar char="•"/>
            </a:pPr>
            <a:r>
              <a:rPr lang="en-US" sz="3200">
                <a:latin typeface="Times New Roman" panose="02020603050405020304" pitchFamily="18" charset="0"/>
                <a:ea typeface="SimSun" panose="02010600030101010101" pitchFamily="2" charset="-122"/>
              </a:rPr>
              <a:t>HTML/CSS(Ant Design/ Tailwind)</a:t>
            </a:r>
          </a:p>
          <a:p>
            <a:pPr marL="457200" lvl="0" indent="-457200">
              <a:lnSpc>
                <a:spcPct val="130000"/>
              </a:lnSpc>
              <a:buFont typeface="Arial" panose="020B0604020202020204" pitchFamily="34" charset="0"/>
              <a:buChar char="•"/>
            </a:pPr>
            <a:r>
              <a:rPr lang="en-US" sz="3200">
                <a:latin typeface="Times New Roman" panose="02020603050405020304" pitchFamily="18" charset="0"/>
                <a:ea typeface="SimSun" panose="02010600030101010101" pitchFamily="2" charset="-122"/>
              </a:rPr>
              <a:t>Java(Spring Framework)</a:t>
            </a:r>
          </a:p>
          <a:p>
            <a:pPr marL="457200" lvl="0" indent="-457200">
              <a:lnSpc>
                <a:spcPct val="130000"/>
              </a:lnSpc>
              <a:buFont typeface="Arial" panose="020B0604020202020204" pitchFamily="34" charset="0"/>
              <a:buChar char="•"/>
            </a:pPr>
            <a:r>
              <a:rPr lang="en-US" sz="3200">
                <a:latin typeface="Times New Roman" panose="02020603050405020304" pitchFamily="18" charset="0"/>
                <a:ea typeface="SimSun" panose="02010600030101010101" pitchFamily="2" charset="-122"/>
              </a:rPr>
              <a:t>MySQL</a:t>
            </a:r>
          </a:p>
          <a:p>
            <a:pPr marL="457200" lvl="0" indent="-457200">
              <a:lnSpc>
                <a:spcPct val="130000"/>
              </a:lnSpc>
              <a:buFont typeface="Arial" panose="020B0604020202020204" pitchFamily="34" charset="0"/>
              <a:buChar char="•"/>
            </a:pPr>
            <a:r>
              <a:rPr lang="en-US" sz="3200">
                <a:latin typeface="Times New Roman" panose="02020603050405020304" pitchFamily="18" charset="0"/>
                <a:ea typeface="SimSun" panose="02010600030101010101" pitchFamily="2" charset="-122"/>
              </a:rPr>
              <a:t>Javascrip(ReactJS)</a:t>
            </a:r>
          </a:p>
          <a:p>
            <a:pPr marL="457200" lvl="0" indent="-457200">
              <a:lnSpc>
                <a:spcPct val="130000"/>
              </a:lnSpc>
              <a:buFont typeface="Arial" panose="020B0604020202020204" pitchFamily="34" charset="0"/>
              <a:buChar char="•"/>
            </a:pPr>
            <a:r>
              <a:rPr lang="en-US" sz="3200">
                <a:latin typeface="Times New Roman" panose="02020603050405020304" pitchFamily="18" charset="0"/>
                <a:ea typeface="SimSun" panose="02010600030101010101" pitchFamily="2" charset="-122"/>
              </a:rPr>
              <a:t>Typescrip(React Native)</a:t>
            </a:r>
          </a:p>
          <a:p>
            <a:pPr marL="457200" lvl="0" indent="-457200">
              <a:lnSpc>
                <a:spcPct val="130000"/>
              </a:lnSpc>
              <a:buFont typeface="Arial" panose="020B0604020202020204" pitchFamily="34" charset="0"/>
              <a:buChar char="•"/>
            </a:pPr>
            <a:r>
              <a:rPr lang="en-US" sz="3200">
                <a:latin typeface="Times New Roman" panose="02020603050405020304" pitchFamily="18" charset="0"/>
                <a:ea typeface="SimSun" panose="02010600030101010101" pitchFamily="2" charset="-122"/>
              </a:rPr>
              <a:t>Docker</a:t>
            </a:r>
          </a:p>
          <a:p>
            <a:pPr marL="457200" lvl="0" indent="-457200">
              <a:lnSpc>
                <a:spcPct val="130000"/>
              </a:lnSpc>
              <a:buFont typeface="Arial" panose="020B0604020202020204" pitchFamily="34" charset="0"/>
              <a:buChar char="•"/>
            </a:pPr>
            <a:r>
              <a:rPr lang="en-US" sz="3200">
                <a:latin typeface="Times New Roman" panose="02020603050405020304" pitchFamily="18" charset="0"/>
                <a:ea typeface="SimSun" panose="02010600030101010101" pitchFamily="2" charset="-122"/>
              </a:rPr>
              <a:t>Git</a:t>
            </a:r>
          </a:p>
        </p:txBody>
      </p:sp>
      <p:grpSp>
        <p:nvGrpSpPr>
          <p:cNvPr id="47" name="Group 46">
            <a:extLst>
              <a:ext uri="{FF2B5EF4-FFF2-40B4-BE49-F238E27FC236}">
                <a16:creationId xmlns:a16="http://schemas.microsoft.com/office/drawing/2014/main" id="{E0EE4715-F6F0-062D-D83B-436253F13115}"/>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19BF3B98-A456-AADB-987F-E8CAB33C2468}"/>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8D6A404C-9CDB-C2CA-6CC4-E75C3894E64A}"/>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0DDEF088-51FC-7D59-3355-3AE84E4DB27D}"/>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64A8F718-0B2F-9D17-B5A7-B00E50D4C608}"/>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C93A21D6-FDC4-2A9B-971C-9884E6AA7532}"/>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C64A72B4-1BFB-8BB8-A684-D60D35967F46}"/>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6193B867-AE17-AA9F-A6E1-7158798B317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1DB05631-526A-1D41-609A-17599C9BA64A}"/>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4. KẾT QUẢ VÀ THẢO LUẬN</a:t>
            </a:r>
          </a:p>
        </p:txBody>
      </p:sp>
    </p:spTree>
    <p:extLst>
      <p:ext uri="{BB962C8B-B14F-4D97-AF65-F5344CB8AC3E}">
        <p14:creationId xmlns:p14="http://schemas.microsoft.com/office/powerpoint/2010/main" val="85390324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 calcmode="lin" valueType="num">
                                      <p:cBhvr additive="base">
                                        <p:cTn id="11"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anim calcmode="lin" valueType="num">
                                      <p:cBhvr additive="base">
                                        <p:cTn id="15" dur="500" fill="hold"/>
                                        <p:tgtEl>
                                          <p:spTgt spid="18">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8">
                                            <p:txEl>
                                              <p:pRg st="2" end="2"/>
                                            </p:txEl>
                                          </p:spTgt>
                                        </p:tgtEl>
                                        <p:attrNameLst>
                                          <p:attrName>style.visibility</p:attrName>
                                        </p:attrNameLst>
                                      </p:cBhvr>
                                      <p:to>
                                        <p:strVal val="visible"/>
                                      </p:to>
                                    </p:set>
                                    <p:anim calcmode="lin" valueType="num">
                                      <p:cBhvr additive="base">
                                        <p:cTn id="19" dur="500" fill="hold"/>
                                        <p:tgtEl>
                                          <p:spTgt spid="1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8">
                                            <p:txEl>
                                              <p:pRg st="3" end="3"/>
                                            </p:txEl>
                                          </p:spTgt>
                                        </p:tgtEl>
                                        <p:attrNameLst>
                                          <p:attrName>style.visibility</p:attrName>
                                        </p:attrNameLst>
                                      </p:cBhvr>
                                      <p:to>
                                        <p:strVal val="visible"/>
                                      </p:to>
                                    </p:set>
                                    <p:anim calcmode="lin" valueType="num">
                                      <p:cBhvr additive="base">
                                        <p:cTn id="23" dur="500" fill="hold"/>
                                        <p:tgtEl>
                                          <p:spTgt spid="18">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 calcmode="lin" valueType="num">
                                      <p:cBhvr additive="base">
                                        <p:cTn id="27" dur="500" fill="hold"/>
                                        <p:tgtEl>
                                          <p:spTgt spid="18">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8">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8">
                                            <p:txEl>
                                              <p:pRg st="5" end="5"/>
                                            </p:txEl>
                                          </p:spTgt>
                                        </p:tgtEl>
                                        <p:attrNameLst>
                                          <p:attrName>style.visibility</p:attrName>
                                        </p:attrNameLst>
                                      </p:cBhvr>
                                      <p:to>
                                        <p:strVal val="visible"/>
                                      </p:to>
                                    </p:set>
                                    <p:anim calcmode="lin" valueType="num">
                                      <p:cBhvr additive="base">
                                        <p:cTn id="31" dur="500" fill="hold"/>
                                        <p:tgtEl>
                                          <p:spTgt spid="1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8">
                                            <p:txEl>
                                              <p:pRg st="6" end="6"/>
                                            </p:txEl>
                                          </p:spTgt>
                                        </p:tgtEl>
                                        <p:attrNameLst>
                                          <p:attrName>style.visibility</p:attrName>
                                        </p:attrNameLst>
                                      </p:cBhvr>
                                      <p:to>
                                        <p:strVal val="visible"/>
                                      </p:to>
                                    </p:set>
                                    <p:anim calcmode="lin" valueType="num">
                                      <p:cBhvr additive="base">
                                        <p:cTn id="35" dur="500" fill="hold"/>
                                        <p:tgtEl>
                                          <p:spTgt spid="18">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8">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8">
                                            <p:txEl>
                                              <p:pRg st="7" end="7"/>
                                            </p:txEl>
                                          </p:spTgt>
                                        </p:tgtEl>
                                        <p:attrNameLst>
                                          <p:attrName>style.visibility</p:attrName>
                                        </p:attrNameLst>
                                      </p:cBhvr>
                                      <p:to>
                                        <p:strVal val="visible"/>
                                      </p:to>
                                    </p:set>
                                    <p:anim calcmode="lin" valueType="num">
                                      <p:cBhvr additive="base">
                                        <p:cTn id="39" dur="500" fill="hold"/>
                                        <p:tgtEl>
                                          <p:spTgt spid="18">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allAtOnce"/>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44A0F-74DC-A346-C251-373BBBF21BF0}"/>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DC01AE9F-EAA9-5EA0-687E-F4E2947D515A}"/>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F58FE71C-4B70-F609-2A85-8037B4CCE520}"/>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4C0372A4-D5F0-B183-CD4B-EC7F504CB9FC}"/>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BE8209F2-AEBA-0E50-2B1C-FD4EA425E0A9}"/>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A5CEFF6-DBAC-50B7-681D-CA468A8DBDF1}"/>
              </a:ext>
            </a:extLst>
          </p:cNvPr>
          <p:cNvSpPr txBox="1"/>
          <p:nvPr/>
        </p:nvSpPr>
        <p:spPr>
          <a:xfrm>
            <a:off x="685800" y="5466487"/>
            <a:ext cx="29718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Phân tích thiết kế hệ thống</a:t>
            </a:r>
          </a:p>
        </p:txBody>
      </p:sp>
      <p:sp>
        <p:nvSpPr>
          <p:cNvPr id="18" name="TextBox 17">
            <a:extLst>
              <a:ext uri="{FF2B5EF4-FFF2-40B4-BE49-F238E27FC236}">
                <a16:creationId xmlns:a16="http://schemas.microsoft.com/office/drawing/2014/main" id="{FF288A30-F875-AA1D-B856-29D481908587}"/>
              </a:ext>
            </a:extLst>
          </p:cNvPr>
          <p:cNvSpPr txBox="1"/>
          <p:nvPr/>
        </p:nvSpPr>
        <p:spPr>
          <a:xfrm>
            <a:off x="3810000" y="2430905"/>
            <a:ext cx="14249400" cy="668645"/>
          </a:xfrm>
          <a:prstGeom prst="rect">
            <a:avLst/>
          </a:prstGeom>
          <a:noFill/>
        </p:spPr>
        <p:txBody>
          <a:bodyPr wrap="square" rtlCol="0">
            <a:spAutoFit/>
          </a:bodyPr>
          <a:lstStyle/>
          <a:p>
            <a:pPr lvl="0">
              <a:lnSpc>
                <a:spcPct val="130000"/>
              </a:lnSpc>
            </a:pPr>
            <a:r>
              <a:rPr lang="en-US" sz="3200" b="1">
                <a:latin typeface="Times New Roman" panose="02020603050405020304" pitchFamily="18" charset="0"/>
                <a:ea typeface="SimSun" panose="02010600030101010101" pitchFamily="2" charset="-122"/>
              </a:rPr>
              <a:t>Biểu đồ Usecase</a:t>
            </a:r>
            <a:endParaRPr lang="en-US" sz="3200">
              <a:latin typeface="Times New Roman" panose="02020603050405020304" pitchFamily="18" charset="0"/>
              <a:ea typeface="SimSun" panose="02010600030101010101" pitchFamily="2" charset="-122"/>
            </a:endParaRPr>
          </a:p>
        </p:txBody>
      </p:sp>
      <p:grpSp>
        <p:nvGrpSpPr>
          <p:cNvPr id="47" name="Group 46">
            <a:extLst>
              <a:ext uri="{FF2B5EF4-FFF2-40B4-BE49-F238E27FC236}">
                <a16:creationId xmlns:a16="http://schemas.microsoft.com/office/drawing/2014/main" id="{06403500-2549-6CE9-B204-80F9AD0FC8AB}"/>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71F49054-1D19-85C2-09AE-A9C2C5E53C87}"/>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27CC9F23-D38C-B44C-5B33-15DE0FF42528}"/>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47B91105-2C0D-443E-588F-32E57341B995}"/>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BA0835B6-2AE0-F3C1-FDA6-A4898D3DE127}"/>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1B18056E-37B7-7232-0CD5-66990543CDA7}"/>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6BCC2037-A5C1-CA18-3C21-EF22E0D43B68}"/>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7D9F87D7-D9EB-2BF4-24F9-B5E79405AB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5396086C-F77B-27CC-B97E-4DB9D637FA9A}"/>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4. KẾT QUẢ VÀ THẢO LUẬN</a:t>
            </a:r>
          </a:p>
        </p:txBody>
      </p:sp>
      <p:pic>
        <p:nvPicPr>
          <p:cNvPr id="4" name="Picture 3">
            <a:extLst>
              <a:ext uri="{FF2B5EF4-FFF2-40B4-BE49-F238E27FC236}">
                <a16:creationId xmlns:a16="http://schemas.microsoft.com/office/drawing/2014/main" id="{7F1C0BFD-CA67-3A1B-FA7F-264D711F6F09}"/>
              </a:ext>
            </a:extLst>
          </p:cNvPr>
          <p:cNvPicPr>
            <a:picLocks noChangeAspect="1"/>
          </p:cNvPicPr>
          <p:nvPr/>
        </p:nvPicPr>
        <p:blipFill rotWithShape="1">
          <a:blip r:embed="rId5"/>
          <a:srcRect l="5107" t="10491" r="13287" b="8695"/>
          <a:stretch>
            <a:fillRect/>
          </a:stretch>
        </p:blipFill>
        <p:spPr bwMode="auto">
          <a:xfrm>
            <a:off x="3891456" y="3915312"/>
            <a:ext cx="6066396" cy="5095875"/>
          </a:xfrm>
          <a:prstGeom prst="rect">
            <a:avLst/>
          </a:prstGeom>
          <a:ln>
            <a:no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FD724005-59FE-EECD-C390-BB4F71CB58E0}"/>
              </a:ext>
            </a:extLst>
          </p:cNvPr>
          <p:cNvPicPr>
            <a:picLocks noChangeAspect="1"/>
          </p:cNvPicPr>
          <p:nvPr/>
        </p:nvPicPr>
        <p:blipFill rotWithShape="1">
          <a:blip r:embed="rId6"/>
          <a:srcRect l="5952" t="8600" r="8895" b="23990"/>
          <a:stretch>
            <a:fillRect/>
          </a:stretch>
        </p:blipFill>
        <p:spPr bwMode="auto">
          <a:xfrm>
            <a:off x="9924854" y="3518714"/>
            <a:ext cx="8363146" cy="509587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518829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 calcmode="lin" valueType="num">
                                      <p:cBhvr additive="base">
                                        <p:cTn id="11"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allAtOnce"/>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74571-413E-4545-328E-450C8A74C833}"/>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FDBAFC3C-D6AB-E89F-E7B6-91C24E00FFEC}"/>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2CEE31E4-04B3-63C8-2A65-804757B1B4A2}"/>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37334A50-0490-AE7B-E350-AD319836B530}"/>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9CB22D16-05E7-9E6C-BD6B-6582A079169A}"/>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BE78F8C-3C80-B9E2-7C93-F5C0F12336D7}"/>
              </a:ext>
            </a:extLst>
          </p:cNvPr>
          <p:cNvSpPr txBox="1"/>
          <p:nvPr/>
        </p:nvSpPr>
        <p:spPr>
          <a:xfrm>
            <a:off x="685800" y="5466487"/>
            <a:ext cx="29718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Phân tích thiết kế hệ thống</a:t>
            </a:r>
          </a:p>
        </p:txBody>
      </p:sp>
      <p:sp>
        <p:nvSpPr>
          <p:cNvPr id="18" name="TextBox 17">
            <a:extLst>
              <a:ext uri="{FF2B5EF4-FFF2-40B4-BE49-F238E27FC236}">
                <a16:creationId xmlns:a16="http://schemas.microsoft.com/office/drawing/2014/main" id="{AD3EAC8F-8841-6863-E2D0-384782038D83}"/>
              </a:ext>
            </a:extLst>
          </p:cNvPr>
          <p:cNvSpPr txBox="1"/>
          <p:nvPr/>
        </p:nvSpPr>
        <p:spPr>
          <a:xfrm>
            <a:off x="3810000" y="2430905"/>
            <a:ext cx="14249400" cy="668645"/>
          </a:xfrm>
          <a:prstGeom prst="rect">
            <a:avLst/>
          </a:prstGeom>
          <a:noFill/>
        </p:spPr>
        <p:txBody>
          <a:bodyPr wrap="square" rtlCol="0">
            <a:spAutoFit/>
          </a:bodyPr>
          <a:lstStyle/>
          <a:p>
            <a:pPr lvl="0">
              <a:lnSpc>
                <a:spcPct val="130000"/>
              </a:lnSpc>
            </a:pPr>
            <a:r>
              <a:rPr lang="en-US" sz="3200" b="1">
                <a:latin typeface="Times New Roman" panose="02020603050405020304" pitchFamily="18" charset="0"/>
                <a:ea typeface="SimSun" panose="02010600030101010101" pitchFamily="2" charset="-122"/>
              </a:rPr>
              <a:t>Biểu đồ ERD</a:t>
            </a:r>
            <a:endParaRPr lang="en-US" sz="3200">
              <a:latin typeface="Times New Roman" panose="02020603050405020304" pitchFamily="18" charset="0"/>
              <a:ea typeface="SimSun" panose="02010600030101010101" pitchFamily="2" charset="-122"/>
            </a:endParaRPr>
          </a:p>
        </p:txBody>
      </p:sp>
      <p:grpSp>
        <p:nvGrpSpPr>
          <p:cNvPr id="47" name="Group 46">
            <a:extLst>
              <a:ext uri="{FF2B5EF4-FFF2-40B4-BE49-F238E27FC236}">
                <a16:creationId xmlns:a16="http://schemas.microsoft.com/office/drawing/2014/main" id="{A18278BB-275F-702E-A795-E3D4811FD50A}"/>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629D4C15-E4FA-C6B3-B112-426D452EC4C2}"/>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97649F4B-C6F0-7991-892E-690836104E0E}"/>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E8DFBBD1-DA98-4356-C688-7528C94717D3}"/>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BAFEE6B2-1DCC-0BE7-0C98-CC6ECC4F2FA8}"/>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48934823-B5A2-5068-98B2-EF41806F0573}"/>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F10C050A-0180-5B62-E7AE-73137343E83F}"/>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529D4D69-95E0-6DC6-7775-01947638C36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11FFB93E-DAF1-4B32-F1CA-4EE143A9E59F}"/>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4. KẾT QUẢ VÀ THẢO LUẬN</a:t>
            </a:r>
          </a:p>
        </p:txBody>
      </p:sp>
      <p:pic>
        <p:nvPicPr>
          <p:cNvPr id="4" name="Picture 3">
            <a:extLst>
              <a:ext uri="{FF2B5EF4-FFF2-40B4-BE49-F238E27FC236}">
                <a16:creationId xmlns:a16="http://schemas.microsoft.com/office/drawing/2014/main" id="{EF019B76-B4EA-EFBA-4417-EEFB3BD1B48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629400" y="3137650"/>
            <a:ext cx="7779374" cy="7144599"/>
          </a:xfrm>
          <a:prstGeom prst="rect">
            <a:avLst/>
          </a:prstGeom>
          <a:noFill/>
          <a:ln>
            <a:noFill/>
          </a:ln>
        </p:spPr>
      </p:pic>
    </p:spTree>
    <p:extLst>
      <p:ext uri="{BB962C8B-B14F-4D97-AF65-F5344CB8AC3E}">
        <p14:creationId xmlns:p14="http://schemas.microsoft.com/office/powerpoint/2010/main" val="3835588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allAtOnce"/>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FFB1F-E479-B1B9-388A-02E6BA13BD52}"/>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798B88E7-5AFF-9B66-9D68-6BA65D5DE9B9}"/>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F68EA1EF-CC0B-989F-A6BC-C6361B6A00BF}"/>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6988D3BF-4EA9-5EC8-3D85-7D527510961E}"/>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730CFFD8-8423-69F8-27D7-A1B18A3EA0EC}"/>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4527EF6-3BDE-0DC3-CA8C-3737B3480865}"/>
              </a:ext>
            </a:extLst>
          </p:cNvPr>
          <p:cNvSpPr txBox="1"/>
          <p:nvPr/>
        </p:nvSpPr>
        <p:spPr>
          <a:xfrm>
            <a:off x="685800" y="5466487"/>
            <a:ext cx="29718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Phân tích thiết kế hệ thống</a:t>
            </a:r>
          </a:p>
        </p:txBody>
      </p:sp>
      <p:sp>
        <p:nvSpPr>
          <p:cNvPr id="18" name="TextBox 17">
            <a:extLst>
              <a:ext uri="{FF2B5EF4-FFF2-40B4-BE49-F238E27FC236}">
                <a16:creationId xmlns:a16="http://schemas.microsoft.com/office/drawing/2014/main" id="{E15515DD-A935-9793-1AC0-12508149B5BC}"/>
              </a:ext>
            </a:extLst>
          </p:cNvPr>
          <p:cNvSpPr txBox="1"/>
          <p:nvPr/>
        </p:nvSpPr>
        <p:spPr>
          <a:xfrm>
            <a:off x="3810000" y="2430905"/>
            <a:ext cx="14249400" cy="668645"/>
          </a:xfrm>
          <a:prstGeom prst="rect">
            <a:avLst/>
          </a:prstGeom>
          <a:noFill/>
        </p:spPr>
        <p:txBody>
          <a:bodyPr wrap="square" rtlCol="0">
            <a:spAutoFit/>
          </a:bodyPr>
          <a:lstStyle/>
          <a:p>
            <a:pPr lvl="0">
              <a:lnSpc>
                <a:spcPct val="130000"/>
              </a:lnSpc>
            </a:pPr>
            <a:r>
              <a:rPr lang="en-US" sz="3200" b="1">
                <a:latin typeface="Times New Roman" panose="02020603050405020304" pitchFamily="18" charset="0"/>
                <a:ea typeface="SimSun" panose="02010600030101010101" pitchFamily="2" charset="-122"/>
              </a:rPr>
              <a:t>Biểu đồ Sequence</a:t>
            </a:r>
            <a:endParaRPr lang="en-US" sz="3200">
              <a:latin typeface="Times New Roman" panose="02020603050405020304" pitchFamily="18" charset="0"/>
              <a:ea typeface="SimSun" panose="02010600030101010101" pitchFamily="2" charset="-122"/>
            </a:endParaRPr>
          </a:p>
        </p:txBody>
      </p:sp>
      <p:grpSp>
        <p:nvGrpSpPr>
          <p:cNvPr id="47" name="Group 46">
            <a:extLst>
              <a:ext uri="{FF2B5EF4-FFF2-40B4-BE49-F238E27FC236}">
                <a16:creationId xmlns:a16="http://schemas.microsoft.com/office/drawing/2014/main" id="{D91366EB-0423-AF76-4101-C4FD3AFC0941}"/>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592634C6-DE5B-1F11-3999-9A4FAC3E2D86}"/>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E2E694F5-E155-3D0A-1F79-BCAFCAB50571}"/>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B6C5B9C3-617E-451F-9F17-29AE4CE51A01}"/>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549274FA-2371-90DE-FF3F-E2E90897E45D}"/>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0FFAC545-042D-317F-F029-3851F10FE5DF}"/>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58792570-C937-6D4C-0688-1704B2B6C0B3}"/>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E4B06361-F37F-0A4E-4D78-AA0601D2C00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09CA6638-CAF3-063A-C30B-85D37FA5DDFC}"/>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4. KẾT QUẢ VÀ THẢO LUẬN</a:t>
            </a:r>
          </a:p>
        </p:txBody>
      </p:sp>
      <p:pic>
        <p:nvPicPr>
          <p:cNvPr id="4" name="Picture 3">
            <a:extLst>
              <a:ext uri="{FF2B5EF4-FFF2-40B4-BE49-F238E27FC236}">
                <a16:creationId xmlns:a16="http://schemas.microsoft.com/office/drawing/2014/main" id="{865CFDCE-295D-FEF3-7720-54C35E312A0C}"/>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79859" y="3771900"/>
            <a:ext cx="9648825" cy="4758774"/>
          </a:xfrm>
          <a:prstGeom prst="rect">
            <a:avLst/>
          </a:prstGeom>
          <a:noFill/>
          <a:ln>
            <a:noFill/>
          </a:ln>
        </p:spPr>
      </p:pic>
    </p:spTree>
    <p:extLst>
      <p:ext uri="{BB962C8B-B14F-4D97-AF65-F5344CB8AC3E}">
        <p14:creationId xmlns:p14="http://schemas.microsoft.com/office/powerpoint/2010/main" val="103515619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allAtOnce"/>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26DE-6447-9C48-DBA0-9689FCD7D7C1}"/>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D9B7F4C2-ABA1-DADC-2EE7-78C75B940ECE}"/>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B5594B10-80A1-3150-47FD-BD9E70393AF9}"/>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C584175D-C2AF-EF21-CF9C-367E86650E1C}"/>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7E68D001-E604-2EB7-B25F-6FFFD7C2CEB9}"/>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6BD6934-94FE-31EE-7F07-F722A2FAC2F5}"/>
              </a:ext>
            </a:extLst>
          </p:cNvPr>
          <p:cNvSpPr txBox="1"/>
          <p:nvPr/>
        </p:nvSpPr>
        <p:spPr>
          <a:xfrm>
            <a:off x="685800" y="5466487"/>
            <a:ext cx="29718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Phân tích thiết kế hệ thống</a:t>
            </a:r>
          </a:p>
        </p:txBody>
      </p:sp>
      <p:sp>
        <p:nvSpPr>
          <p:cNvPr id="18" name="TextBox 17">
            <a:extLst>
              <a:ext uri="{FF2B5EF4-FFF2-40B4-BE49-F238E27FC236}">
                <a16:creationId xmlns:a16="http://schemas.microsoft.com/office/drawing/2014/main" id="{426221C3-BABF-9CD6-E1FE-C73DB53FB2E9}"/>
              </a:ext>
            </a:extLst>
          </p:cNvPr>
          <p:cNvSpPr txBox="1"/>
          <p:nvPr/>
        </p:nvSpPr>
        <p:spPr>
          <a:xfrm>
            <a:off x="3810000" y="2430905"/>
            <a:ext cx="14249400" cy="668645"/>
          </a:xfrm>
          <a:prstGeom prst="rect">
            <a:avLst/>
          </a:prstGeom>
          <a:noFill/>
        </p:spPr>
        <p:txBody>
          <a:bodyPr wrap="square" rtlCol="0">
            <a:spAutoFit/>
          </a:bodyPr>
          <a:lstStyle/>
          <a:p>
            <a:pPr lvl="0">
              <a:lnSpc>
                <a:spcPct val="130000"/>
              </a:lnSpc>
            </a:pPr>
            <a:r>
              <a:rPr lang="en-US" sz="3200" b="1">
                <a:latin typeface="Times New Roman" panose="02020603050405020304" pitchFamily="18" charset="0"/>
                <a:ea typeface="SimSun" panose="02010600030101010101" pitchFamily="2" charset="-122"/>
              </a:rPr>
              <a:t>Biểu đồ Sequence</a:t>
            </a:r>
            <a:endParaRPr lang="en-US" sz="3200">
              <a:latin typeface="Times New Roman" panose="02020603050405020304" pitchFamily="18" charset="0"/>
              <a:ea typeface="SimSun" panose="02010600030101010101" pitchFamily="2" charset="-122"/>
            </a:endParaRPr>
          </a:p>
        </p:txBody>
      </p:sp>
      <p:grpSp>
        <p:nvGrpSpPr>
          <p:cNvPr id="47" name="Group 46">
            <a:extLst>
              <a:ext uri="{FF2B5EF4-FFF2-40B4-BE49-F238E27FC236}">
                <a16:creationId xmlns:a16="http://schemas.microsoft.com/office/drawing/2014/main" id="{6B5B3B17-E02F-B68B-C9EA-8B8736664322}"/>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7908F42D-FB22-B3E8-FA90-88D8C3F66E58}"/>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03C568A4-BFAD-E7CC-2370-A6F004F88255}"/>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138F8C54-BD64-767A-5C6F-8D98683F07FF}"/>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AE600757-F5D5-7B26-9F4F-37F26B8DA5DD}"/>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F826E097-3BCE-3AF5-FA5E-5F89664DA132}"/>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13329872-7FD3-FEAC-794D-182C27A94D2B}"/>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EABAFE3C-5FF0-D842-A9E0-938C9EB2285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68900133-8E7A-1AD6-2B45-261DE93B2A6F}"/>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4. KẾT QUẢ VÀ THẢO LUẬN</a:t>
            </a:r>
          </a:p>
        </p:txBody>
      </p:sp>
      <p:pic>
        <p:nvPicPr>
          <p:cNvPr id="5" name="Picture 4">
            <a:extLst>
              <a:ext uri="{FF2B5EF4-FFF2-40B4-BE49-F238E27FC236}">
                <a16:creationId xmlns:a16="http://schemas.microsoft.com/office/drawing/2014/main" id="{E6BE8C5E-3A38-3323-5CF0-D90074064646}"/>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51414" y="3793526"/>
            <a:ext cx="9883257" cy="5307288"/>
          </a:xfrm>
          <a:prstGeom prst="rect">
            <a:avLst/>
          </a:prstGeom>
          <a:noFill/>
          <a:ln>
            <a:noFill/>
          </a:ln>
        </p:spPr>
      </p:pic>
    </p:spTree>
    <p:extLst>
      <p:ext uri="{BB962C8B-B14F-4D97-AF65-F5344CB8AC3E}">
        <p14:creationId xmlns:p14="http://schemas.microsoft.com/office/powerpoint/2010/main" val="39310320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456554-27AB-3270-29AB-501889148C00}"/>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165E1BF4-99CC-C549-1AD4-D3B9B946E993}"/>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7B01522E-91D5-A442-F2F1-A303CAEFCA0E}"/>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56C3FA96-510B-0F67-582E-5C2EEE8A4A6A}"/>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67682754-D57C-63D7-8F85-1042F2C1F679}"/>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B04EEF9-226A-84F2-5DB9-59AC948ACCBC}"/>
              </a:ext>
            </a:extLst>
          </p:cNvPr>
          <p:cNvSpPr txBox="1"/>
          <p:nvPr/>
        </p:nvSpPr>
        <p:spPr>
          <a:xfrm>
            <a:off x="685800" y="5466487"/>
            <a:ext cx="29718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Phân tích thiết kế hệ thống</a:t>
            </a:r>
          </a:p>
        </p:txBody>
      </p:sp>
      <p:sp>
        <p:nvSpPr>
          <p:cNvPr id="18" name="TextBox 17">
            <a:extLst>
              <a:ext uri="{FF2B5EF4-FFF2-40B4-BE49-F238E27FC236}">
                <a16:creationId xmlns:a16="http://schemas.microsoft.com/office/drawing/2014/main" id="{74B4046A-CF79-D4EB-8A31-5576B0F07F96}"/>
              </a:ext>
            </a:extLst>
          </p:cNvPr>
          <p:cNvSpPr txBox="1"/>
          <p:nvPr/>
        </p:nvSpPr>
        <p:spPr>
          <a:xfrm>
            <a:off x="3810000" y="2430905"/>
            <a:ext cx="14249400" cy="668645"/>
          </a:xfrm>
          <a:prstGeom prst="rect">
            <a:avLst/>
          </a:prstGeom>
          <a:noFill/>
        </p:spPr>
        <p:txBody>
          <a:bodyPr wrap="square" rtlCol="0">
            <a:spAutoFit/>
          </a:bodyPr>
          <a:lstStyle/>
          <a:p>
            <a:pPr lvl="0">
              <a:lnSpc>
                <a:spcPct val="130000"/>
              </a:lnSpc>
            </a:pPr>
            <a:r>
              <a:rPr lang="en-US" sz="3200" b="1">
                <a:latin typeface="Times New Roman" panose="02020603050405020304" pitchFamily="18" charset="0"/>
                <a:ea typeface="SimSun" panose="02010600030101010101" pitchFamily="2" charset="-122"/>
              </a:rPr>
              <a:t>Biểu đồ Sequence</a:t>
            </a:r>
            <a:endParaRPr lang="en-US" sz="3200">
              <a:latin typeface="Times New Roman" panose="02020603050405020304" pitchFamily="18" charset="0"/>
              <a:ea typeface="SimSun" panose="02010600030101010101" pitchFamily="2" charset="-122"/>
            </a:endParaRPr>
          </a:p>
        </p:txBody>
      </p:sp>
      <p:grpSp>
        <p:nvGrpSpPr>
          <p:cNvPr id="47" name="Group 46">
            <a:extLst>
              <a:ext uri="{FF2B5EF4-FFF2-40B4-BE49-F238E27FC236}">
                <a16:creationId xmlns:a16="http://schemas.microsoft.com/office/drawing/2014/main" id="{5530033A-1341-EFAC-E7BC-10C21F3DB4EC}"/>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B9355970-8BAA-94E1-8BAA-1EC5C6394743}"/>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4264B3C1-2F76-AC6F-F93F-FB91424FD67B}"/>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B77F4C70-C228-F6F7-8C6F-3BDD23BECED4}"/>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AF99E511-F2F0-FEDC-5DF5-01E3BF1F6EAC}"/>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E4F77698-E8C9-F79A-A612-BB75C748195C}"/>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D8E9FB84-9976-559E-DC87-62D569F9906A}"/>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A6546D38-DA2F-C7EC-5A58-37BEF73BFD0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8AA17AF9-CEBF-259B-6BA9-61FE0347185F}"/>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4. KẾT QUẢ VÀ THẢO LUẬN</a:t>
            </a:r>
          </a:p>
        </p:txBody>
      </p:sp>
      <p:pic>
        <p:nvPicPr>
          <p:cNvPr id="6" name="Picture 5">
            <a:extLst>
              <a:ext uri="{FF2B5EF4-FFF2-40B4-BE49-F238E27FC236}">
                <a16:creationId xmlns:a16="http://schemas.microsoft.com/office/drawing/2014/main" id="{4BC62E78-E44E-18F4-FE0E-FBD0496CFF2B}"/>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09647" y="3848100"/>
            <a:ext cx="9597920" cy="4724400"/>
          </a:xfrm>
          <a:prstGeom prst="rect">
            <a:avLst/>
          </a:prstGeom>
          <a:noFill/>
          <a:ln>
            <a:noFill/>
          </a:ln>
        </p:spPr>
      </p:pic>
    </p:spTree>
    <p:extLst>
      <p:ext uri="{BB962C8B-B14F-4D97-AF65-F5344CB8AC3E}">
        <p14:creationId xmlns:p14="http://schemas.microsoft.com/office/powerpoint/2010/main" val="287890067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54D8E69-7126-4878-96E2-A1383BF3314C}"/>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E71D1152-2B1C-9410-59F4-C3DA9C521891}"/>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3F2463E7-9E75-2067-4E09-7C1CC0977D0A}"/>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98CF7461-2C3C-01DD-A6FF-9BB82C709351}"/>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AD49A0FF-9E60-C6B0-05FE-4F998FD6BBAC}"/>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7C1FEFE-4217-E70B-CE65-CAAAD29F6BC1}"/>
              </a:ext>
            </a:extLst>
          </p:cNvPr>
          <p:cNvSpPr txBox="1"/>
          <p:nvPr/>
        </p:nvSpPr>
        <p:spPr>
          <a:xfrm>
            <a:off x="685800" y="5466487"/>
            <a:ext cx="29718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Phân tích thiết kế hệ thống</a:t>
            </a:r>
          </a:p>
        </p:txBody>
      </p:sp>
      <p:sp>
        <p:nvSpPr>
          <p:cNvPr id="18" name="TextBox 17">
            <a:extLst>
              <a:ext uri="{FF2B5EF4-FFF2-40B4-BE49-F238E27FC236}">
                <a16:creationId xmlns:a16="http://schemas.microsoft.com/office/drawing/2014/main" id="{3A362EDE-CC12-1DC4-1D97-6DF0B9232455}"/>
              </a:ext>
            </a:extLst>
          </p:cNvPr>
          <p:cNvSpPr txBox="1"/>
          <p:nvPr/>
        </p:nvSpPr>
        <p:spPr>
          <a:xfrm>
            <a:off x="3810000" y="2430905"/>
            <a:ext cx="14249400" cy="668645"/>
          </a:xfrm>
          <a:prstGeom prst="rect">
            <a:avLst/>
          </a:prstGeom>
          <a:noFill/>
        </p:spPr>
        <p:txBody>
          <a:bodyPr wrap="square" rtlCol="0">
            <a:spAutoFit/>
          </a:bodyPr>
          <a:lstStyle/>
          <a:p>
            <a:pPr lvl="0">
              <a:lnSpc>
                <a:spcPct val="130000"/>
              </a:lnSpc>
            </a:pPr>
            <a:r>
              <a:rPr lang="en-US" sz="3200" b="1">
                <a:latin typeface="Times New Roman" panose="02020603050405020304" pitchFamily="18" charset="0"/>
                <a:ea typeface="SimSun" panose="02010600030101010101" pitchFamily="2" charset="-122"/>
              </a:rPr>
              <a:t>Biểu đồ Sequence</a:t>
            </a:r>
            <a:endParaRPr lang="en-US" sz="3200">
              <a:latin typeface="Times New Roman" panose="02020603050405020304" pitchFamily="18" charset="0"/>
              <a:ea typeface="SimSun" panose="02010600030101010101" pitchFamily="2" charset="-122"/>
            </a:endParaRPr>
          </a:p>
        </p:txBody>
      </p:sp>
      <p:grpSp>
        <p:nvGrpSpPr>
          <p:cNvPr id="47" name="Group 46">
            <a:extLst>
              <a:ext uri="{FF2B5EF4-FFF2-40B4-BE49-F238E27FC236}">
                <a16:creationId xmlns:a16="http://schemas.microsoft.com/office/drawing/2014/main" id="{CBFA94D4-F11C-D28A-AD04-886708F3E95C}"/>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B3C1C1E1-ABE7-DAAC-165C-53106797484C}"/>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B28376E3-E285-5970-A0B9-B038410ACE3F}"/>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88A64866-F20B-AE15-F4BC-414601307475}"/>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DE8CBF2A-ADAF-4950-E60D-F8B1B6AB00BE}"/>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47687F63-A0DA-8ECC-D84F-880323E87BFF}"/>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53A47577-B0A9-8835-619D-34A0A774B40D}"/>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B4A05952-AFC5-5AAE-8CA8-6AC21BE5C21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050DA0E0-E8EA-D09B-86F4-8EBFB641A657}"/>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4. KẾT QUẢ VÀ THẢO LUẬN</a:t>
            </a:r>
          </a:p>
        </p:txBody>
      </p:sp>
      <p:pic>
        <p:nvPicPr>
          <p:cNvPr id="4" name="Picture 3">
            <a:extLst>
              <a:ext uri="{FF2B5EF4-FFF2-40B4-BE49-F238E27FC236}">
                <a16:creationId xmlns:a16="http://schemas.microsoft.com/office/drawing/2014/main" id="{C8C45596-B9AB-F6BD-A40B-CBBED6B36D6D}"/>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38607" y="3145472"/>
            <a:ext cx="8448993" cy="6737994"/>
          </a:xfrm>
          <a:prstGeom prst="rect">
            <a:avLst/>
          </a:prstGeom>
          <a:noFill/>
          <a:ln>
            <a:noFill/>
          </a:ln>
        </p:spPr>
      </p:pic>
    </p:spTree>
    <p:extLst>
      <p:ext uri="{BB962C8B-B14F-4D97-AF65-F5344CB8AC3E}">
        <p14:creationId xmlns:p14="http://schemas.microsoft.com/office/powerpoint/2010/main" val="42724603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AC7C3B7-8CD7-7C52-1B2A-C3B9C9740892}"/>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D118D9F3-2CEF-F171-8606-2083B633DFE9}"/>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41AD85A8-CC93-374B-CABC-1D26BFF51239}"/>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915E4BAF-0E77-6616-8542-F0933ADB609D}"/>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C1A65034-2584-D7A8-92DD-13AD5CB6D818}"/>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EFE6DBC-BBE3-B983-618F-D1FB3098935E}"/>
              </a:ext>
            </a:extLst>
          </p:cNvPr>
          <p:cNvSpPr txBox="1"/>
          <p:nvPr/>
        </p:nvSpPr>
        <p:spPr>
          <a:xfrm>
            <a:off x="685800" y="5466487"/>
            <a:ext cx="29718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Phân tích thiết kế hệ thống</a:t>
            </a:r>
          </a:p>
        </p:txBody>
      </p:sp>
      <p:sp>
        <p:nvSpPr>
          <p:cNvPr id="18" name="TextBox 17">
            <a:extLst>
              <a:ext uri="{FF2B5EF4-FFF2-40B4-BE49-F238E27FC236}">
                <a16:creationId xmlns:a16="http://schemas.microsoft.com/office/drawing/2014/main" id="{F9531477-E68C-4FE5-6469-4EFF8A273AFD}"/>
              </a:ext>
            </a:extLst>
          </p:cNvPr>
          <p:cNvSpPr txBox="1"/>
          <p:nvPr/>
        </p:nvSpPr>
        <p:spPr>
          <a:xfrm>
            <a:off x="3810000" y="2430905"/>
            <a:ext cx="14249400" cy="668645"/>
          </a:xfrm>
          <a:prstGeom prst="rect">
            <a:avLst/>
          </a:prstGeom>
          <a:noFill/>
        </p:spPr>
        <p:txBody>
          <a:bodyPr wrap="square" rtlCol="0">
            <a:spAutoFit/>
          </a:bodyPr>
          <a:lstStyle/>
          <a:p>
            <a:pPr lvl="0">
              <a:lnSpc>
                <a:spcPct val="130000"/>
              </a:lnSpc>
            </a:pPr>
            <a:r>
              <a:rPr lang="en-US" sz="3200" b="1">
                <a:latin typeface="Times New Roman" panose="02020603050405020304" pitchFamily="18" charset="0"/>
                <a:ea typeface="SimSun" panose="02010600030101010101" pitchFamily="2" charset="-122"/>
              </a:rPr>
              <a:t>Biểu đồ Sequence</a:t>
            </a:r>
            <a:endParaRPr lang="en-US" sz="3200">
              <a:latin typeface="Times New Roman" panose="02020603050405020304" pitchFamily="18" charset="0"/>
              <a:ea typeface="SimSun" panose="02010600030101010101" pitchFamily="2" charset="-122"/>
            </a:endParaRPr>
          </a:p>
        </p:txBody>
      </p:sp>
      <p:grpSp>
        <p:nvGrpSpPr>
          <p:cNvPr id="47" name="Group 46">
            <a:extLst>
              <a:ext uri="{FF2B5EF4-FFF2-40B4-BE49-F238E27FC236}">
                <a16:creationId xmlns:a16="http://schemas.microsoft.com/office/drawing/2014/main" id="{E907348A-3709-DD53-FFA0-145D7082B384}"/>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DBFF6FCF-D8DD-5FFA-9BCD-2B63C5F54948}"/>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4C3A53AC-42AA-6685-71E0-2291B3F321D6}"/>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422F0338-CAEB-9751-E375-65C1ADE2595D}"/>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6F0801ED-A7A5-A5C3-5284-ECFE271822CE}"/>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03A16AC6-28BA-B3A4-5CCF-524B76CB8B8E}"/>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FB06C1C1-CCCE-92C9-8A9E-9F990B729D53}"/>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0C9E4CAA-5238-BCC2-7F53-C813D94A2D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97D329AB-ACDF-ECF7-8576-2721B3F85C7D}"/>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4. KẾT QUẢ VÀ THẢO LUẬN</a:t>
            </a:r>
          </a:p>
        </p:txBody>
      </p:sp>
      <p:pic>
        <p:nvPicPr>
          <p:cNvPr id="5" name="Picture 4">
            <a:extLst>
              <a:ext uri="{FF2B5EF4-FFF2-40B4-BE49-F238E27FC236}">
                <a16:creationId xmlns:a16="http://schemas.microsoft.com/office/drawing/2014/main" id="{A3368147-102B-4880-2BB5-777CF264163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6382" y="3431857"/>
            <a:ext cx="9421044" cy="6379707"/>
          </a:xfrm>
          <a:prstGeom prst="rect">
            <a:avLst/>
          </a:prstGeom>
          <a:noFill/>
          <a:ln>
            <a:noFill/>
          </a:ln>
        </p:spPr>
      </p:pic>
    </p:spTree>
    <p:extLst>
      <p:ext uri="{BB962C8B-B14F-4D97-AF65-F5344CB8AC3E}">
        <p14:creationId xmlns:p14="http://schemas.microsoft.com/office/powerpoint/2010/main" val="81918426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051BBBC-8C22-3A91-AE62-9923FBC32E3F}"/>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76ADB590-5F36-EB33-CF02-067A754ECA69}"/>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638388CC-65BF-414A-93D3-FFC8CE560D71}"/>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631C6306-C5D3-8C71-00F7-8AE458EAF025}"/>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70A4043E-5075-1994-9579-0289778748D7}"/>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507CF50-3D6B-D8D5-F6DB-8D2C439BE0EC}"/>
              </a:ext>
            </a:extLst>
          </p:cNvPr>
          <p:cNvSpPr txBox="1"/>
          <p:nvPr/>
        </p:nvSpPr>
        <p:spPr>
          <a:xfrm>
            <a:off x="685800" y="5466487"/>
            <a:ext cx="29718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Phân tích thiết kế hệ thống</a:t>
            </a:r>
          </a:p>
        </p:txBody>
      </p:sp>
      <p:sp>
        <p:nvSpPr>
          <p:cNvPr id="18" name="TextBox 17">
            <a:extLst>
              <a:ext uri="{FF2B5EF4-FFF2-40B4-BE49-F238E27FC236}">
                <a16:creationId xmlns:a16="http://schemas.microsoft.com/office/drawing/2014/main" id="{A0F5BE98-7B56-C79A-F7C5-AC3407A83C60}"/>
              </a:ext>
            </a:extLst>
          </p:cNvPr>
          <p:cNvSpPr txBox="1"/>
          <p:nvPr/>
        </p:nvSpPr>
        <p:spPr>
          <a:xfrm>
            <a:off x="3810000" y="2430905"/>
            <a:ext cx="14249400" cy="668645"/>
          </a:xfrm>
          <a:prstGeom prst="rect">
            <a:avLst/>
          </a:prstGeom>
          <a:noFill/>
        </p:spPr>
        <p:txBody>
          <a:bodyPr wrap="square" rtlCol="0">
            <a:spAutoFit/>
          </a:bodyPr>
          <a:lstStyle/>
          <a:p>
            <a:pPr lvl="0">
              <a:lnSpc>
                <a:spcPct val="130000"/>
              </a:lnSpc>
            </a:pPr>
            <a:r>
              <a:rPr lang="en-US" sz="3200" b="1">
                <a:latin typeface="Times New Roman" panose="02020603050405020304" pitchFamily="18" charset="0"/>
                <a:ea typeface="SimSun" panose="02010600030101010101" pitchFamily="2" charset="-122"/>
              </a:rPr>
              <a:t>Biểu đồ Sequence</a:t>
            </a:r>
            <a:endParaRPr lang="en-US" sz="3200">
              <a:latin typeface="Times New Roman" panose="02020603050405020304" pitchFamily="18" charset="0"/>
              <a:ea typeface="SimSun" panose="02010600030101010101" pitchFamily="2" charset="-122"/>
            </a:endParaRPr>
          </a:p>
        </p:txBody>
      </p:sp>
      <p:grpSp>
        <p:nvGrpSpPr>
          <p:cNvPr id="47" name="Group 46">
            <a:extLst>
              <a:ext uri="{FF2B5EF4-FFF2-40B4-BE49-F238E27FC236}">
                <a16:creationId xmlns:a16="http://schemas.microsoft.com/office/drawing/2014/main" id="{13578348-797C-68E1-2ED2-D29BEDC23097}"/>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83B38DBD-7271-3FF7-180C-6D52EF7A3828}"/>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DB005ADE-C49C-9680-95F7-F8C430EBA2CC}"/>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ABC32411-5675-0FF2-CC79-D31655D79B12}"/>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168F02E3-4273-143B-4C27-E57118ADEFBE}"/>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CE090099-E7C2-A5B2-2C84-C3098CF507AB}"/>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F7BB595A-6E31-A921-7939-533F7BD8EF7B}"/>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BE7CEB28-6EE1-33E7-723C-96DD1B92604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54B49A57-DA9E-1EA0-B0E5-FAE6E1DE2A0A}"/>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4. KẾT QUẢ VÀ THẢO LUẬN</a:t>
            </a:r>
          </a:p>
        </p:txBody>
      </p:sp>
      <p:pic>
        <p:nvPicPr>
          <p:cNvPr id="5" name="Picture 4">
            <a:extLst>
              <a:ext uri="{FF2B5EF4-FFF2-40B4-BE49-F238E27FC236}">
                <a16:creationId xmlns:a16="http://schemas.microsoft.com/office/drawing/2014/main" id="{4C4A15C0-E560-60E1-4705-DB5E7D7ADF49}"/>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63459" y="3608338"/>
            <a:ext cx="10527967" cy="6116955"/>
          </a:xfrm>
          <a:prstGeom prst="rect">
            <a:avLst/>
          </a:prstGeom>
          <a:noFill/>
          <a:ln>
            <a:noFill/>
          </a:ln>
        </p:spPr>
      </p:pic>
    </p:spTree>
    <p:extLst>
      <p:ext uri="{BB962C8B-B14F-4D97-AF65-F5344CB8AC3E}">
        <p14:creationId xmlns:p14="http://schemas.microsoft.com/office/powerpoint/2010/main" val="372364606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279E140-BD31-5682-E24B-83D1D2A36BAB}"/>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2353BDBF-DBC1-215B-1B6B-4EBD1DF6AEDF}"/>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6C8F1CFD-F7E2-E565-270C-7C1D476FC353}"/>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B31E4590-827D-0FB4-5373-8D83285B1184}"/>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1EA83FFF-45E4-CA80-6F06-5424CEAB20F6}"/>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01D8EBA-E3FA-D046-D45B-422747DAA46C}"/>
              </a:ext>
            </a:extLst>
          </p:cNvPr>
          <p:cNvSpPr txBox="1"/>
          <p:nvPr/>
        </p:nvSpPr>
        <p:spPr>
          <a:xfrm>
            <a:off x="685800" y="5466487"/>
            <a:ext cx="29718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Phân tích thiết kế hệ thống</a:t>
            </a:r>
          </a:p>
        </p:txBody>
      </p:sp>
      <p:sp>
        <p:nvSpPr>
          <p:cNvPr id="18" name="TextBox 17">
            <a:extLst>
              <a:ext uri="{FF2B5EF4-FFF2-40B4-BE49-F238E27FC236}">
                <a16:creationId xmlns:a16="http://schemas.microsoft.com/office/drawing/2014/main" id="{78419D54-FA04-8550-E334-910D09EBFBE0}"/>
              </a:ext>
            </a:extLst>
          </p:cNvPr>
          <p:cNvSpPr txBox="1"/>
          <p:nvPr/>
        </p:nvSpPr>
        <p:spPr>
          <a:xfrm>
            <a:off x="3810000" y="2430905"/>
            <a:ext cx="14249400" cy="668645"/>
          </a:xfrm>
          <a:prstGeom prst="rect">
            <a:avLst/>
          </a:prstGeom>
          <a:noFill/>
        </p:spPr>
        <p:txBody>
          <a:bodyPr wrap="square" rtlCol="0">
            <a:spAutoFit/>
          </a:bodyPr>
          <a:lstStyle/>
          <a:p>
            <a:pPr lvl="0">
              <a:lnSpc>
                <a:spcPct val="130000"/>
              </a:lnSpc>
            </a:pPr>
            <a:r>
              <a:rPr lang="en-US" sz="3200" b="1">
                <a:latin typeface="Times New Roman" panose="02020603050405020304" pitchFamily="18" charset="0"/>
                <a:ea typeface="SimSun" panose="02010600030101010101" pitchFamily="2" charset="-122"/>
              </a:rPr>
              <a:t>Biểu đồ Sequence</a:t>
            </a:r>
            <a:endParaRPr lang="en-US" sz="3200">
              <a:latin typeface="Times New Roman" panose="02020603050405020304" pitchFamily="18" charset="0"/>
              <a:ea typeface="SimSun" panose="02010600030101010101" pitchFamily="2" charset="-122"/>
            </a:endParaRPr>
          </a:p>
        </p:txBody>
      </p:sp>
      <p:grpSp>
        <p:nvGrpSpPr>
          <p:cNvPr id="47" name="Group 46">
            <a:extLst>
              <a:ext uri="{FF2B5EF4-FFF2-40B4-BE49-F238E27FC236}">
                <a16:creationId xmlns:a16="http://schemas.microsoft.com/office/drawing/2014/main" id="{2484A943-2131-3046-ECC5-E21C9796A877}"/>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2FB67906-FCE2-D514-E5AD-E79BD28DBC25}"/>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DAFA14CE-B7A0-6516-B366-4EC18B68041A}"/>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AC7DA3EC-811D-8640-C96B-31BC011EE2AB}"/>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DB193247-53DB-520A-A323-F14274ACE737}"/>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2B4D968E-DC04-6CD0-82DD-CFD7B0930E97}"/>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7D73C31B-8BDD-132B-CFD8-D43D0A78AA9C}"/>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B4DE4F1E-F720-C870-70AC-746A3AFAD0B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6BBCE237-C42A-F0EC-C9E4-16E9A8EBB418}"/>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4. KẾT QUẢ VÀ THẢO LUẬN</a:t>
            </a:r>
          </a:p>
        </p:txBody>
      </p:sp>
      <p:pic>
        <p:nvPicPr>
          <p:cNvPr id="5" name="Picture 4">
            <a:extLst>
              <a:ext uri="{FF2B5EF4-FFF2-40B4-BE49-F238E27FC236}">
                <a16:creationId xmlns:a16="http://schemas.microsoft.com/office/drawing/2014/main" id="{BEFD505B-A968-42D7-0AA0-13D7E6CFD3B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67788" y="4007961"/>
            <a:ext cx="11958075" cy="4671378"/>
          </a:xfrm>
          <a:prstGeom prst="rect">
            <a:avLst/>
          </a:prstGeom>
          <a:noFill/>
          <a:ln>
            <a:noFill/>
          </a:ln>
        </p:spPr>
      </p:pic>
    </p:spTree>
    <p:extLst>
      <p:ext uri="{BB962C8B-B14F-4D97-AF65-F5344CB8AC3E}">
        <p14:creationId xmlns:p14="http://schemas.microsoft.com/office/powerpoint/2010/main" val="355212888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023E90C-5CB6-C5FD-A621-F5E1CCA58CAD}"/>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B5279191-10C3-17D7-2E4E-79C6C28DBC60}"/>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B29547B7-7778-2507-CB1D-07D9DDA5521B}"/>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C001FA91-617B-7B13-238A-47DBF1ED0B9E}"/>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1068EE17-A7FD-4C10-167E-336EB7EEB0AB}"/>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692C399-3679-E3C1-2609-8B5559832DEF}"/>
              </a:ext>
            </a:extLst>
          </p:cNvPr>
          <p:cNvSpPr txBox="1"/>
          <p:nvPr/>
        </p:nvSpPr>
        <p:spPr>
          <a:xfrm>
            <a:off x="685800" y="5466487"/>
            <a:ext cx="29718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Phân tích thiết kế hệ thống</a:t>
            </a:r>
          </a:p>
        </p:txBody>
      </p:sp>
      <p:sp>
        <p:nvSpPr>
          <p:cNvPr id="18" name="TextBox 17">
            <a:extLst>
              <a:ext uri="{FF2B5EF4-FFF2-40B4-BE49-F238E27FC236}">
                <a16:creationId xmlns:a16="http://schemas.microsoft.com/office/drawing/2014/main" id="{08C7645C-F4E8-2EC4-5337-27D85DBEFF47}"/>
              </a:ext>
            </a:extLst>
          </p:cNvPr>
          <p:cNvSpPr txBox="1"/>
          <p:nvPr/>
        </p:nvSpPr>
        <p:spPr>
          <a:xfrm>
            <a:off x="3810000" y="2430905"/>
            <a:ext cx="14249400" cy="668645"/>
          </a:xfrm>
          <a:prstGeom prst="rect">
            <a:avLst/>
          </a:prstGeom>
          <a:noFill/>
        </p:spPr>
        <p:txBody>
          <a:bodyPr wrap="square" rtlCol="0">
            <a:spAutoFit/>
          </a:bodyPr>
          <a:lstStyle/>
          <a:p>
            <a:pPr lvl="0">
              <a:lnSpc>
                <a:spcPct val="130000"/>
              </a:lnSpc>
            </a:pPr>
            <a:r>
              <a:rPr lang="en-US" sz="3200" b="1">
                <a:latin typeface="Times New Roman" panose="02020603050405020304" pitchFamily="18" charset="0"/>
                <a:ea typeface="SimSun" panose="02010600030101010101" pitchFamily="2" charset="-122"/>
              </a:rPr>
              <a:t>Biểu đồ Sequence</a:t>
            </a:r>
            <a:endParaRPr lang="en-US" sz="3200">
              <a:latin typeface="Times New Roman" panose="02020603050405020304" pitchFamily="18" charset="0"/>
              <a:ea typeface="SimSun" panose="02010600030101010101" pitchFamily="2" charset="-122"/>
            </a:endParaRPr>
          </a:p>
        </p:txBody>
      </p:sp>
      <p:grpSp>
        <p:nvGrpSpPr>
          <p:cNvPr id="47" name="Group 46">
            <a:extLst>
              <a:ext uri="{FF2B5EF4-FFF2-40B4-BE49-F238E27FC236}">
                <a16:creationId xmlns:a16="http://schemas.microsoft.com/office/drawing/2014/main" id="{AD9DB726-918D-87CA-DA27-0ADF483E9EB7}"/>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75CC4C83-BFA1-909A-2AB6-F83023FE779C}"/>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8385533C-D54C-21B2-462C-D7597A6179AE}"/>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1CC0017A-8C3A-0133-8F60-AD7581CFACBB}"/>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C6A3F104-FFDD-2EE7-5F3E-8846FC8D8BD2}"/>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8F6A3980-1634-C2E0-0120-6C73E222601E}"/>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A7F46CE0-5AD1-79F4-0356-52EBBF288DB7}"/>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5A5C08FB-3093-74E1-8E82-648DAFDA1A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388A6FF2-AD1C-1B00-52D7-7515F41B0518}"/>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4. KẾT QUẢ VÀ THẢO LUẬN</a:t>
            </a:r>
          </a:p>
        </p:txBody>
      </p:sp>
      <p:pic>
        <p:nvPicPr>
          <p:cNvPr id="4" name="Picture 3">
            <a:extLst>
              <a:ext uri="{FF2B5EF4-FFF2-40B4-BE49-F238E27FC236}">
                <a16:creationId xmlns:a16="http://schemas.microsoft.com/office/drawing/2014/main" id="{85C181B5-1613-1DFD-CB97-7E0D103017F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239000" y="2499631"/>
            <a:ext cx="6331814" cy="7685646"/>
          </a:xfrm>
          <a:prstGeom prst="rect">
            <a:avLst/>
          </a:prstGeom>
          <a:noFill/>
          <a:ln>
            <a:noFill/>
          </a:ln>
        </p:spPr>
      </p:pic>
    </p:spTree>
    <p:extLst>
      <p:ext uri="{BB962C8B-B14F-4D97-AF65-F5344CB8AC3E}">
        <p14:creationId xmlns:p14="http://schemas.microsoft.com/office/powerpoint/2010/main" val="165348061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BE84328-10CA-CD0D-4FA8-98A62FFC8D5A}"/>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E1BE8E23-6E35-B259-24A6-B4AFD892E87C}"/>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AC747602-8B0F-9F0F-EBC2-F083EB5EE6CA}"/>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029F2F37-3636-413F-6248-A8EDA51CCFF1}"/>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7B0DB860-DC1B-3430-F5C8-71795D5F4072}"/>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953BD8E-6148-7696-DD24-7AF8B41C451C}"/>
              </a:ext>
            </a:extLst>
          </p:cNvPr>
          <p:cNvSpPr txBox="1"/>
          <p:nvPr/>
        </p:nvSpPr>
        <p:spPr>
          <a:xfrm>
            <a:off x="685800" y="5466487"/>
            <a:ext cx="29718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Phân tích thiết kế hệ thống</a:t>
            </a:r>
          </a:p>
        </p:txBody>
      </p:sp>
      <p:sp>
        <p:nvSpPr>
          <p:cNvPr id="18" name="TextBox 17">
            <a:extLst>
              <a:ext uri="{FF2B5EF4-FFF2-40B4-BE49-F238E27FC236}">
                <a16:creationId xmlns:a16="http://schemas.microsoft.com/office/drawing/2014/main" id="{F3B7F314-7B6A-42DD-DF82-E2E300E044EB}"/>
              </a:ext>
            </a:extLst>
          </p:cNvPr>
          <p:cNvSpPr txBox="1"/>
          <p:nvPr/>
        </p:nvSpPr>
        <p:spPr>
          <a:xfrm>
            <a:off x="3810000" y="2430905"/>
            <a:ext cx="14249400" cy="668645"/>
          </a:xfrm>
          <a:prstGeom prst="rect">
            <a:avLst/>
          </a:prstGeom>
          <a:noFill/>
        </p:spPr>
        <p:txBody>
          <a:bodyPr wrap="square" rtlCol="0">
            <a:spAutoFit/>
          </a:bodyPr>
          <a:lstStyle/>
          <a:p>
            <a:pPr lvl="0">
              <a:lnSpc>
                <a:spcPct val="130000"/>
              </a:lnSpc>
            </a:pPr>
            <a:r>
              <a:rPr lang="en-US" sz="3200" b="1">
                <a:latin typeface="Times New Roman" panose="02020603050405020304" pitchFamily="18" charset="0"/>
                <a:ea typeface="SimSun" panose="02010600030101010101" pitchFamily="2" charset="-122"/>
              </a:rPr>
              <a:t>Biểu đồ Sequence</a:t>
            </a:r>
            <a:endParaRPr lang="en-US" sz="3200">
              <a:latin typeface="Times New Roman" panose="02020603050405020304" pitchFamily="18" charset="0"/>
              <a:ea typeface="SimSun" panose="02010600030101010101" pitchFamily="2" charset="-122"/>
            </a:endParaRPr>
          </a:p>
        </p:txBody>
      </p:sp>
      <p:grpSp>
        <p:nvGrpSpPr>
          <p:cNvPr id="47" name="Group 46">
            <a:extLst>
              <a:ext uri="{FF2B5EF4-FFF2-40B4-BE49-F238E27FC236}">
                <a16:creationId xmlns:a16="http://schemas.microsoft.com/office/drawing/2014/main" id="{9F926772-1847-7399-E9DF-46395E9D7026}"/>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71D88EE5-54F5-4093-A14B-56D03A832FC4}"/>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5AA0B4AD-6257-B1F4-1E00-480B70CED161}"/>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6F02553F-4241-5946-429E-27C7B0B2A08F}"/>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3585203B-BD27-D51D-F6C9-480015EDA099}"/>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D78EDFBD-C858-2D51-C4D0-5B95E9CC6218}"/>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7F217D59-E822-CE1D-CA81-0D8E0D1C63BD}"/>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C48D12FC-F936-F786-E85D-002191A1FA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82F1DE9F-056C-4C15-F021-D857889281FF}"/>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4. KẾT QUẢ VÀ THẢO LUẬN</a:t>
            </a:r>
          </a:p>
        </p:txBody>
      </p:sp>
      <p:pic>
        <p:nvPicPr>
          <p:cNvPr id="5" name="Picture 4">
            <a:extLst>
              <a:ext uri="{FF2B5EF4-FFF2-40B4-BE49-F238E27FC236}">
                <a16:creationId xmlns:a16="http://schemas.microsoft.com/office/drawing/2014/main" id="{F7B8BFF7-F032-E663-1BDB-4EA81ACC880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086600" y="2456088"/>
            <a:ext cx="6202620" cy="7842912"/>
          </a:xfrm>
          <a:prstGeom prst="rect">
            <a:avLst/>
          </a:prstGeom>
          <a:noFill/>
          <a:ln>
            <a:noFill/>
          </a:ln>
        </p:spPr>
      </p:pic>
    </p:spTree>
    <p:extLst>
      <p:ext uri="{BB962C8B-B14F-4D97-AF65-F5344CB8AC3E}">
        <p14:creationId xmlns:p14="http://schemas.microsoft.com/office/powerpoint/2010/main" val="8482502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68779F7-DEBE-3294-3AD6-15348ABA5021}"/>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D0EAFE7A-29DE-F230-3923-4B4F54F476D2}"/>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7D144E74-6813-188E-E590-30CBD54ED2C7}"/>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A08B8FE6-76A6-1C6E-75D9-716126D0B2B8}"/>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2CFFBCF3-FE69-1579-1514-B917F216497C}"/>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B3187DE-6269-8CAB-E582-BEA5141678CB}"/>
              </a:ext>
            </a:extLst>
          </p:cNvPr>
          <p:cNvSpPr txBox="1"/>
          <p:nvPr/>
        </p:nvSpPr>
        <p:spPr>
          <a:xfrm>
            <a:off x="685800" y="5466487"/>
            <a:ext cx="29718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Phân tích thiết kế hệ thống</a:t>
            </a:r>
          </a:p>
        </p:txBody>
      </p:sp>
      <p:sp>
        <p:nvSpPr>
          <p:cNvPr id="18" name="TextBox 17">
            <a:extLst>
              <a:ext uri="{FF2B5EF4-FFF2-40B4-BE49-F238E27FC236}">
                <a16:creationId xmlns:a16="http://schemas.microsoft.com/office/drawing/2014/main" id="{0FC47791-AF15-2EDD-7CA0-57466084CD0D}"/>
              </a:ext>
            </a:extLst>
          </p:cNvPr>
          <p:cNvSpPr txBox="1"/>
          <p:nvPr/>
        </p:nvSpPr>
        <p:spPr>
          <a:xfrm>
            <a:off x="3810000" y="2430905"/>
            <a:ext cx="14249400" cy="668645"/>
          </a:xfrm>
          <a:prstGeom prst="rect">
            <a:avLst/>
          </a:prstGeom>
          <a:noFill/>
        </p:spPr>
        <p:txBody>
          <a:bodyPr wrap="square" rtlCol="0">
            <a:spAutoFit/>
          </a:bodyPr>
          <a:lstStyle/>
          <a:p>
            <a:pPr lvl="0">
              <a:lnSpc>
                <a:spcPct val="130000"/>
              </a:lnSpc>
            </a:pPr>
            <a:r>
              <a:rPr lang="en-US" sz="3200" b="1">
                <a:latin typeface="Times New Roman" panose="02020603050405020304" pitchFamily="18" charset="0"/>
                <a:ea typeface="SimSun" panose="02010600030101010101" pitchFamily="2" charset="-122"/>
              </a:rPr>
              <a:t>Biểu đồ Sequence</a:t>
            </a:r>
            <a:endParaRPr lang="en-US" sz="3200">
              <a:latin typeface="Times New Roman" panose="02020603050405020304" pitchFamily="18" charset="0"/>
              <a:ea typeface="SimSun" panose="02010600030101010101" pitchFamily="2" charset="-122"/>
            </a:endParaRPr>
          </a:p>
        </p:txBody>
      </p:sp>
      <p:grpSp>
        <p:nvGrpSpPr>
          <p:cNvPr id="47" name="Group 46">
            <a:extLst>
              <a:ext uri="{FF2B5EF4-FFF2-40B4-BE49-F238E27FC236}">
                <a16:creationId xmlns:a16="http://schemas.microsoft.com/office/drawing/2014/main" id="{B64F3E31-2BCB-6433-1340-D7CE60A0B1F1}"/>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9FE6F89A-7EE5-8CE3-2A65-D1295271E6CF}"/>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49937A51-0042-88B0-1D26-A19881D09340}"/>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A5BA45BF-E879-8151-775E-97E9A9CE67B5}"/>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AC882A74-7730-B7F2-B7C1-449B9857ABD8}"/>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772F9E15-A600-30AB-019A-CCF3121ABB88}"/>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612CF7CE-011A-6308-AA39-256C3455B5C7}"/>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5EA67F75-5A28-5211-3BF6-D6803DB93E0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137D6BCA-F0D5-4164-20C0-D1DE7D9EACA6}"/>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4. KẾT QUẢ VÀ THẢO LUẬN</a:t>
            </a:r>
          </a:p>
        </p:txBody>
      </p:sp>
      <p:pic>
        <p:nvPicPr>
          <p:cNvPr id="6" name="Picture 5">
            <a:extLst>
              <a:ext uri="{FF2B5EF4-FFF2-40B4-BE49-F238E27FC236}">
                <a16:creationId xmlns:a16="http://schemas.microsoft.com/office/drawing/2014/main" id="{659FECD5-A8DB-7652-C251-4B89B3D1391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164032" y="2536322"/>
            <a:ext cx="6780567" cy="7637011"/>
          </a:xfrm>
          <a:prstGeom prst="rect">
            <a:avLst/>
          </a:prstGeom>
          <a:noFill/>
          <a:ln>
            <a:noFill/>
          </a:ln>
        </p:spPr>
      </p:pic>
    </p:spTree>
    <p:extLst>
      <p:ext uri="{BB962C8B-B14F-4D97-AF65-F5344CB8AC3E}">
        <p14:creationId xmlns:p14="http://schemas.microsoft.com/office/powerpoint/2010/main" val="16276966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2BEC651-0487-F159-0AE8-F35F645263AC}"/>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35583024-6E94-0D91-2521-3D8D6851A650}"/>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4C7FE0B0-DA2D-5CB4-07C3-BE71C97A8AD8}"/>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721BE998-202C-DD88-2EE8-AD2606D399EB}"/>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DC89F156-9C25-AB9D-8148-DA4D08951CB3}"/>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31EA0AF-B010-4C92-473D-65A605EC1CB7}"/>
              </a:ext>
            </a:extLst>
          </p:cNvPr>
          <p:cNvSpPr txBox="1"/>
          <p:nvPr/>
        </p:nvSpPr>
        <p:spPr>
          <a:xfrm>
            <a:off x="685800" y="5466487"/>
            <a:ext cx="29718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Phân tích thiết kế hệ thống</a:t>
            </a:r>
          </a:p>
        </p:txBody>
      </p:sp>
      <p:sp>
        <p:nvSpPr>
          <p:cNvPr id="18" name="TextBox 17">
            <a:extLst>
              <a:ext uri="{FF2B5EF4-FFF2-40B4-BE49-F238E27FC236}">
                <a16:creationId xmlns:a16="http://schemas.microsoft.com/office/drawing/2014/main" id="{4C6E6301-F708-C9B9-8CF7-80E2C7684B71}"/>
              </a:ext>
            </a:extLst>
          </p:cNvPr>
          <p:cNvSpPr txBox="1"/>
          <p:nvPr/>
        </p:nvSpPr>
        <p:spPr>
          <a:xfrm>
            <a:off x="3810000" y="2430905"/>
            <a:ext cx="14249400" cy="668645"/>
          </a:xfrm>
          <a:prstGeom prst="rect">
            <a:avLst/>
          </a:prstGeom>
          <a:noFill/>
        </p:spPr>
        <p:txBody>
          <a:bodyPr wrap="square" rtlCol="0">
            <a:spAutoFit/>
          </a:bodyPr>
          <a:lstStyle/>
          <a:p>
            <a:pPr lvl="0">
              <a:lnSpc>
                <a:spcPct val="130000"/>
              </a:lnSpc>
            </a:pPr>
            <a:r>
              <a:rPr lang="en-US" sz="3200" b="1">
                <a:latin typeface="Times New Roman" panose="02020603050405020304" pitchFamily="18" charset="0"/>
                <a:ea typeface="SimSun" panose="02010600030101010101" pitchFamily="2" charset="-122"/>
              </a:rPr>
              <a:t>Biểu đồ Sequence</a:t>
            </a:r>
            <a:endParaRPr lang="en-US" sz="3200">
              <a:latin typeface="Times New Roman" panose="02020603050405020304" pitchFamily="18" charset="0"/>
              <a:ea typeface="SimSun" panose="02010600030101010101" pitchFamily="2" charset="-122"/>
            </a:endParaRPr>
          </a:p>
        </p:txBody>
      </p:sp>
      <p:grpSp>
        <p:nvGrpSpPr>
          <p:cNvPr id="47" name="Group 46">
            <a:extLst>
              <a:ext uri="{FF2B5EF4-FFF2-40B4-BE49-F238E27FC236}">
                <a16:creationId xmlns:a16="http://schemas.microsoft.com/office/drawing/2014/main" id="{5D340A37-3C95-EEF2-BE99-D7D10E937F23}"/>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83910FA1-DE12-1508-24F2-82F0EFBE1175}"/>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564460B1-AACC-398C-6369-60CC6F2DBCB9}"/>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EDD9D7F5-2971-D4AB-C359-EFA9C776FC59}"/>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BC2B15AC-5FB9-C7E3-95BE-8B51C0880F71}"/>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B7746193-D953-0AFE-E637-B36E125EE3D9}"/>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C955842F-C0D0-5F32-EDCC-1C49F920C9BB}"/>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F0009FFE-9DB7-5DC9-2ABF-B221BC6FE9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E24DC6E5-B29F-9603-40E6-30187F7D506E}"/>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4. KẾT QUẢ VÀ THẢO LUẬN</a:t>
            </a:r>
          </a:p>
        </p:txBody>
      </p:sp>
      <p:pic>
        <p:nvPicPr>
          <p:cNvPr id="5" name="Picture 4">
            <a:extLst>
              <a:ext uri="{FF2B5EF4-FFF2-40B4-BE49-F238E27FC236}">
                <a16:creationId xmlns:a16="http://schemas.microsoft.com/office/drawing/2014/main" id="{37FF7DEC-9E0A-D31B-BCC3-43E423ED978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63812" y="3137650"/>
            <a:ext cx="7890611" cy="6673914"/>
          </a:xfrm>
          <a:prstGeom prst="rect">
            <a:avLst/>
          </a:prstGeom>
          <a:noFill/>
          <a:ln>
            <a:noFill/>
          </a:ln>
        </p:spPr>
      </p:pic>
    </p:spTree>
    <p:extLst>
      <p:ext uri="{BB962C8B-B14F-4D97-AF65-F5344CB8AC3E}">
        <p14:creationId xmlns:p14="http://schemas.microsoft.com/office/powerpoint/2010/main" val="28188870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03272CE-7A6A-AF4D-E059-B6B8BF1F5B88}"/>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4584E75F-6142-AB57-BC1D-ED9E7804E2BD}"/>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EAA91929-D731-7CCC-4130-E5DAD929BDDF}"/>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20AA027D-370C-A31C-D6EE-82A97CD720E8}"/>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51F41689-CA01-A6AB-6877-2509D3B58DAC}"/>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FC76840-AE18-133F-F207-70F820836D0C}"/>
              </a:ext>
            </a:extLst>
          </p:cNvPr>
          <p:cNvSpPr txBox="1"/>
          <p:nvPr/>
        </p:nvSpPr>
        <p:spPr>
          <a:xfrm>
            <a:off x="685800" y="5466487"/>
            <a:ext cx="29718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Phân tích thiết kế hệ thống</a:t>
            </a:r>
          </a:p>
        </p:txBody>
      </p:sp>
      <p:sp>
        <p:nvSpPr>
          <p:cNvPr id="18" name="TextBox 17">
            <a:extLst>
              <a:ext uri="{FF2B5EF4-FFF2-40B4-BE49-F238E27FC236}">
                <a16:creationId xmlns:a16="http://schemas.microsoft.com/office/drawing/2014/main" id="{66FDFE90-41E3-4FCA-02DF-411BAE46547F}"/>
              </a:ext>
            </a:extLst>
          </p:cNvPr>
          <p:cNvSpPr txBox="1"/>
          <p:nvPr/>
        </p:nvSpPr>
        <p:spPr>
          <a:xfrm>
            <a:off x="3810000" y="2430905"/>
            <a:ext cx="14249400" cy="668645"/>
          </a:xfrm>
          <a:prstGeom prst="rect">
            <a:avLst/>
          </a:prstGeom>
          <a:noFill/>
        </p:spPr>
        <p:txBody>
          <a:bodyPr wrap="square" rtlCol="0">
            <a:spAutoFit/>
          </a:bodyPr>
          <a:lstStyle/>
          <a:p>
            <a:pPr lvl="0">
              <a:lnSpc>
                <a:spcPct val="130000"/>
              </a:lnSpc>
            </a:pPr>
            <a:r>
              <a:rPr lang="en-US" sz="3200" b="1">
                <a:latin typeface="Times New Roman" panose="02020603050405020304" pitchFamily="18" charset="0"/>
                <a:ea typeface="SimSun" panose="02010600030101010101" pitchFamily="2" charset="-122"/>
              </a:rPr>
              <a:t>Biểu đồ Sequence</a:t>
            </a:r>
            <a:endParaRPr lang="en-US" sz="3200">
              <a:latin typeface="Times New Roman" panose="02020603050405020304" pitchFamily="18" charset="0"/>
              <a:ea typeface="SimSun" panose="02010600030101010101" pitchFamily="2" charset="-122"/>
            </a:endParaRPr>
          </a:p>
        </p:txBody>
      </p:sp>
      <p:grpSp>
        <p:nvGrpSpPr>
          <p:cNvPr id="47" name="Group 46">
            <a:extLst>
              <a:ext uri="{FF2B5EF4-FFF2-40B4-BE49-F238E27FC236}">
                <a16:creationId xmlns:a16="http://schemas.microsoft.com/office/drawing/2014/main" id="{FB77F49E-D72A-E864-E137-966FC0A8D7F0}"/>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55399F99-2CBD-23C3-CA5A-CB393F4A24A5}"/>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D1F84B58-479B-E5CA-7D8B-96CE994C41EA}"/>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1D7A04B9-9821-3525-2AFE-460FA53B9E34}"/>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C2D956DF-D76F-EC68-36CD-62D650B80CF7}"/>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23EF1DE0-CA77-6F22-ADC6-467F956D0B6F}"/>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3A8520AC-5554-A030-5A81-ACC8CE3BAB8B}"/>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02AE50A7-0035-1279-6C56-BC2F746A21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F2CFD170-EA86-45DF-DA9A-C8E50728B8FE}"/>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4. KẾT QUẢ VÀ THẢO LUẬN</a:t>
            </a:r>
          </a:p>
        </p:txBody>
      </p:sp>
      <p:pic>
        <p:nvPicPr>
          <p:cNvPr id="4" name="Picture 3">
            <a:extLst>
              <a:ext uri="{FF2B5EF4-FFF2-40B4-BE49-F238E27FC236}">
                <a16:creationId xmlns:a16="http://schemas.microsoft.com/office/drawing/2014/main" id="{E86812A6-4728-EE18-BDB0-C4D6B90715D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164032" y="2462918"/>
            <a:ext cx="6628167" cy="7652410"/>
          </a:xfrm>
          <a:prstGeom prst="rect">
            <a:avLst/>
          </a:prstGeom>
          <a:noFill/>
          <a:ln>
            <a:noFill/>
          </a:ln>
        </p:spPr>
      </p:pic>
    </p:spTree>
    <p:extLst>
      <p:ext uri="{BB962C8B-B14F-4D97-AF65-F5344CB8AC3E}">
        <p14:creationId xmlns:p14="http://schemas.microsoft.com/office/powerpoint/2010/main" val="303830787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D97E4DD-CC51-5991-7287-121C6391A173}"/>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3FFF9D94-C054-3864-F7E1-8182C98100C9}"/>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C950F44D-D929-1F58-5F36-F61DDE69CCEA}"/>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3D1ACD15-6662-3A19-FFA4-063CEF322C50}"/>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1211EB57-AA6D-2462-4F5C-639DABDB04C9}"/>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749AB15-5CEC-FBD9-79EC-AF09C44625DB}"/>
              </a:ext>
            </a:extLst>
          </p:cNvPr>
          <p:cNvSpPr txBox="1"/>
          <p:nvPr/>
        </p:nvSpPr>
        <p:spPr>
          <a:xfrm>
            <a:off x="685800" y="5466487"/>
            <a:ext cx="29718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Phân tích thiết kế hệ thống</a:t>
            </a:r>
          </a:p>
        </p:txBody>
      </p:sp>
      <p:sp>
        <p:nvSpPr>
          <p:cNvPr id="18" name="TextBox 17">
            <a:extLst>
              <a:ext uri="{FF2B5EF4-FFF2-40B4-BE49-F238E27FC236}">
                <a16:creationId xmlns:a16="http://schemas.microsoft.com/office/drawing/2014/main" id="{47698B7E-F102-3C61-C54E-DA6136EDFAF2}"/>
              </a:ext>
            </a:extLst>
          </p:cNvPr>
          <p:cNvSpPr txBox="1"/>
          <p:nvPr/>
        </p:nvSpPr>
        <p:spPr>
          <a:xfrm>
            <a:off x="3810000" y="2430905"/>
            <a:ext cx="14249400" cy="668645"/>
          </a:xfrm>
          <a:prstGeom prst="rect">
            <a:avLst/>
          </a:prstGeom>
          <a:noFill/>
        </p:spPr>
        <p:txBody>
          <a:bodyPr wrap="square" rtlCol="0">
            <a:spAutoFit/>
          </a:bodyPr>
          <a:lstStyle/>
          <a:p>
            <a:pPr lvl="0">
              <a:lnSpc>
                <a:spcPct val="130000"/>
              </a:lnSpc>
            </a:pPr>
            <a:r>
              <a:rPr lang="en-US" sz="3200" b="1">
                <a:latin typeface="Times New Roman" panose="02020603050405020304" pitchFamily="18" charset="0"/>
                <a:ea typeface="SimSun" panose="02010600030101010101" pitchFamily="2" charset="-122"/>
              </a:rPr>
              <a:t>Biểu đồ Sequence</a:t>
            </a:r>
            <a:endParaRPr lang="en-US" sz="3200">
              <a:latin typeface="Times New Roman" panose="02020603050405020304" pitchFamily="18" charset="0"/>
              <a:ea typeface="SimSun" panose="02010600030101010101" pitchFamily="2" charset="-122"/>
            </a:endParaRPr>
          </a:p>
        </p:txBody>
      </p:sp>
      <p:grpSp>
        <p:nvGrpSpPr>
          <p:cNvPr id="47" name="Group 46">
            <a:extLst>
              <a:ext uri="{FF2B5EF4-FFF2-40B4-BE49-F238E27FC236}">
                <a16:creationId xmlns:a16="http://schemas.microsoft.com/office/drawing/2014/main" id="{F3877973-4655-615C-223F-91937C2EF606}"/>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D2D29145-55D3-0CB5-C11E-E0A7A156A71B}"/>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DE5891EE-17E6-9BBA-F40F-81B464A281A4}"/>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91FEAD89-A84D-5268-667D-0A3ECED7EA3C}"/>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F47EF472-7FB8-A4F3-C125-1A4E8F778D8F}"/>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5C6A9CD9-D046-D8C9-6E4D-88521AB99DC3}"/>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AD3E7981-14F3-8506-D0B0-0816DCD47F11}"/>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B8C6B209-8EA9-7A4E-2130-75D6A00B18D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5241E903-4011-68D9-0090-9593EB950EE3}"/>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4. KẾT QUẢ VÀ THẢO LUẬN</a:t>
            </a:r>
          </a:p>
        </p:txBody>
      </p:sp>
      <p:pic>
        <p:nvPicPr>
          <p:cNvPr id="5" name="Picture 4">
            <a:extLst>
              <a:ext uri="{FF2B5EF4-FFF2-40B4-BE49-F238E27FC236}">
                <a16:creationId xmlns:a16="http://schemas.microsoft.com/office/drawing/2014/main" id="{E7CCAB27-CA12-FC1E-7424-FF5D7C90F566}"/>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31305" y="3228657"/>
            <a:ext cx="8638224" cy="6582907"/>
          </a:xfrm>
          <a:prstGeom prst="rect">
            <a:avLst/>
          </a:prstGeom>
          <a:noFill/>
          <a:ln>
            <a:noFill/>
          </a:ln>
        </p:spPr>
      </p:pic>
    </p:spTree>
    <p:extLst>
      <p:ext uri="{BB962C8B-B14F-4D97-AF65-F5344CB8AC3E}">
        <p14:creationId xmlns:p14="http://schemas.microsoft.com/office/powerpoint/2010/main" val="6481722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978C14E-77EC-C342-64C8-5A87C2A1D65B}"/>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FAD2C7E7-9049-B97D-EFCB-CCCDD3BDDF35}"/>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33BDB8B3-6896-D73A-BFAD-C9E48153A207}"/>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26EACD3B-9F0C-5CD6-A4A8-D10A31A7B9CD}"/>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F089EA28-8D3A-BA97-6A8A-579D892CEABE}"/>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58015B3-78BA-E0FD-E3A1-AD10810670D1}"/>
              </a:ext>
            </a:extLst>
          </p:cNvPr>
          <p:cNvSpPr txBox="1"/>
          <p:nvPr/>
        </p:nvSpPr>
        <p:spPr>
          <a:xfrm>
            <a:off x="685800" y="5466487"/>
            <a:ext cx="29718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Phân tích thiết kế hệ thống</a:t>
            </a:r>
          </a:p>
        </p:txBody>
      </p:sp>
      <p:sp>
        <p:nvSpPr>
          <p:cNvPr id="18" name="TextBox 17">
            <a:extLst>
              <a:ext uri="{FF2B5EF4-FFF2-40B4-BE49-F238E27FC236}">
                <a16:creationId xmlns:a16="http://schemas.microsoft.com/office/drawing/2014/main" id="{27FBDF56-3D46-7363-5737-08ABA0D00CEB}"/>
              </a:ext>
            </a:extLst>
          </p:cNvPr>
          <p:cNvSpPr txBox="1"/>
          <p:nvPr/>
        </p:nvSpPr>
        <p:spPr>
          <a:xfrm>
            <a:off x="3810000" y="2430905"/>
            <a:ext cx="14249400" cy="668645"/>
          </a:xfrm>
          <a:prstGeom prst="rect">
            <a:avLst/>
          </a:prstGeom>
          <a:noFill/>
        </p:spPr>
        <p:txBody>
          <a:bodyPr wrap="square" rtlCol="0">
            <a:spAutoFit/>
          </a:bodyPr>
          <a:lstStyle/>
          <a:p>
            <a:pPr lvl="0">
              <a:lnSpc>
                <a:spcPct val="130000"/>
              </a:lnSpc>
            </a:pPr>
            <a:r>
              <a:rPr lang="en-US" sz="3200" b="1">
                <a:latin typeface="Times New Roman" panose="02020603050405020304" pitchFamily="18" charset="0"/>
                <a:ea typeface="SimSun" panose="02010600030101010101" pitchFamily="2" charset="-122"/>
              </a:rPr>
              <a:t>Biểu đồ Sequence</a:t>
            </a:r>
            <a:endParaRPr lang="en-US" sz="3200">
              <a:latin typeface="Times New Roman" panose="02020603050405020304" pitchFamily="18" charset="0"/>
              <a:ea typeface="SimSun" panose="02010600030101010101" pitchFamily="2" charset="-122"/>
            </a:endParaRPr>
          </a:p>
        </p:txBody>
      </p:sp>
      <p:grpSp>
        <p:nvGrpSpPr>
          <p:cNvPr id="47" name="Group 46">
            <a:extLst>
              <a:ext uri="{FF2B5EF4-FFF2-40B4-BE49-F238E27FC236}">
                <a16:creationId xmlns:a16="http://schemas.microsoft.com/office/drawing/2014/main" id="{E996DEAC-D8F3-77FE-D9F0-D86C721BB643}"/>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76FB6E5B-5EAA-1ED2-A845-94F4C4720581}"/>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AA295764-5CEC-3820-52FC-CC71000548FB}"/>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B8E756F5-7418-F470-23EE-283B8DD9B43E}"/>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59535598-9D65-A9C8-DFD3-78A2A67C1FBE}"/>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6F075C4F-4BB1-B84A-6E46-C6EB5758D908}"/>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24AAE874-9871-C464-E591-E8FF565FA13B}"/>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B9AF9134-9D01-9314-9ABD-C7C80313294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1E8EDE16-04F9-C6ED-A65B-F879493315D7}"/>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4. KẾT QUẢ VÀ THẢO LUẬN</a:t>
            </a:r>
          </a:p>
        </p:txBody>
      </p:sp>
      <p:pic>
        <p:nvPicPr>
          <p:cNvPr id="4" name="Picture 3">
            <a:extLst>
              <a:ext uri="{FF2B5EF4-FFF2-40B4-BE49-F238E27FC236}">
                <a16:creationId xmlns:a16="http://schemas.microsoft.com/office/drawing/2014/main" id="{FAFA4C29-AB7F-6A98-13CB-3582F3A5B5B1}"/>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34200" y="3099550"/>
            <a:ext cx="7183698" cy="7130450"/>
          </a:xfrm>
          <a:prstGeom prst="rect">
            <a:avLst/>
          </a:prstGeom>
          <a:noFill/>
          <a:ln>
            <a:noFill/>
          </a:ln>
        </p:spPr>
      </p:pic>
    </p:spTree>
    <p:extLst>
      <p:ext uri="{BB962C8B-B14F-4D97-AF65-F5344CB8AC3E}">
        <p14:creationId xmlns:p14="http://schemas.microsoft.com/office/powerpoint/2010/main" val="415068693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3831A-BB42-4731-291B-AA2FC250A9F5}"/>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835A3D4F-AD46-DC25-79CC-56506D5FC733}"/>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A874E943-F40A-38C6-6937-F3B7B8915D26}"/>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3DBCB59F-C269-0FB2-EFD4-E8093DC254B9}"/>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8A9A719A-BB3A-AD5B-3AF1-187469F8D1E4}"/>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A9EDBF3-378E-1672-1BE4-D25753440D5B}"/>
              </a:ext>
            </a:extLst>
          </p:cNvPr>
          <p:cNvSpPr txBox="1"/>
          <p:nvPr/>
        </p:nvSpPr>
        <p:spPr>
          <a:xfrm>
            <a:off x="685800" y="5466487"/>
            <a:ext cx="29718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Phân tích thiết kế hệ thống</a:t>
            </a:r>
          </a:p>
        </p:txBody>
      </p:sp>
      <p:sp>
        <p:nvSpPr>
          <p:cNvPr id="18" name="TextBox 17">
            <a:extLst>
              <a:ext uri="{FF2B5EF4-FFF2-40B4-BE49-F238E27FC236}">
                <a16:creationId xmlns:a16="http://schemas.microsoft.com/office/drawing/2014/main" id="{95B4BB9B-8E58-A2AC-F66E-93BD5C6084B3}"/>
              </a:ext>
            </a:extLst>
          </p:cNvPr>
          <p:cNvSpPr txBox="1"/>
          <p:nvPr/>
        </p:nvSpPr>
        <p:spPr>
          <a:xfrm>
            <a:off x="3810000" y="2430905"/>
            <a:ext cx="14249400" cy="668645"/>
          </a:xfrm>
          <a:prstGeom prst="rect">
            <a:avLst/>
          </a:prstGeom>
          <a:noFill/>
        </p:spPr>
        <p:txBody>
          <a:bodyPr wrap="square" rtlCol="0">
            <a:spAutoFit/>
          </a:bodyPr>
          <a:lstStyle/>
          <a:p>
            <a:pPr lvl="0">
              <a:lnSpc>
                <a:spcPct val="130000"/>
              </a:lnSpc>
            </a:pPr>
            <a:r>
              <a:rPr lang="en-US" sz="3200" b="1">
                <a:latin typeface="Times New Roman" panose="02020603050405020304" pitchFamily="18" charset="0"/>
                <a:ea typeface="SimSun" panose="02010600030101010101" pitchFamily="2" charset="-122"/>
              </a:rPr>
              <a:t>Cơ sở dữ liệu thực tế</a:t>
            </a:r>
            <a:endParaRPr lang="en-US" sz="3200">
              <a:latin typeface="Times New Roman" panose="02020603050405020304" pitchFamily="18" charset="0"/>
              <a:ea typeface="SimSun" panose="02010600030101010101" pitchFamily="2" charset="-122"/>
            </a:endParaRPr>
          </a:p>
        </p:txBody>
      </p:sp>
      <p:grpSp>
        <p:nvGrpSpPr>
          <p:cNvPr id="47" name="Group 46">
            <a:extLst>
              <a:ext uri="{FF2B5EF4-FFF2-40B4-BE49-F238E27FC236}">
                <a16:creationId xmlns:a16="http://schemas.microsoft.com/office/drawing/2014/main" id="{3FA406DC-960A-698B-A389-E65A503DAB75}"/>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EFDB1E68-4DCA-2981-4891-1E35E33DCF8A}"/>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E1E4C469-4F9D-860B-D78E-6209719EEA7E}"/>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8CBF5690-5E00-8220-6C8E-671C9E725161}"/>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73A41465-62E0-C005-EDFD-070395C02B1F}"/>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940ED141-8160-4675-4065-B6D0E5F52959}"/>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D30358AF-85C1-1415-1548-E1B9505AD7D3}"/>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F9BF0085-3F07-8A09-95B4-31EEF4CADB4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B28D7637-1CFF-4772-9F5D-40D54456564A}"/>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4. KẾT QUẢ VÀ THẢO LUẬN</a:t>
            </a:r>
          </a:p>
        </p:txBody>
      </p:sp>
      <p:pic>
        <p:nvPicPr>
          <p:cNvPr id="4" name="Picture 3">
            <a:extLst>
              <a:ext uri="{FF2B5EF4-FFF2-40B4-BE49-F238E27FC236}">
                <a16:creationId xmlns:a16="http://schemas.microsoft.com/office/drawing/2014/main" id="{585A4C67-BE15-E358-22F1-7676B8419390}"/>
              </a:ext>
            </a:extLst>
          </p:cNvPr>
          <p:cNvPicPr>
            <a:picLocks noChangeAspect="1"/>
          </p:cNvPicPr>
          <p:nvPr/>
        </p:nvPicPr>
        <p:blipFill rotWithShape="1">
          <a:blip r:embed="rId5"/>
          <a:srcRect l="756"/>
          <a:stretch>
            <a:fillRect/>
          </a:stretch>
        </p:blipFill>
        <p:spPr>
          <a:xfrm>
            <a:off x="7620000" y="2423647"/>
            <a:ext cx="6553200" cy="7843845"/>
          </a:xfrm>
          <a:prstGeom prst="rect">
            <a:avLst/>
          </a:prstGeom>
        </p:spPr>
      </p:pic>
    </p:spTree>
    <p:extLst>
      <p:ext uri="{BB962C8B-B14F-4D97-AF65-F5344CB8AC3E}">
        <p14:creationId xmlns:p14="http://schemas.microsoft.com/office/powerpoint/2010/main" val="31360412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 calcmode="lin" valueType="num">
                                      <p:cBhvr additive="base">
                                        <p:cTn id="11"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allAtOnce"/>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F9E9C-2BFA-15EB-A716-BDC746C533FC}"/>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B411BB55-14CA-DCC1-8854-0C6651DF46C9}"/>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07FDF50D-0002-046A-A884-9A4A4421B94F}"/>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BB5FBDBF-DB89-F1BF-2221-E77CFCAACC5E}"/>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C2533908-D280-EDC3-5A8E-9844E6094E9A}"/>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00569AB-FC0B-E2F8-F6BD-E1068DE6DB92}"/>
              </a:ext>
            </a:extLst>
          </p:cNvPr>
          <p:cNvSpPr txBox="1"/>
          <p:nvPr/>
        </p:nvSpPr>
        <p:spPr>
          <a:xfrm>
            <a:off x="228600" y="5466487"/>
            <a:ext cx="356235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Kết quả xây dựng chương trình</a:t>
            </a:r>
          </a:p>
        </p:txBody>
      </p:sp>
      <p:sp>
        <p:nvSpPr>
          <p:cNvPr id="18" name="TextBox 17">
            <a:extLst>
              <a:ext uri="{FF2B5EF4-FFF2-40B4-BE49-F238E27FC236}">
                <a16:creationId xmlns:a16="http://schemas.microsoft.com/office/drawing/2014/main" id="{1A593D3C-6E2C-5CDD-E860-6D3C503D539B}"/>
              </a:ext>
            </a:extLst>
          </p:cNvPr>
          <p:cNvSpPr txBox="1"/>
          <p:nvPr/>
        </p:nvSpPr>
        <p:spPr>
          <a:xfrm>
            <a:off x="3810000" y="2430905"/>
            <a:ext cx="14249400" cy="668645"/>
          </a:xfrm>
          <a:prstGeom prst="rect">
            <a:avLst/>
          </a:prstGeom>
          <a:noFill/>
        </p:spPr>
        <p:txBody>
          <a:bodyPr wrap="square" rtlCol="0">
            <a:spAutoFit/>
          </a:bodyPr>
          <a:lstStyle/>
          <a:p>
            <a:pPr lvl="0">
              <a:lnSpc>
                <a:spcPct val="130000"/>
              </a:lnSpc>
            </a:pPr>
            <a:r>
              <a:rPr lang="en-US" sz="3200" b="1">
                <a:latin typeface="Times New Roman" panose="02020603050405020304" pitchFamily="18" charset="0"/>
                <a:ea typeface="SimSun" panose="02010600030101010101" pitchFamily="2" charset="-122"/>
              </a:rPr>
              <a:t>Trang Admin</a:t>
            </a:r>
            <a:endParaRPr lang="en-US" sz="3200">
              <a:latin typeface="Times New Roman" panose="02020603050405020304" pitchFamily="18" charset="0"/>
              <a:ea typeface="SimSun" panose="02010600030101010101" pitchFamily="2" charset="-122"/>
            </a:endParaRPr>
          </a:p>
        </p:txBody>
      </p:sp>
      <p:grpSp>
        <p:nvGrpSpPr>
          <p:cNvPr id="47" name="Group 46">
            <a:extLst>
              <a:ext uri="{FF2B5EF4-FFF2-40B4-BE49-F238E27FC236}">
                <a16:creationId xmlns:a16="http://schemas.microsoft.com/office/drawing/2014/main" id="{17E80DEE-C1B5-F145-16E4-E67C84F8C970}"/>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0C03270E-DC13-AC8C-E72C-F6EAB71E7BDA}"/>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EDB2AA32-9B29-D68A-D1C3-E3DEBA5B8C67}"/>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99E3E066-C401-0402-0313-DBA8662FE926}"/>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1FEBB6AC-3F69-4000-0053-163CDBA96746}"/>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68AEAC3C-3528-5DB3-1A54-A5A22668615F}"/>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0A233938-CE2B-264A-7357-7B4334EF0BDB}"/>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1298FB80-569E-2959-15BA-8618C81B4D5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D1C01769-6209-2C05-501F-528D22BBAB96}"/>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4. KẾT QUẢ VÀ THẢO LUẬN</a:t>
            </a:r>
          </a:p>
        </p:txBody>
      </p:sp>
      <p:pic>
        <p:nvPicPr>
          <p:cNvPr id="4" name="Picture 3">
            <a:extLst>
              <a:ext uri="{FF2B5EF4-FFF2-40B4-BE49-F238E27FC236}">
                <a16:creationId xmlns:a16="http://schemas.microsoft.com/office/drawing/2014/main" id="{C87B259D-09EE-3AD4-25E7-C498FDD6FE9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25203" y="3707831"/>
            <a:ext cx="13834197" cy="5276142"/>
          </a:xfrm>
          <a:prstGeom prst="rect">
            <a:avLst/>
          </a:prstGeom>
          <a:noFill/>
          <a:ln>
            <a:noFill/>
          </a:ln>
        </p:spPr>
      </p:pic>
    </p:spTree>
    <p:extLst>
      <p:ext uri="{BB962C8B-B14F-4D97-AF65-F5344CB8AC3E}">
        <p14:creationId xmlns:p14="http://schemas.microsoft.com/office/powerpoint/2010/main" val="41353632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 calcmode="lin" valueType="num">
                                      <p:cBhvr additive="base">
                                        <p:cTn id="11"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allAtOnce"/>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8E5E0-E390-2D86-5DA0-B717E1AE5556}"/>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F43631A4-3E67-A0CC-A041-3D33F4994A88}"/>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E4253B4E-6EFB-3890-1570-DE0108D89751}"/>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5114BCCA-BBD2-849C-E541-976D5024CE46}"/>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46632BFF-E047-B778-2E69-E013999E9BF3}"/>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057F601-756A-040C-C917-EE577C600B58}"/>
              </a:ext>
            </a:extLst>
          </p:cNvPr>
          <p:cNvSpPr txBox="1"/>
          <p:nvPr/>
        </p:nvSpPr>
        <p:spPr>
          <a:xfrm>
            <a:off x="228600" y="5466487"/>
            <a:ext cx="356235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Kết quả xây dựng chương trình</a:t>
            </a:r>
          </a:p>
        </p:txBody>
      </p:sp>
      <p:sp>
        <p:nvSpPr>
          <p:cNvPr id="18" name="TextBox 17">
            <a:extLst>
              <a:ext uri="{FF2B5EF4-FFF2-40B4-BE49-F238E27FC236}">
                <a16:creationId xmlns:a16="http://schemas.microsoft.com/office/drawing/2014/main" id="{1A238A2C-CB1D-EE0B-BE1F-E265A2892DE7}"/>
              </a:ext>
            </a:extLst>
          </p:cNvPr>
          <p:cNvSpPr txBox="1"/>
          <p:nvPr/>
        </p:nvSpPr>
        <p:spPr>
          <a:xfrm>
            <a:off x="3810000" y="2430905"/>
            <a:ext cx="14249400" cy="668645"/>
          </a:xfrm>
          <a:prstGeom prst="rect">
            <a:avLst/>
          </a:prstGeom>
          <a:noFill/>
        </p:spPr>
        <p:txBody>
          <a:bodyPr wrap="square" rtlCol="0">
            <a:spAutoFit/>
          </a:bodyPr>
          <a:lstStyle/>
          <a:p>
            <a:pPr lvl="0">
              <a:lnSpc>
                <a:spcPct val="130000"/>
              </a:lnSpc>
            </a:pPr>
            <a:r>
              <a:rPr lang="en-US" sz="3200" b="1">
                <a:latin typeface="Times New Roman" panose="02020603050405020304" pitchFamily="18" charset="0"/>
                <a:ea typeface="SimSun" panose="02010600030101010101" pitchFamily="2" charset="-122"/>
              </a:rPr>
              <a:t>Giao diện ứng dụng</a:t>
            </a:r>
            <a:endParaRPr lang="en-US" sz="3200">
              <a:latin typeface="Times New Roman" panose="02020603050405020304" pitchFamily="18" charset="0"/>
              <a:ea typeface="SimSun" panose="02010600030101010101" pitchFamily="2" charset="-122"/>
            </a:endParaRPr>
          </a:p>
        </p:txBody>
      </p:sp>
      <p:grpSp>
        <p:nvGrpSpPr>
          <p:cNvPr id="47" name="Group 46">
            <a:extLst>
              <a:ext uri="{FF2B5EF4-FFF2-40B4-BE49-F238E27FC236}">
                <a16:creationId xmlns:a16="http://schemas.microsoft.com/office/drawing/2014/main" id="{AA51F8F5-9DA6-243E-64D2-50E39690000F}"/>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91CFA113-6B18-9036-92B6-7CFEC2D6FEE7}"/>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FBE8CC87-A354-3E3F-0A21-7F985FF06612}"/>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F453172F-40B9-2C4E-8E53-448D79B15BE1}"/>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C33FD5AD-6204-56EE-C5D8-61AA79CECDAF}"/>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934B9732-2205-DC09-108F-3DBD342D734A}"/>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4D6A8FF2-46BE-7C59-8492-47E6A088F2B3}"/>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0E8025A0-0358-BCA3-7EB0-9307BC50AB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3ABE8B5A-6A80-74FF-B99B-3C3774D4C396}"/>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4. KẾT QUẢ VÀ THẢO LUẬN</a:t>
            </a:r>
          </a:p>
        </p:txBody>
      </p:sp>
      <p:pic>
        <p:nvPicPr>
          <p:cNvPr id="5" name="Picture 4">
            <a:extLst>
              <a:ext uri="{FF2B5EF4-FFF2-40B4-BE49-F238E27FC236}">
                <a16:creationId xmlns:a16="http://schemas.microsoft.com/office/drawing/2014/main" id="{AF1528C8-6127-0F72-086A-032065B4537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99090" y="3100248"/>
            <a:ext cx="3244864" cy="7019394"/>
          </a:xfrm>
          <a:prstGeom prst="rect">
            <a:avLst/>
          </a:prstGeom>
          <a:noFill/>
          <a:ln>
            <a:noFill/>
          </a:ln>
        </p:spPr>
      </p:pic>
      <p:pic>
        <p:nvPicPr>
          <p:cNvPr id="6" name="Picture 5">
            <a:extLst>
              <a:ext uri="{FF2B5EF4-FFF2-40B4-BE49-F238E27FC236}">
                <a16:creationId xmlns:a16="http://schemas.microsoft.com/office/drawing/2014/main" id="{6B59336C-8599-C843-BB0C-9A316704E8F0}"/>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371182" y="3078382"/>
            <a:ext cx="3244864" cy="7019394"/>
          </a:xfrm>
          <a:prstGeom prst="rect">
            <a:avLst/>
          </a:prstGeom>
          <a:noFill/>
          <a:ln>
            <a:noFill/>
          </a:ln>
        </p:spPr>
      </p:pic>
      <p:pic>
        <p:nvPicPr>
          <p:cNvPr id="7" name="Picture 6">
            <a:extLst>
              <a:ext uri="{FF2B5EF4-FFF2-40B4-BE49-F238E27FC236}">
                <a16:creationId xmlns:a16="http://schemas.microsoft.com/office/drawing/2014/main" id="{32B9B1BA-9A1D-6F1B-B9CF-669AD1C2BCC2}"/>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026727" y="3069311"/>
            <a:ext cx="3244863" cy="7019123"/>
          </a:xfrm>
          <a:prstGeom prst="rect">
            <a:avLst/>
          </a:prstGeom>
          <a:noFill/>
          <a:ln>
            <a:noFill/>
          </a:ln>
        </p:spPr>
      </p:pic>
      <p:pic>
        <p:nvPicPr>
          <p:cNvPr id="8" name="Picture 7">
            <a:extLst>
              <a:ext uri="{FF2B5EF4-FFF2-40B4-BE49-F238E27FC236}">
                <a16:creationId xmlns:a16="http://schemas.microsoft.com/office/drawing/2014/main" id="{F4F406D4-0ACF-971D-E7B3-B8941775CC63}"/>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4568672" y="3078382"/>
            <a:ext cx="3244947" cy="7019123"/>
          </a:xfrm>
          <a:prstGeom prst="rect">
            <a:avLst/>
          </a:prstGeom>
          <a:noFill/>
          <a:ln>
            <a:noFill/>
          </a:ln>
        </p:spPr>
      </p:pic>
    </p:spTree>
    <p:extLst>
      <p:ext uri="{BB962C8B-B14F-4D97-AF65-F5344CB8AC3E}">
        <p14:creationId xmlns:p14="http://schemas.microsoft.com/office/powerpoint/2010/main" val="60972273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 calcmode="lin" valueType="num">
                                      <p:cBhvr additive="base">
                                        <p:cTn id="11"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allAtOnce"/>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1D8D2-0FAB-3436-E2A7-0D688E055F75}"/>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79368740-E1B5-208C-793D-B004AE5BDDD3}"/>
              </a:ext>
            </a:extLst>
          </p:cNvPr>
          <p:cNvSpPr/>
          <p:nvPr/>
        </p:nvSpPr>
        <p:spPr>
          <a:xfrm>
            <a:off x="3810000" y="2400300"/>
            <a:ext cx="14478000" cy="7878236"/>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1" name="Rectangle 20">
            <a:extLst>
              <a:ext uri="{FF2B5EF4-FFF2-40B4-BE49-F238E27FC236}">
                <a16:creationId xmlns:a16="http://schemas.microsoft.com/office/drawing/2014/main" id="{CD20F00F-6150-BDFF-510E-6C976A67C7C8}"/>
              </a:ext>
            </a:extLst>
          </p:cNvPr>
          <p:cNvSpPr/>
          <p:nvPr/>
        </p:nvSpPr>
        <p:spPr>
          <a:xfrm>
            <a:off x="0" y="1186334"/>
            <a:ext cx="3810000" cy="1213966"/>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3" name="Rectangle: Rounded Corners 22">
            <a:extLst>
              <a:ext uri="{FF2B5EF4-FFF2-40B4-BE49-F238E27FC236}">
                <a16:creationId xmlns:a16="http://schemas.microsoft.com/office/drawing/2014/main" id="{F188B612-9BB3-1427-1E0F-940D78A0444C}"/>
              </a:ext>
            </a:extLst>
          </p:cNvPr>
          <p:cNvSpPr/>
          <p:nvPr/>
        </p:nvSpPr>
        <p:spPr>
          <a:xfrm>
            <a:off x="3886200" y="5951888"/>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4" name="TextBox 23">
            <a:extLst>
              <a:ext uri="{FF2B5EF4-FFF2-40B4-BE49-F238E27FC236}">
                <a16:creationId xmlns:a16="http://schemas.microsoft.com/office/drawing/2014/main" id="{3FCED353-2F32-175D-8EC7-F49756940ACD}"/>
              </a:ext>
            </a:extLst>
          </p:cNvPr>
          <p:cNvSpPr txBox="1"/>
          <p:nvPr/>
        </p:nvSpPr>
        <p:spPr>
          <a:xfrm>
            <a:off x="288004" y="1325218"/>
            <a:ext cx="3217196"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NỘI DUNG</a:t>
            </a:r>
          </a:p>
        </p:txBody>
      </p:sp>
      <p:sp>
        <p:nvSpPr>
          <p:cNvPr id="26" name="TextBox 25">
            <a:extLst>
              <a:ext uri="{FF2B5EF4-FFF2-40B4-BE49-F238E27FC236}">
                <a16:creationId xmlns:a16="http://schemas.microsoft.com/office/drawing/2014/main" id="{1145529B-CB51-8F18-354C-839603D74BC1}"/>
              </a:ext>
            </a:extLst>
          </p:cNvPr>
          <p:cNvSpPr txBox="1"/>
          <p:nvPr/>
        </p:nvSpPr>
        <p:spPr>
          <a:xfrm>
            <a:off x="3810000" y="2412254"/>
            <a:ext cx="11734800" cy="5603930"/>
          </a:xfrm>
          <a:prstGeom prst="rect">
            <a:avLst/>
          </a:prstGeom>
          <a:noFill/>
          <a:ln>
            <a:noFill/>
          </a:ln>
        </p:spPr>
        <p:txBody>
          <a:bodyPr wrap="square" rtlCol="0">
            <a:spAutoFit/>
          </a:bodyPr>
          <a:lstStyle/>
          <a:p>
            <a:pPr marL="742950" indent="-742950">
              <a:lnSpc>
                <a:spcPct val="200000"/>
              </a:lnSpc>
              <a:buAutoNum type="arabicPeriod"/>
            </a:pPr>
            <a:r>
              <a:rPr lang="en-US" sz="3600">
                <a:latin typeface="Times New Roman" panose="02020603050405020304" pitchFamily="18" charset="0"/>
                <a:cs typeface="Times New Roman" panose="02020603050405020304" pitchFamily="18" charset="0"/>
              </a:rPr>
              <a:t>GIỚI THIỆU</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TÌNH HÌNH NGHIÊN CỨU TRONG VÀ NGOÀI NƯỚC</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NỘI DUNG VÀ PHƯƠNG PHÁP NGHIÊN CỨU</a:t>
            </a:r>
          </a:p>
          <a:p>
            <a:pPr marL="742950" indent="-742950">
              <a:lnSpc>
                <a:spcPct val="200000"/>
              </a:lnSpc>
              <a:buFontTx/>
              <a:buAutoNum type="arabicPeriod"/>
            </a:pPr>
            <a:r>
              <a:rPr lang="en-US" sz="3600">
                <a:solidFill>
                  <a:schemeClr val="bg1"/>
                </a:solidFill>
                <a:latin typeface="Times New Roman" panose="02020603050405020304" pitchFamily="18" charset="0"/>
                <a:cs typeface="Times New Roman" panose="02020603050405020304" pitchFamily="18" charset="0"/>
              </a:rPr>
              <a:t>KẾT QUẢ VÀ THẢO LUẬN</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KẾT LUẬN VÀ ĐỀ NGHỊ</a:t>
            </a:r>
          </a:p>
        </p:txBody>
      </p:sp>
      <p:grpSp>
        <p:nvGrpSpPr>
          <p:cNvPr id="27" name="Group 26">
            <a:extLst>
              <a:ext uri="{FF2B5EF4-FFF2-40B4-BE49-F238E27FC236}">
                <a16:creationId xmlns:a16="http://schemas.microsoft.com/office/drawing/2014/main" id="{26AF1E05-0F98-DE53-97CD-D525CA5C162E}"/>
              </a:ext>
            </a:extLst>
          </p:cNvPr>
          <p:cNvGrpSpPr/>
          <p:nvPr/>
        </p:nvGrpSpPr>
        <p:grpSpPr>
          <a:xfrm>
            <a:off x="0" y="0"/>
            <a:ext cx="18360000" cy="1188944"/>
            <a:chOff x="0" y="0"/>
            <a:chExt cx="18360000" cy="1188944"/>
          </a:xfrm>
        </p:grpSpPr>
        <p:sp>
          <p:nvSpPr>
            <p:cNvPr id="28" name="Rectangle 27">
              <a:extLst>
                <a:ext uri="{FF2B5EF4-FFF2-40B4-BE49-F238E27FC236}">
                  <a16:creationId xmlns:a16="http://schemas.microsoft.com/office/drawing/2014/main" id="{FF18EC0C-BD0E-AAB3-6A83-96A4FCE78730}"/>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9" name="Rectangle 28">
              <a:extLst>
                <a:ext uri="{FF2B5EF4-FFF2-40B4-BE49-F238E27FC236}">
                  <a16:creationId xmlns:a16="http://schemas.microsoft.com/office/drawing/2014/main" id="{B4AD18DA-6D3C-0F9C-ACE6-682949C4993E}"/>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0" name="Rectangle 29">
              <a:extLst>
                <a:ext uri="{FF2B5EF4-FFF2-40B4-BE49-F238E27FC236}">
                  <a16:creationId xmlns:a16="http://schemas.microsoft.com/office/drawing/2014/main" id="{0DE2E63A-9864-43C5-8422-1C8B1DCAA8CB}"/>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 name="Rectangle 30">
              <a:extLst>
                <a:ext uri="{FF2B5EF4-FFF2-40B4-BE49-F238E27FC236}">
                  <a16:creationId xmlns:a16="http://schemas.microsoft.com/office/drawing/2014/main" id="{C0E3DE16-5C6B-B16B-0174-AAE8D04B81E3}"/>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32" name="Oval 31">
            <a:extLst>
              <a:ext uri="{FF2B5EF4-FFF2-40B4-BE49-F238E27FC236}">
                <a16:creationId xmlns:a16="http://schemas.microsoft.com/office/drawing/2014/main" id="{EA4AA81E-A499-6881-1397-C481E48C7822}"/>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33" name="TextBox 32">
            <a:extLst>
              <a:ext uri="{FF2B5EF4-FFF2-40B4-BE49-F238E27FC236}">
                <a16:creationId xmlns:a16="http://schemas.microsoft.com/office/drawing/2014/main" id="{DBC99D45-151C-B296-DB7A-7B62D570E8A7}"/>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34" name="Picture 33">
            <a:extLst>
              <a:ext uri="{FF2B5EF4-FFF2-40B4-BE49-F238E27FC236}">
                <a16:creationId xmlns:a16="http://schemas.microsoft.com/office/drawing/2014/main" id="{F9C29E30-D127-4D8A-3052-2017AE2BE71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Tree>
    <p:extLst>
      <p:ext uri="{BB962C8B-B14F-4D97-AF65-F5344CB8AC3E}">
        <p14:creationId xmlns:p14="http://schemas.microsoft.com/office/powerpoint/2010/main" val="131630746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347BE-E224-E604-8CDD-9CB541C03842}"/>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BC2D575A-ABEB-78B4-EF08-F052359BC135}"/>
              </a:ext>
            </a:extLst>
          </p:cNvPr>
          <p:cNvSpPr/>
          <p:nvPr/>
        </p:nvSpPr>
        <p:spPr>
          <a:xfrm>
            <a:off x="3810000" y="2400300"/>
            <a:ext cx="14478000" cy="7878236"/>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1" name="Rectangle 20">
            <a:extLst>
              <a:ext uri="{FF2B5EF4-FFF2-40B4-BE49-F238E27FC236}">
                <a16:creationId xmlns:a16="http://schemas.microsoft.com/office/drawing/2014/main" id="{5E9EE90A-4980-3D8B-DF95-76D446B9DE0E}"/>
              </a:ext>
            </a:extLst>
          </p:cNvPr>
          <p:cNvSpPr/>
          <p:nvPr/>
        </p:nvSpPr>
        <p:spPr>
          <a:xfrm>
            <a:off x="0" y="1186334"/>
            <a:ext cx="3810000" cy="1213966"/>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3" name="Rectangle: Rounded Corners 22">
            <a:extLst>
              <a:ext uri="{FF2B5EF4-FFF2-40B4-BE49-F238E27FC236}">
                <a16:creationId xmlns:a16="http://schemas.microsoft.com/office/drawing/2014/main" id="{55B98CEC-E7C9-4B81-6C09-6BC3E1059206}"/>
              </a:ext>
            </a:extLst>
          </p:cNvPr>
          <p:cNvSpPr/>
          <p:nvPr/>
        </p:nvSpPr>
        <p:spPr>
          <a:xfrm>
            <a:off x="3886200" y="7018688"/>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4" name="TextBox 23">
            <a:extLst>
              <a:ext uri="{FF2B5EF4-FFF2-40B4-BE49-F238E27FC236}">
                <a16:creationId xmlns:a16="http://schemas.microsoft.com/office/drawing/2014/main" id="{55852AA0-1837-365E-1C54-E6971A13D02F}"/>
              </a:ext>
            </a:extLst>
          </p:cNvPr>
          <p:cNvSpPr txBox="1"/>
          <p:nvPr/>
        </p:nvSpPr>
        <p:spPr>
          <a:xfrm>
            <a:off x="288004" y="1325218"/>
            <a:ext cx="3217196"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NỘI DUNG</a:t>
            </a:r>
          </a:p>
        </p:txBody>
      </p:sp>
      <p:sp>
        <p:nvSpPr>
          <p:cNvPr id="26" name="TextBox 25">
            <a:extLst>
              <a:ext uri="{FF2B5EF4-FFF2-40B4-BE49-F238E27FC236}">
                <a16:creationId xmlns:a16="http://schemas.microsoft.com/office/drawing/2014/main" id="{03C1DFFA-E81C-062B-69C9-C2C1F6E7A32F}"/>
              </a:ext>
            </a:extLst>
          </p:cNvPr>
          <p:cNvSpPr txBox="1"/>
          <p:nvPr/>
        </p:nvSpPr>
        <p:spPr>
          <a:xfrm>
            <a:off x="3810000" y="2412254"/>
            <a:ext cx="11734800" cy="5603930"/>
          </a:xfrm>
          <a:prstGeom prst="rect">
            <a:avLst/>
          </a:prstGeom>
          <a:noFill/>
          <a:ln>
            <a:noFill/>
          </a:ln>
        </p:spPr>
        <p:txBody>
          <a:bodyPr wrap="square" rtlCol="0">
            <a:spAutoFit/>
          </a:bodyPr>
          <a:lstStyle/>
          <a:p>
            <a:pPr marL="742950" indent="-742950">
              <a:lnSpc>
                <a:spcPct val="200000"/>
              </a:lnSpc>
              <a:buAutoNum type="arabicPeriod"/>
            </a:pPr>
            <a:r>
              <a:rPr lang="en-US" sz="3600">
                <a:latin typeface="Times New Roman" panose="02020603050405020304" pitchFamily="18" charset="0"/>
                <a:cs typeface="Times New Roman" panose="02020603050405020304" pitchFamily="18" charset="0"/>
              </a:rPr>
              <a:t>GIỚI THIỆU</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TÌNH HÌNH NGHIÊN CỨU TRONG VÀ NGOÀI NƯỚC</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NỘI DUNG VÀ PHƯƠNG PHÁP NGHIÊN CỨU</a:t>
            </a:r>
          </a:p>
          <a:p>
            <a:pPr marL="742950" indent="-742950">
              <a:lnSpc>
                <a:spcPct val="200000"/>
              </a:lnSpc>
              <a:buFontTx/>
              <a:buAutoNum type="arabicPeriod"/>
            </a:pPr>
            <a:r>
              <a:rPr lang="en-US" sz="3600">
                <a:latin typeface="Times New Roman" panose="02020603050405020304" pitchFamily="18" charset="0"/>
                <a:cs typeface="Times New Roman" panose="02020603050405020304" pitchFamily="18" charset="0"/>
              </a:rPr>
              <a:t>KẾT QUẢ VÀ THẢO LUẬN</a:t>
            </a:r>
          </a:p>
          <a:p>
            <a:pPr marL="742950" indent="-742950">
              <a:lnSpc>
                <a:spcPct val="200000"/>
              </a:lnSpc>
              <a:buFontTx/>
              <a:buAutoNum type="arabicPeriod"/>
            </a:pPr>
            <a:r>
              <a:rPr lang="en-US" sz="3600">
                <a:solidFill>
                  <a:schemeClr val="bg1"/>
                </a:solidFill>
                <a:latin typeface="Times New Roman" panose="02020603050405020304" pitchFamily="18" charset="0"/>
                <a:cs typeface="Times New Roman" panose="02020603050405020304" pitchFamily="18" charset="0"/>
              </a:rPr>
              <a:t>KẾT LUẬN VÀ ĐỀ NGHỊ</a:t>
            </a:r>
          </a:p>
        </p:txBody>
      </p:sp>
      <p:grpSp>
        <p:nvGrpSpPr>
          <p:cNvPr id="27" name="Group 26">
            <a:extLst>
              <a:ext uri="{FF2B5EF4-FFF2-40B4-BE49-F238E27FC236}">
                <a16:creationId xmlns:a16="http://schemas.microsoft.com/office/drawing/2014/main" id="{F2B74D9D-EF1B-AD66-C34C-928CC2EC5052}"/>
              </a:ext>
            </a:extLst>
          </p:cNvPr>
          <p:cNvGrpSpPr/>
          <p:nvPr/>
        </p:nvGrpSpPr>
        <p:grpSpPr>
          <a:xfrm>
            <a:off x="0" y="0"/>
            <a:ext cx="18360000" cy="1188944"/>
            <a:chOff x="0" y="0"/>
            <a:chExt cx="18360000" cy="1188944"/>
          </a:xfrm>
        </p:grpSpPr>
        <p:sp>
          <p:nvSpPr>
            <p:cNvPr id="28" name="Rectangle 27">
              <a:extLst>
                <a:ext uri="{FF2B5EF4-FFF2-40B4-BE49-F238E27FC236}">
                  <a16:creationId xmlns:a16="http://schemas.microsoft.com/office/drawing/2014/main" id="{0DA8AAB3-FD15-853A-0492-2D0F630C67DF}"/>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9" name="Rectangle 28">
              <a:extLst>
                <a:ext uri="{FF2B5EF4-FFF2-40B4-BE49-F238E27FC236}">
                  <a16:creationId xmlns:a16="http://schemas.microsoft.com/office/drawing/2014/main" id="{80408C2E-3B7C-2259-571B-A22101C97F18}"/>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0" name="Rectangle 29">
              <a:extLst>
                <a:ext uri="{FF2B5EF4-FFF2-40B4-BE49-F238E27FC236}">
                  <a16:creationId xmlns:a16="http://schemas.microsoft.com/office/drawing/2014/main" id="{7E51EA1B-10E0-3843-6EB5-15623F71601C}"/>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 name="Rectangle 30">
              <a:extLst>
                <a:ext uri="{FF2B5EF4-FFF2-40B4-BE49-F238E27FC236}">
                  <a16:creationId xmlns:a16="http://schemas.microsoft.com/office/drawing/2014/main" id="{7BDAC744-187F-28EE-ACE1-6C5DA73D11C6}"/>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32" name="Oval 31">
            <a:extLst>
              <a:ext uri="{FF2B5EF4-FFF2-40B4-BE49-F238E27FC236}">
                <a16:creationId xmlns:a16="http://schemas.microsoft.com/office/drawing/2014/main" id="{DB22B764-8B09-F027-6C6A-DBAEFE8DBB02}"/>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33" name="TextBox 32">
            <a:extLst>
              <a:ext uri="{FF2B5EF4-FFF2-40B4-BE49-F238E27FC236}">
                <a16:creationId xmlns:a16="http://schemas.microsoft.com/office/drawing/2014/main" id="{F019C329-8A72-DADB-AACF-EE443793D652}"/>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34" name="Picture 33">
            <a:extLst>
              <a:ext uri="{FF2B5EF4-FFF2-40B4-BE49-F238E27FC236}">
                <a16:creationId xmlns:a16="http://schemas.microsoft.com/office/drawing/2014/main" id="{DB7B9E24-143A-8170-8468-703202E7104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Tree>
    <p:extLst>
      <p:ext uri="{BB962C8B-B14F-4D97-AF65-F5344CB8AC3E}">
        <p14:creationId xmlns:p14="http://schemas.microsoft.com/office/powerpoint/2010/main" val="21762165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344A8-6A3D-568A-6EA6-599443791601}"/>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8A2B6AFF-2C44-6C3A-94CD-D48E7B232041}"/>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2AA0A9C1-D908-5EE7-D0E9-C3FA28AB147F}"/>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C5A6C24F-310D-4371-C39E-C7594C017B2B}"/>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FA03C11A-0427-5A2C-3F49-358411CBC790}"/>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A31B0CA-CADB-E1BB-8ACF-1A16E43C747B}"/>
              </a:ext>
            </a:extLst>
          </p:cNvPr>
          <p:cNvSpPr txBox="1"/>
          <p:nvPr/>
        </p:nvSpPr>
        <p:spPr>
          <a:xfrm>
            <a:off x="152400" y="5466487"/>
            <a:ext cx="35052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Các chức năng đã xây dựng được</a:t>
            </a:r>
          </a:p>
        </p:txBody>
      </p:sp>
      <p:sp>
        <p:nvSpPr>
          <p:cNvPr id="18" name="TextBox 17">
            <a:extLst>
              <a:ext uri="{FF2B5EF4-FFF2-40B4-BE49-F238E27FC236}">
                <a16:creationId xmlns:a16="http://schemas.microsoft.com/office/drawing/2014/main" id="{7FE78EA3-5309-9956-5CF4-2B665F9D1CB4}"/>
              </a:ext>
            </a:extLst>
          </p:cNvPr>
          <p:cNvSpPr txBox="1"/>
          <p:nvPr/>
        </p:nvSpPr>
        <p:spPr>
          <a:xfrm>
            <a:off x="3810000" y="2430905"/>
            <a:ext cx="14249400" cy="6651821"/>
          </a:xfrm>
          <a:prstGeom prst="rect">
            <a:avLst/>
          </a:prstGeom>
          <a:noFill/>
        </p:spPr>
        <p:txBody>
          <a:bodyPr wrap="square" rtlCol="0">
            <a:spAutoFit/>
          </a:bodyPr>
          <a:lstStyle/>
          <a:p>
            <a:pPr lvl="0" algn="just">
              <a:lnSpc>
                <a:spcPct val="150000"/>
              </a:lnSpc>
            </a:pPr>
            <a:r>
              <a:rPr lang="vi-VN" sz="3200" b="1">
                <a:latin typeface="Times New Roman" panose="02020603050405020304" pitchFamily="18" charset="0"/>
                <a:ea typeface="Times New Roman" panose="02020603050405020304" pitchFamily="18" charset="0"/>
              </a:rPr>
              <a:t>Chức năng dành cho người dung</a:t>
            </a:r>
            <a:r>
              <a:rPr lang="en-US" sz="3200" b="1">
                <a:latin typeface="Times New Roman" panose="02020603050405020304" pitchFamily="18" charset="0"/>
                <a:ea typeface="Times New Roman" panose="02020603050405020304" pitchFamily="18" charset="0"/>
              </a:rPr>
              <a:t>:</a:t>
            </a:r>
            <a:endParaRPr lang="vi-VN" sz="3200">
              <a:latin typeface="Times New Roman" panose="02020603050405020304" pitchFamily="18" charset="0"/>
              <a:ea typeface="Times New Roman" panose="02020603050405020304" pitchFamily="18" charset="0"/>
            </a:endParaRPr>
          </a:p>
          <a:p>
            <a:pPr marL="457200" lvl="0" indent="-457200" algn="just">
              <a:lnSpc>
                <a:spcPct val="150000"/>
              </a:lnSpc>
              <a:buFont typeface="Arial" panose="020B0604020202020204" pitchFamily="34" charset="0"/>
              <a:buChar char="•"/>
            </a:pPr>
            <a:r>
              <a:rPr lang="vi-VN" sz="3200">
                <a:latin typeface="Times New Roman" panose="02020603050405020304" pitchFamily="18" charset="0"/>
                <a:ea typeface="Times New Roman" panose="02020603050405020304" pitchFamily="18" charset="0"/>
              </a:rPr>
              <a:t>Đăng ký tài khoản</a:t>
            </a:r>
            <a:endParaRPr lang="en-US" sz="3200">
              <a:latin typeface="Times New Roman" panose="02020603050405020304" pitchFamily="18" charset="0"/>
              <a:ea typeface="Times New Roman" panose="02020603050405020304" pitchFamily="18" charset="0"/>
            </a:endParaRPr>
          </a:p>
          <a:p>
            <a:pPr marL="457200" lvl="0" indent="-457200" algn="just">
              <a:lnSpc>
                <a:spcPct val="150000"/>
              </a:lnSpc>
              <a:buFont typeface="Arial" panose="020B0604020202020204" pitchFamily="34" charset="0"/>
              <a:buChar char="•"/>
            </a:pPr>
            <a:r>
              <a:rPr lang="vi-VN" sz="3200">
                <a:latin typeface="Times New Roman" panose="02020603050405020304" pitchFamily="18" charset="0"/>
                <a:ea typeface="Times New Roman" panose="02020603050405020304" pitchFamily="18" charset="0"/>
              </a:rPr>
              <a:t>Đăng nhập tài khoản</a:t>
            </a:r>
          </a:p>
          <a:p>
            <a:pPr marL="457200" lvl="0" indent="-457200" algn="just">
              <a:lnSpc>
                <a:spcPct val="150000"/>
              </a:lnSpc>
              <a:buFont typeface="Arial" panose="020B0604020202020204" pitchFamily="34" charset="0"/>
              <a:buChar char="•"/>
            </a:pPr>
            <a:r>
              <a:rPr lang="vi-VN" sz="3200">
                <a:latin typeface="Times New Roman" panose="02020603050405020304" pitchFamily="18" charset="0"/>
                <a:ea typeface="Times New Roman" panose="02020603050405020304" pitchFamily="18" charset="0"/>
              </a:rPr>
              <a:t>Đăng xuất tài khoản</a:t>
            </a:r>
            <a:endParaRPr lang="en-US" sz="3200">
              <a:latin typeface="Times New Roman" panose="02020603050405020304" pitchFamily="18" charset="0"/>
              <a:ea typeface="Times New Roman" panose="02020603050405020304" pitchFamily="18" charset="0"/>
            </a:endParaRPr>
          </a:p>
          <a:p>
            <a:pPr marL="457200" lvl="0" indent="-457200" algn="just">
              <a:lnSpc>
                <a:spcPct val="150000"/>
              </a:lnSpc>
              <a:buFont typeface="Arial" panose="020B0604020202020204" pitchFamily="34" charset="0"/>
              <a:buChar char="•"/>
            </a:pPr>
            <a:r>
              <a:rPr lang="vi-VN" sz="3200">
                <a:latin typeface="Times New Roman" panose="02020603050405020304" pitchFamily="18" charset="0"/>
                <a:ea typeface="Times New Roman" panose="02020603050405020304" pitchFamily="18" charset="0"/>
              </a:rPr>
              <a:t>Xem danh sách bài thi</a:t>
            </a:r>
          </a:p>
          <a:p>
            <a:pPr marL="457200" lvl="0" indent="-457200" algn="just">
              <a:lnSpc>
                <a:spcPct val="150000"/>
              </a:lnSpc>
              <a:buFont typeface="Arial" panose="020B0604020202020204" pitchFamily="34" charset="0"/>
              <a:buChar char="•"/>
            </a:pPr>
            <a:r>
              <a:rPr lang="vi-VN" sz="3200">
                <a:latin typeface="Times New Roman" panose="02020603050405020304" pitchFamily="18" charset="0"/>
                <a:ea typeface="Times New Roman" panose="02020603050405020304" pitchFamily="18" charset="0"/>
              </a:rPr>
              <a:t>Làm bài thi</a:t>
            </a:r>
            <a:endParaRPr lang="en-US" sz="3200">
              <a:latin typeface="Times New Roman" panose="02020603050405020304" pitchFamily="18" charset="0"/>
              <a:ea typeface="Times New Roman" panose="02020603050405020304" pitchFamily="18" charset="0"/>
            </a:endParaRPr>
          </a:p>
          <a:p>
            <a:pPr marL="457200" lvl="0" indent="-457200" algn="just">
              <a:lnSpc>
                <a:spcPct val="150000"/>
              </a:lnSpc>
              <a:buFont typeface="Arial" panose="020B0604020202020204" pitchFamily="34" charset="0"/>
              <a:buChar char="•"/>
            </a:pPr>
            <a:r>
              <a:rPr lang="vi-VN" sz="3200">
                <a:latin typeface="Times New Roman" panose="02020603050405020304" pitchFamily="18" charset="0"/>
                <a:ea typeface="Times New Roman" panose="02020603050405020304" pitchFamily="18" charset="0"/>
              </a:rPr>
              <a:t>Xem kết quả thi</a:t>
            </a:r>
          </a:p>
          <a:p>
            <a:pPr marL="457200" lvl="0" indent="-457200" algn="just">
              <a:lnSpc>
                <a:spcPct val="150000"/>
              </a:lnSpc>
              <a:buFont typeface="Arial" panose="020B0604020202020204" pitchFamily="34" charset="0"/>
              <a:buChar char="•"/>
            </a:pPr>
            <a:r>
              <a:rPr lang="vi-VN" sz="3200">
                <a:latin typeface="Times New Roman" panose="02020603050405020304" pitchFamily="18" charset="0"/>
                <a:ea typeface="Times New Roman" panose="02020603050405020304" pitchFamily="18" charset="0"/>
              </a:rPr>
              <a:t>Ôn tập</a:t>
            </a:r>
            <a:endParaRPr lang="en-US" sz="3200">
              <a:latin typeface="Times New Roman" panose="02020603050405020304" pitchFamily="18" charset="0"/>
              <a:ea typeface="Times New Roman" panose="02020603050405020304" pitchFamily="18" charset="0"/>
            </a:endParaRPr>
          </a:p>
          <a:p>
            <a:pPr marL="457200" lvl="0" indent="-457200" algn="just">
              <a:lnSpc>
                <a:spcPct val="150000"/>
              </a:lnSpc>
              <a:buFont typeface="Arial" panose="020B0604020202020204" pitchFamily="34" charset="0"/>
              <a:buChar char="•"/>
            </a:pPr>
            <a:r>
              <a:rPr lang="vi-VN" sz="3200">
                <a:latin typeface="Times New Roman" panose="02020603050405020304" pitchFamily="18" charset="0"/>
                <a:ea typeface="Times New Roman" panose="02020603050405020304" pitchFamily="18" charset="0"/>
              </a:rPr>
              <a:t>Tạo danh sách yêu thích cá nhân</a:t>
            </a:r>
          </a:p>
        </p:txBody>
      </p:sp>
      <p:grpSp>
        <p:nvGrpSpPr>
          <p:cNvPr id="47" name="Group 46">
            <a:extLst>
              <a:ext uri="{FF2B5EF4-FFF2-40B4-BE49-F238E27FC236}">
                <a16:creationId xmlns:a16="http://schemas.microsoft.com/office/drawing/2014/main" id="{ADFE695B-1DE8-E675-EDBE-8A2EB6FD66EF}"/>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1F75CCAC-756A-82EF-DA87-436923286164}"/>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56BCD17A-25D1-0B3E-DF79-BE755B13A58B}"/>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A23CC4CF-7C80-876E-0C5B-9DD87A076551}"/>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687D1DBB-7739-1E76-5FA4-6C5CB6BAE404}"/>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A037C2B9-7729-CDF9-5547-F25CB1FFE433}"/>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93EF97D6-B765-114D-86D6-290F24EB80FB}"/>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7957C2FC-ACCC-3229-1EEA-BFFAE45E888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C460A3B4-7B5C-E0DC-4C52-BCC45D1F92C0}"/>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5. KẾT LUẬN VÀ ĐỀ NGHỊ</a:t>
            </a:r>
          </a:p>
        </p:txBody>
      </p:sp>
    </p:spTree>
    <p:extLst>
      <p:ext uri="{BB962C8B-B14F-4D97-AF65-F5344CB8AC3E}">
        <p14:creationId xmlns:p14="http://schemas.microsoft.com/office/powerpoint/2010/main" val="422349803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 calcmode="lin" valueType="num">
                                      <p:cBhvr additive="base">
                                        <p:cTn id="11"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anim calcmode="lin" valueType="num">
                                      <p:cBhvr additive="base">
                                        <p:cTn id="15" dur="500" fill="hold"/>
                                        <p:tgtEl>
                                          <p:spTgt spid="18">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8">
                                            <p:txEl>
                                              <p:pRg st="2" end="2"/>
                                            </p:txEl>
                                          </p:spTgt>
                                        </p:tgtEl>
                                        <p:attrNameLst>
                                          <p:attrName>style.visibility</p:attrName>
                                        </p:attrNameLst>
                                      </p:cBhvr>
                                      <p:to>
                                        <p:strVal val="visible"/>
                                      </p:to>
                                    </p:set>
                                    <p:anim calcmode="lin" valueType="num">
                                      <p:cBhvr additive="base">
                                        <p:cTn id="19" dur="500" fill="hold"/>
                                        <p:tgtEl>
                                          <p:spTgt spid="1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8">
                                            <p:txEl>
                                              <p:pRg st="3" end="3"/>
                                            </p:txEl>
                                          </p:spTgt>
                                        </p:tgtEl>
                                        <p:attrNameLst>
                                          <p:attrName>style.visibility</p:attrName>
                                        </p:attrNameLst>
                                      </p:cBhvr>
                                      <p:to>
                                        <p:strVal val="visible"/>
                                      </p:to>
                                    </p:set>
                                    <p:anim calcmode="lin" valueType="num">
                                      <p:cBhvr additive="base">
                                        <p:cTn id="23" dur="500" fill="hold"/>
                                        <p:tgtEl>
                                          <p:spTgt spid="18">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 calcmode="lin" valueType="num">
                                      <p:cBhvr additive="base">
                                        <p:cTn id="27" dur="500" fill="hold"/>
                                        <p:tgtEl>
                                          <p:spTgt spid="18">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8">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8">
                                            <p:txEl>
                                              <p:pRg st="5" end="5"/>
                                            </p:txEl>
                                          </p:spTgt>
                                        </p:tgtEl>
                                        <p:attrNameLst>
                                          <p:attrName>style.visibility</p:attrName>
                                        </p:attrNameLst>
                                      </p:cBhvr>
                                      <p:to>
                                        <p:strVal val="visible"/>
                                      </p:to>
                                    </p:set>
                                    <p:anim calcmode="lin" valueType="num">
                                      <p:cBhvr additive="base">
                                        <p:cTn id="31" dur="500" fill="hold"/>
                                        <p:tgtEl>
                                          <p:spTgt spid="1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8">
                                            <p:txEl>
                                              <p:pRg st="6" end="6"/>
                                            </p:txEl>
                                          </p:spTgt>
                                        </p:tgtEl>
                                        <p:attrNameLst>
                                          <p:attrName>style.visibility</p:attrName>
                                        </p:attrNameLst>
                                      </p:cBhvr>
                                      <p:to>
                                        <p:strVal val="visible"/>
                                      </p:to>
                                    </p:set>
                                    <p:anim calcmode="lin" valueType="num">
                                      <p:cBhvr additive="base">
                                        <p:cTn id="35" dur="500" fill="hold"/>
                                        <p:tgtEl>
                                          <p:spTgt spid="18">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8">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8">
                                            <p:txEl>
                                              <p:pRg st="7" end="7"/>
                                            </p:txEl>
                                          </p:spTgt>
                                        </p:tgtEl>
                                        <p:attrNameLst>
                                          <p:attrName>style.visibility</p:attrName>
                                        </p:attrNameLst>
                                      </p:cBhvr>
                                      <p:to>
                                        <p:strVal val="visible"/>
                                      </p:to>
                                    </p:set>
                                    <p:anim calcmode="lin" valueType="num">
                                      <p:cBhvr additive="base">
                                        <p:cTn id="39" dur="500" fill="hold"/>
                                        <p:tgtEl>
                                          <p:spTgt spid="18">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8">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8">
                                            <p:txEl>
                                              <p:pRg st="8" end="8"/>
                                            </p:txEl>
                                          </p:spTgt>
                                        </p:tgtEl>
                                        <p:attrNameLst>
                                          <p:attrName>style.visibility</p:attrName>
                                        </p:attrNameLst>
                                      </p:cBhvr>
                                      <p:to>
                                        <p:strVal val="visible"/>
                                      </p:to>
                                    </p:set>
                                    <p:anim calcmode="lin" valueType="num">
                                      <p:cBhvr additive="base">
                                        <p:cTn id="43" dur="500" fill="hold"/>
                                        <p:tgtEl>
                                          <p:spTgt spid="18">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allAtOnce"/>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83748-EDED-42A0-37C6-9D11AC2D5046}"/>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9681F2EC-B95E-07B3-92EF-77407033DD57}"/>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CBBCC745-E4FC-FF19-C0DE-9BE7387AEA4F}"/>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8800C013-A72A-D252-EFF7-B86CECAEE731}"/>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CA11468E-6650-5FB4-349A-94D791A233F3}"/>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70F60B0-8FA7-99C3-4B37-30C1CB6E5E82}"/>
              </a:ext>
            </a:extLst>
          </p:cNvPr>
          <p:cNvSpPr txBox="1"/>
          <p:nvPr/>
        </p:nvSpPr>
        <p:spPr>
          <a:xfrm>
            <a:off x="152400" y="5466487"/>
            <a:ext cx="3505200" cy="1200329"/>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Các chức năng đã xây dựng</a:t>
            </a:r>
          </a:p>
        </p:txBody>
      </p:sp>
      <p:sp>
        <p:nvSpPr>
          <p:cNvPr id="18" name="TextBox 17">
            <a:extLst>
              <a:ext uri="{FF2B5EF4-FFF2-40B4-BE49-F238E27FC236}">
                <a16:creationId xmlns:a16="http://schemas.microsoft.com/office/drawing/2014/main" id="{1A36BAF8-256C-8F9B-F4C3-A68F0B9C112B}"/>
              </a:ext>
            </a:extLst>
          </p:cNvPr>
          <p:cNvSpPr txBox="1"/>
          <p:nvPr/>
        </p:nvSpPr>
        <p:spPr>
          <a:xfrm>
            <a:off x="3810000" y="2430905"/>
            <a:ext cx="14249400" cy="6651821"/>
          </a:xfrm>
          <a:prstGeom prst="rect">
            <a:avLst/>
          </a:prstGeom>
          <a:noFill/>
        </p:spPr>
        <p:txBody>
          <a:bodyPr wrap="square" rtlCol="0">
            <a:spAutoFit/>
          </a:bodyPr>
          <a:lstStyle/>
          <a:p>
            <a:pPr lvl="0" algn="just">
              <a:lnSpc>
                <a:spcPct val="150000"/>
              </a:lnSpc>
            </a:pPr>
            <a:r>
              <a:rPr lang="vi-VN" sz="3200" b="1">
                <a:latin typeface="Times New Roman" panose="02020603050405020304" pitchFamily="18" charset="0"/>
                <a:ea typeface="Times New Roman" panose="02020603050405020304" pitchFamily="18" charset="0"/>
              </a:rPr>
              <a:t>Chức năng dành cho quản trị viên</a:t>
            </a:r>
            <a:r>
              <a:rPr lang="en-US" sz="3200" b="1">
                <a:latin typeface="Times New Roman" panose="02020603050405020304" pitchFamily="18" charset="0"/>
                <a:ea typeface="Times New Roman" panose="02020603050405020304" pitchFamily="18" charset="0"/>
              </a:rPr>
              <a:t>:</a:t>
            </a:r>
            <a:r>
              <a:rPr lang="vi-VN" sz="3200" b="1">
                <a:latin typeface="Times New Roman" panose="02020603050405020304" pitchFamily="18" charset="0"/>
                <a:ea typeface="Times New Roman" panose="02020603050405020304" pitchFamily="18" charset="0"/>
              </a:rPr>
              <a:t> </a:t>
            </a:r>
            <a:endParaRPr lang="vi-VN" sz="3200">
              <a:latin typeface="Times New Roman" panose="02020603050405020304" pitchFamily="18" charset="0"/>
              <a:ea typeface="Times New Roman" panose="02020603050405020304" pitchFamily="18" charset="0"/>
            </a:endParaRPr>
          </a:p>
          <a:p>
            <a:pPr marL="457200" indent="-457200" algn="just">
              <a:lnSpc>
                <a:spcPct val="150000"/>
              </a:lnSpc>
              <a:buFont typeface="Arial" panose="020B0604020202020204" pitchFamily="34" charset="0"/>
              <a:buChar char="•"/>
            </a:pPr>
            <a:r>
              <a:rPr lang="vi-VN" sz="3200">
                <a:latin typeface="Times New Roman" panose="02020603050405020304" pitchFamily="18" charset="0"/>
                <a:ea typeface="Times New Roman" panose="02020603050405020304" pitchFamily="18" charset="0"/>
              </a:rPr>
              <a:t>Quản lý bài thi của người dùng</a:t>
            </a:r>
            <a:endParaRPr lang="en-US" sz="3200">
              <a:latin typeface="Times New Roman" panose="02020603050405020304" pitchFamily="18" charset="0"/>
              <a:ea typeface="Times New Roman" panose="02020603050405020304" pitchFamily="18" charset="0"/>
            </a:endParaRPr>
          </a:p>
          <a:p>
            <a:pPr marL="457200" lvl="0" indent="-457200" algn="just">
              <a:lnSpc>
                <a:spcPct val="150000"/>
              </a:lnSpc>
              <a:buFont typeface="Arial" panose="020B0604020202020204" pitchFamily="34" charset="0"/>
              <a:buChar char="•"/>
            </a:pPr>
            <a:r>
              <a:rPr lang="vi-VN" sz="3200">
                <a:latin typeface="Times New Roman" panose="02020603050405020304" pitchFamily="18" charset="0"/>
                <a:ea typeface="Times New Roman" panose="02020603050405020304" pitchFamily="18" charset="0"/>
              </a:rPr>
              <a:t>Quản lý người dùng</a:t>
            </a:r>
            <a:endParaRPr lang="en-US" sz="3200">
              <a:latin typeface="Times New Roman" panose="02020603050405020304" pitchFamily="18" charset="0"/>
              <a:ea typeface="Times New Roman" panose="02020603050405020304" pitchFamily="18" charset="0"/>
            </a:endParaRPr>
          </a:p>
          <a:p>
            <a:pPr marL="457200" indent="-457200" algn="just">
              <a:lnSpc>
                <a:spcPct val="150000"/>
              </a:lnSpc>
              <a:buFont typeface="Arial" panose="020B0604020202020204" pitchFamily="34" charset="0"/>
              <a:buChar char="•"/>
            </a:pPr>
            <a:r>
              <a:rPr lang="en-US" sz="3200">
                <a:latin typeface="Times New Roman" panose="02020603050405020304" pitchFamily="18" charset="0"/>
                <a:ea typeface="Times New Roman" panose="02020603050405020304" pitchFamily="18" charset="0"/>
              </a:rPr>
              <a:t>Quản lý thông báo</a:t>
            </a:r>
          </a:p>
          <a:p>
            <a:pPr marL="457200" lvl="0" indent="-457200" algn="just">
              <a:lnSpc>
                <a:spcPct val="150000"/>
              </a:lnSpc>
              <a:buFont typeface="Arial" panose="020B0604020202020204" pitchFamily="34" charset="0"/>
              <a:buChar char="•"/>
            </a:pPr>
            <a:r>
              <a:rPr lang="en-US" sz="3200">
                <a:latin typeface="Times New Roman" panose="02020603050405020304" pitchFamily="18" charset="0"/>
                <a:ea typeface="Times New Roman" panose="02020603050405020304" pitchFamily="18" charset="0"/>
              </a:rPr>
              <a:t>Quản lý khoa</a:t>
            </a:r>
          </a:p>
          <a:p>
            <a:pPr marL="457200" indent="-457200" algn="just">
              <a:lnSpc>
                <a:spcPct val="150000"/>
              </a:lnSpc>
              <a:buFont typeface="Arial" panose="020B0604020202020204" pitchFamily="34" charset="0"/>
              <a:buChar char="•"/>
            </a:pPr>
            <a:r>
              <a:rPr lang="vi-VN" sz="3200">
                <a:latin typeface="Times New Roman" panose="02020603050405020304" pitchFamily="18" charset="0"/>
                <a:ea typeface="Times New Roman" panose="02020603050405020304" pitchFamily="18" charset="0"/>
              </a:rPr>
              <a:t>Quản lý môn học </a:t>
            </a:r>
            <a:endParaRPr lang="en-US" sz="3200">
              <a:latin typeface="Times New Roman" panose="02020603050405020304" pitchFamily="18" charset="0"/>
              <a:ea typeface="Times New Roman" panose="02020603050405020304" pitchFamily="18" charset="0"/>
            </a:endParaRPr>
          </a:p>
          <a:p>
            <a:pPr marL="457200" indent="-457200" algn="just">
              <a:lnSpc>
                <a:spcPct val="150000"/>
              </a:lnSpc>
              <a:buFont typeface="Arial" panose="020B0604020202020204" pitchFamily="34" charset="0"/>
              <a:buChar char="•"/>
            </a:pPr>
            <a:r>
              <a:rPr lang="vi-VN" sz="3200">
                <a:latin typeface="Times New Roman" panose="02020603050405020304" pitchFamily="18" charset="0"/>
                <a:ea typeface="Times New Roman" panose="02020603050405020304" pitchFamily="18" charset="0"/>
              </a:rPr>
              <a:t>Quản lý chương học</a:t>
            </a:r>
          </a:p>
          <a:p>
            <a:pPr marL="457200" lvl="0" indent="-457200" algn="just">
              <a:lnSpc>
                <a:spcPct val="150000"/>
              </a:lnSpc>
              <a:buFont typeface="Arial" panose="020B0604020202020204" pitchFamily="34" charset="0"/>
              <a:buChar char="•"/>
            </a:pPr>
            <a:r>
              <a:rPr lang="vi-VN" sz="3200">
                <a:latin typeface="Times New Roman" panose="02020603050405020304" pitchFamily="18" charset="0"/>
                <a:ea typeface="Times New Roman" panose="02020603050405020304" pitchFamily="18" charset="0"/>
              </a:rPr>
              <a:t>Quản lý câu hỏi</a:t>
            </a:r>
            <a:endParaRPr lang="en-US" sz="3200">
              <a:latin typeface="Times New Roman" panose="02020603050405020304" pitchFamily="18" charset="0"/>
              <a:ea typeface="Times New Roman" panose="02020603050405020304" pitchFamily="18" charset="0"/>
            </a:endParaRPr>
          </a:p>
          <a:p>
            <a:pPr marL="457200" lvl="0" indent="-457200" algn="just">
              <a:lnSpc>
                <a:spcPct val="150000"/>
              </a:lnSpc>
              <a:buFont typeface="Arial" panose="020B0604020202020204" pitchFamily="34" charset="0"/>
              <a:buChar char="•"/>
            </a:pPr>
            <a:r>
              <a:rPr lang="vi-VN" sz="3200">
                <a:latin typeface="Times New Roman" panose="02020603050405020304" pitchFamily="18" charset="0"/>
                <a:ea typeface="Times New Roman" panose="02020603050405020304" pitchFamily="18" charset="0"/>
              </a:rPr>
              <a:t>Quản lý đề thi</a:t>
            </a:r>
          </a:p>
        </p:txBody>
      </p:sp>
      <p:grpSp>
        <p:nvGrpSpPr>
          <p:cNvPr id="47" name="Group 46">
            <a:extLst>
              <a:ext uri="{FF2B5EF4-FFF2-40B4-BE49-F238E27FC236}">
                <a16:creationId xmlns:a16="http://schemas.microsoft.com/office/drawing/2014/main" id="{C819DF4B-5E48-2464-8579-5CC2013A5179}"/>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5C3BF978-3285-F113-8EF4-9120D9666159}"/>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4AF78148-D6EA-C775-DA06-0A618597833D}"/>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1EE1285C-A1A4-78B5-8967-13BE8E3958B8}"/>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0F7BD3CB-68BE-2A09-0095-A4EE1075D2D4}"/>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44BE817E-6BDD-39F6-ACF8-E7F1F9A331B8}"/>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A1FF4556-BA5F-83C9-8051-DE9DDE618301}"/>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579E1CC6-277A-EEF2-35A6-BC4997B5540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B174C4B2-EC43-EC6E-1F7F-7C9F58C53D21}"/>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5. KẾT LUẬN VÀ ĐỀ NGHỊ</a:t>
            </a:r>
          </a:p>
        </p:txBody>
      </p:sp>
    </p:spTree>
    <p:extLst>
      <p:ext uri="{BB962C8B-B14F-4D97-AF65-F5344CB8AC3E}">
        <p14:creationId xmlns:p14="http://schemas.microsoft.com/office/powerpoint/2010/main" val="23109810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 calcmode="lin" valueType="num">
                                      <p:cBhvr additive="base">
                                        <p:cTn id="11"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anim calcmode="lin" valueType="num">
                                      <p:cBhvr additive="base">
                                        <p:cTn id="15" dur="500" fill="hold"/>
                                        <p:tgtEl>
                                          <p:spTgt spid="18">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8">
                                            <p:txEl>
                                              <p:pRg st="2" end="2"/>
                                            </p:txEl>
                                          </p:spTgt>
                                        </p:tgtEl>
                                        <p:attrNameLst>
                                          <p:attrName>style.visibility</p:attrName>
                                        </p:attrNameLst>
                                      </p:cBhvr>
                                      <p:to>
                                        <p:strVal val="visible"/>
                                      </p:to>
                                    </p:set>
                                    <p:anim calcmode="lin" valueType="num">
                                      <p:cBhvr additive="base">
                                        <p:cTn id="19" dur="500" fill="hold"/>
                                        <p:tgtEl>
                                          <p:spTgt spid="1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8">
                                            <p:txEl>
                                              <p:pRg st="3" end="3"/>
                                            </p:txEl>
                                          </p:spTgt>
                                        </p:tgtEl>
                                        <p:attrNameLst>
                                          <p:attrName>style.visibility</p:attrName>
                                        </p:attrNameLst>
                                      </p:cBhvr>
                                      <p:to>
                                        <p:strVal val="visible"/>
                                      </p:to>
                                    </p:set>
                                    <p:anim calcmode="lin" valueType="num">
                                      <p:cBhvr additive="base">
                                        <p:cTn id="23" dur="500" fill="hold"/>
                                        <p:tgtEl>
                                          <p:spTgt spid="18">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 calcmode="lin" valueType="num">
                                      <p:cBhvr additive="base">
                                        <p:cTn id="27" dur="500" fill="hold"/>
                                        <p:tgtEl>
                                          <p:spTgt spid="18">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8">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8">
                                            <p:txEl>
                                              <p:pRg st="5" end="5"/>
                                            </p:txEl>
                                          </p:spTgt>
                                        </p:tgtEl>
                                        <p:attrNameLst>
                                          <p:attrName>style.visibility</p:attrName>
                                        </p:attrNameLst>
                                      </p:cBhvr>
                                      <p:to>
                                        <p:strVal val="visible"/>
                                      </p:to>
                                    </p:set>
                                    <p:anim calcmode="lin" valueType="num">
                                      <p:cBhvr additive="base">
                                        <p:cTn id="31" dur="500" fill="hold"/>
                                        <p:tgtEl>
                                          <p:spTgt spid="1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8">
                                            <p:txEl>
                                              <p:pRg st="6" end="6"/>
                                            </p:txEl>
                                          </p:spTgt>
                                        </p:tgtEl>
                                        <p:attrNameLst>
                                          <p:attrName>style.visibility</p:attrName>
                                        </p:attrNameLst>
                                      </p:cBhvr>
                                      <p:to>
                                        <p:strVal val="visible"/>
                                      </p:to>
                                    </p:set>
                                    <p:anim calcmode="lin" valueType="num">
                                      <p:cBhvr additive="base">
                                        <p:cTn id="35" dur="500" fill="hold"/>
                                        <p:tgtEl>
                                          <p:spTgt spid="18">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8">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8">
                                            <p:txEl>
                                              <p:pRg st="7" end="7"/>
                                            </p:txEl>
                                          </p:spTgt>
                                        </p:tgtEl>
                                        <p:attrNameLst>
                                          <p:attrName>style.visibility</p:attrName>
                                        </p:attrNameLst>
                                      </p:cBhvr>
                                      <p:to>
                                        <p:strVal val="visible"/>
                                      </p:to>
                                    </p:set>
                                    <p:anim calcmode="lin" valueType="num">
                                      <p:cBhvr additive="base">
                                        <p:cTn id="39" dur="500" fill="hold"/>
                                        <p:tgtEl>
                                          <p:spTgt spid="18">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8">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8">
                                            <p:txEl>
                                              <p:pRg st="8" end="8"/>
                                            </p:txEl>
                                          </p:spTgt>
                                        </p:tgtEl>
                                        <p:attrNameLst>
                                          <p:attrName>style.visibility</p:attrName>
                                        </p:attrNameLst>
                                      </p:cBhvr>
                                      <p:to>
                                        <p:strVal val="visible"/>
                                      </p:to>
                                    </p:set>
                                    <p:anim calcmode="lin" valueType="num">
                                      <p:cBhvr additive="base">
                                        <p:cTn id="43" dur="500" fill="hold"/>
                                        <p:tgtEl>
                                          <p:spTgt spid="18">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allAtOnce"/>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506FD-135E-BD18-48C5-C7275689C93C}"/>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45B6D8C4-5AF2-C435-9C41-B74740976A62}"/>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3794457F-61DA-687F-2ED6-899A3859B259}"/>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92E8348B-6609-3B36-6D92-6BEF3D0645ED}"/>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B5C0315C-6C43-47FF-91DA-3CD4CB0C6C66}"/>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21C5D64-C83C-81FD-D6B7-E8410429F51D}"/>
              </a:ext>
            </a:extLst>
          </p:cNvPr>
          <p:cNvSpPr txBox="1"/>
          <p:nvPr/>
        </p:nvSpPr>
        <p:spPr>
          <a:xfrm>
            <a:off x="1143000" y="5466487"/>
            <a:ext cx="1981200" cy="646331"/>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Hạn chế</a:t>
            </a:r>
          </a:p>
        </p:txBody>
      </p:sp>
      <p:sp>
        <p:nvSpPr>
          <p:cNvPr id="18" name="TextBox 17">
            <a:extLst>
              <a:ext uri="{FF2B5EF4-FFF2-40B4-BE49-F238E27FC236}">
                <a16:creationId xmlns:a16="http://schemas.microsoft.com/office/drawing/2014/main" id="{DBA872A8-1D7B-76B7-EF9E-6589938EE873}"/>
              </a:ext>
            </a:extLst>
          </p:cNvPr>
          <p:cNvSpPr txBox="1"/>
          <p:nvPr/>
        </p:nvSpPr>
        <p:spPr>
          <a:xfrm>
            <a:off x="3810000" y="2430905"/>
            <a:ext cx="14249400" cy="2219838"/>
          </a:xfrm>
          <a:prstGeom prst="rect">
            <a:avLst/>
          </a:prstGeom>
          <a:noFill/>
        </p:spPr>
        <p:txBody>
          <a:bodyPr wrap="square" rtlCol="0">
            <a:spAutoFit/>
          </a:bodyPr>
          <a:lstStyle/>
          <a:p>
            <a:pPr marL="342900" lvl="0" indent="-342900" algn="just">
              <a:lnSpc>
                <a:spcPct val="150000"/>
              </a:lnSpc>
              <a:buFont typeface="Times New Roman" panose="02020603050405020304" pitchFamily="18" charset="0"/>
              <a:buChar char="-"/>
            </a:pPr>
            <a:r>
              <a:rPr lang="vi-VN" sz="3200">
                <a:latin typeface="Times New Roman" panose="02020603050405020304" pitchFamily="18" charset="0"/>
                <a:ea typeface="Times New Roman" panose="02020603050405020304" pitchFamily="18" charset="0"/>
              </a:rPr>
              <a:t>Một số tính năng trợ năng chưa được tích hợp</a:t>
            </a:r>
            <a:endParaRPr lang="en-US" sz="3200">
              <a:latin typeface="Times New Roman" panose="02020603050405020304" pitchFamily="18" charset="0"/>
              <a:ea typeface="Times New Roman" panose="02020603050405020304" pitchFamily="18" charset="0"/>
            </a:endParaRPr>
          </a:p>
          <a:p>
            <a:pPr marL="342900" lvl="0" indent="-342900" algn="just">
              <a:lnSpc>
                <a:spcPct val="150000"/>
              </a:lnSpc>
              <a:buFont typeface="Times New Roman" panose="02020603050405020304" pitchFamily="18" charset="0"/>
              <a:buChar char="-"/>
            </a:pPr>
            <a:r>
              <a:rPr lang="en-US" sz="3200">
                <a:latin typeface="Times New Roman" panose="02020603050405020304" pitchFamily="18" charset="0"/>
                <a:ea typeface="Times New Roman" panose="02020603050405020304" pitchFamily="18" charset="0"/>
              </a:rPr>
              <a:t>Chưa hỗ trợ đăng nhập bằng các tài khoản nền tảng hỗ trợ Oauth</a:t>
            </a:r>
          </a:p>
          <a:p>
            <a:pPr marL="342900" lvl="0" indent="-342900" algn="just">
              <a:lnSpc>
                <a:spcPct val="150000"/>
              </a:lnSpc>
              <a:buFont typeface="Times New Roman" panose="02020603050405020304" pitchFamily="18" charset="0"/>
              <a:buChar char="-"/>
            </a:pPr>
            <a:r>
              <a:rPr lang="en-US" sz="3200">
                <a:latin typeface="Times New Roman" panose="02020603050405020304" pitchFamily="18" charset="0"/>
                <a:ea typeface="Times New Roman" panose="02020603050405020304" pitchFamily="18" charset="0"/>
              </a:rPr>
              <a:t>Chưa xác thực email người dung khi đăng ký</a:t>
            </a:r>
            <a:endParaRPr lang="vi-VN" sz="3200">
              <a:latin typeface="Times New Roman" panose="02020603050405020304" pitchFamily="18" charset="0"/>
              <a:ea typeface="Times New Roman" panose="02020603050405020304" pitchFamily="18" charset="0"/>
            </a:endParaRPr>
          </a:p>
        </p:txBody>
      </p:sp>
      <p:grpSp>
        <p:nvGrpSpPr>
          <p:cNvPr id="47" name="Group 46">
            <a:extLst>
              <a:ext uri="{FF2B5EF4-FFF2-40B4-BE49-F238E27FC236}">
                <a16:creationId xmlns:a16="http://schemas.microsoft.com/office/drawing/2014/main" id="{062F12F8-4D46-5013-FF99-3AB7D90EBA39}"/>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B268F26E-7237-5884-4D7C-3F11EF5731EA}"/>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AEB9A2E5-1501-4CC1-9F4C-B294F50D597A}"/>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F10E760C-BD2A-438D-8DF3-443C85D8AE38}"/>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51CC1D9F-F723-83A0-0948-AEE92CED4AE7}"/>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120C68BD-6A8B-E5A3-5DA2-AB0097C555E1}"/>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14EBA2A5-3733-7E1C-D9B1-D52A796E7E61}"/>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E7CD5E90-2022-31DD-93FF-3B19D5FFD82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500E05D7-473B-B522-EE7E-2CD09C0125F0}"/>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5. KẾT LUẬN VÀ ĐỀ NGHỊ</a:t>
            </a:r>
          </a:p>
        </p:txBody>
      </p:sp>
    </p:spTree>
    <p:extLst>
      <p:ext uri="{BB962C8B-B14F-4D97-AF65-F5344CB8AC3E}">
        <p14:creationId xmlns:p14="http://schemas.microsoft.com/office/powerpoint/2010/main" val="4098380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 calcmode="lin" valueType="num">
                                      <p:cBhvr additive="base">
                                        <p:cTn id="11"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anim calcmode="lin" valueType="num">
                                      <p:cBhvr additive="base">
                                        <p:cTn id="15" dur="500" fill="hold"/>
                                        <p:tgtEl>
                                          <p:spTgt spid="18">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8">
                                            <p:txEl>
                                              <p:pRg st="2" end="2"/>
                                            </p:txEl>
                                          </p:spTgt>
                                        </p:tgtEl>
                                        <p:attrNameLst>
                                          <p:attrName>style.visibility</p:attrName>
                                        </p:attrNameLst>
                                      </p:cBhvr>
                                      <p:to>
                                        <p:strVal val="visible"/>
                                      </p:to>
                                    </p:set>
                                    <p:anim calcmode="lin" valueType="num">
                                      <p:cBhvr additive="base">
                                        <p:cTn id="19" dur="500" fill="hold"/>
                                        <p:tgtEl>
                                          <p:spTgt spid="1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allAtOnce"/>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D4141-122C-A504-CFF1-F1FF7DBCACE6}"/>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80894E3F-A694-82FD-3686-D660526AE9EB}"/>
              </a:ext>
            </a:extLst>
          </p:cNvPr>
          <p:cNvSpPr/>
          <p:nvPr/>
        </p:nvSpPr>
        <p:spPr>
          <a:xfrm>
            <a:off x="3810000" y="1188000"/>
            <a:ext cx="14478000" cy="1204805"/>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Rounded Corners 45">
            <a:extLst>
              <a:ext uri="{FF2B5EF4-FFF2-40B4-BE49-F238E27FC236}">
                <a16:creationId xmlns:a16="http://schemas.microsoft.com/office/drawing/2014/main" id="{1BE77764-D741-D379-7DE6-3A5A3191D010}"/>
              </a:ext>
            </a:extLst>
          </p:cNvPr>
          <p:cNvSpPr/>
          <p:nvPr/>
        </p:nvSpPr>
        <p:spPr>
          <a:xfrm>
            <a:off x="3858223" y="1275813"/>
            <a:ext cx="12192000" cy="1020412"/>
          </a:xfrm>
          <a:prstGeom prst="roundRect">
            <a:avLst/>
          </a:prstGeom>
          <a:solidFill>
            <a:srgbClr val="288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Rectangle 43">
            <a:extLst>
              <a:ext uri="{FF2B5EF4-FFF2-40B4-BE49-F238E27FC236}">
                <a16:creationId xmlns:a16="http://schemas.microsoft.com/office/drawing/2014/main" id="{694B4816-10C1-0EDA-43E5-04DF1AD41AD9}"/>
              </a:ext>
            </a:extLst>
          </p:cNvPr>
          <p:cNvSpPr/>
          <p:nvPr/>
        </p:nvSpPr>
        <p:spPr>
          <a:xfrm>
            <a:off x="0" y="2400300"/>
            <a:ext cx="3810000" cy="78867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10">
            <a:extLst>
              <a:ext uri="{FF2B5EF4-FFF2-40B4-BE49-F238E27FC236}">
                <a16:creationId xmlns:a16="http://schemas.microsoft.com/office/drawing/2014/main" id="{2D3C98E8-2502-66D5-E1B8-EE32344CF30B}"/>
              </a:ext>
            </a:extLst>
          </p:cNvPr>
          <p:cNvSpPr txBox="1"/>
          <p:nvPr/>
        </p:nvSpPr>
        <p:spPr>
          <a:xfrm>
            <a:off x="4572000" y="475436"/>
            <a:ext cx="13549652" cy="1450397"/>
          </a:xfrm>
          <a:prstGeom prst="rect">
            <a:avLst/>
          </a:prstGeom>
        </p:spPr>
        <p:txBody>
          <a:bodyPr wrap="square" lIns="0" tIns="0" rIns="0" bIns="0" rtlCol="0" anchor="t">
            <a:spAutoFit/>
          </a:bodyPr>
          <a:lstStyle/>
          <a:p>
            <a:pPr>
              <a:lnSpc>
                <a:spcPct val="130000"/>
              </a:lnSpc>
              <a:spcBef>
                <a:spcPts val="600"/>
              </a:spcBef>
              <a:spcAft>
                <a:spcPts val="600"/>
              </a:spcAft>
            </a:pPr>
            <a:endParaRPr lang="en-US" sz="3600">
              <a:effectLst/>
              <a:latin typeface="Times New Roman" panose="02020603050405020304" pitchFamily="18" charset="0"/>
              <a:ea typeface="Times New Roman" panose="02020603050405020304" pitchFamily="18" charset="0"/>
            </a:endParaRPr>
          </a:p>
          <a:p>
            <a:pPr indent="0">
              <a:lnSpc>
                <a:spcPct val="130000"/>
              </a:lnSpc>
              <a:spcBef>
                <a:spcPts val="600"/>
              </a:spcBef>
              <a:spcAft>
                <a:spcPts val="600"/>
              </a:spcAft>
              <a:buNone/>
            </a:pPr>
            <a:endParaRPr lang="en-US" sz="3200" b="0" i="0">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FA5AA8B-EB44-F055-62AB-8DA28CF3BEAD}"/>
              </a:ext>
            </a:extLst>
          </p:cNvPr>
          <p:cNvSpPr txBox="1"/>
          <p:nvPr/>
        </p:nvSpPr>
        <p:spPr>
          <a:xfrm>
            <a:off x="228600" y="5697319"/>
            <a:ext cx="3352800" cy="646331"/>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Hướng phát triển</a:t>
            </a:r>
          </a:p>
        </p:txBody>
      </p:sp>
      <p:sp>
        <p:nvSpPr>
          <p:cNvPr id="18" name="TextBox 17">
            <a:extLst>
              <a:ext uri="{FF2B5EF4-FFF2-40B4-BE49-F238E27FC236}">
                <a16:creationId xmlns:a16="http://schemas.microsoft.com/office/drawing/2014/main" id="{1C50162C-7436-34E2-8A57-689044972FB3}"/>
              </a:ext>
            </a:extLst>
          </p:cNvPr>
          <p:cNvSpPr txBox="1"/>
          <p:nvPr/>
        </p:nvSpPr>
        <p:spPr>
          <a:xfrm>
            <a:off x="3810000" y="2430905"/>
            <a:ext cx="14249400" cy="3697166"/>
          </a:xfrm>
          <a:prstGeom prst="rect">
            <a:avLst/>
          </a:prstGeom>
          <a:noFill/>
        </p:spPr>
        <p:txBody>
          <a:bodyPr wrap="square" rtlCol="0">
            <a:spAutoFit/>
          </a:bodyPr>
          <a:lstStyle/>
          <a:p>
            <a:pPr marL="342900" lvl="0" indent="-342900" algn="just">
              <a:lnSpc>
                <a:spcPct val="150000"/>
              </a:lnSpc>
              <a:buFont typeface="Times New Roman" panose="02020603050405020304" pitchFamily="18" charset="0"/>
              <a:buChar char="-"/>
            </a:pPr>
            <a:r>
              <a:rPr lang="vi-VN" sz="3200">
                <a:latin typeface="Times New Roman" panose="02020603050405020304" pitchFamily="18" charset="0"/>
                <a:ea typeface="Times New Roman" panose="02020603050405020304" pitchFamily="18" charset="0"/>
              </a:rPr>
              <a:t>Xác thực hai lớp (2FA): Sử dụng mã OTP gửi qua email hoặc SMS để bảo mật tài khoản.</a:t>
            </a:r>
          </a:p>
          <a:p>
            <a:pPr marL="342900" lvl="0" indent="-342900" algn="just">
              <a:lnSpc>
                <a:spcPct val="150000"/>
              </a:lnSpc>
              <a:buFont typeface="Times New Roman" panose="02020603050405020304" pitchFamily="18" charset="0"/>
              <a:buChar char="-"/>
            </a:pPr>
            <a:r>
              <a:rPr lang="vi-VN" sz="3200">
                <a:latin typeface="Times New Roman" panose="02020603050405020304" pitchFamily="18" charset="0"/>
                <a:ea typeface="Times New Roman" panose="02020603050405020304" pitchFamily="18" charset="0"/>
              </a:rPr>
              <a:t>Xác thực OAuth2.0: Cho phép đăng nhập qua Google, Facebook, GitHub.</a:t>
            </a:r>
          </a:p>
          <a:p>
            <a:pPr marL="342900" lvl="0" indent="-342900" algn="just">
              <a:lnSpc>
                <a:spcPct val="150000"/>
              </a:lnSpc>
              <a:buFont typeface="Times New Roman" panose="02020603050405020304" pitchFamily="18" charset="0"/>
              <a:buChar char="-"/>
            </a:pPr>
            <a:r>
              <a:rPr lang="vi-VN" sz="3200">
                <a:latin typeface="Times New Roman" panose="02020603050405020304" pitchFamily="18" charset="0"/>
                <a:ea typeface="Times New Roman" panose="02020603050405020304" pitchFamily="18" charset="0"/>
              </a:rPr>
              <a:t>Thu thập phản hồi: Tích hợp chức năng gửi ý kiến từ app để cải thiện trải nghiệm.</a:t>
            </a:r>
          </a:p>
          <a:p>
            <a:pPr marL="342900" lvl="0" indent="-342900" algn="just">
              <a:lnSpc>
                <a:spcPct val="150000"/>
              </a:lnSpc>
              <a:buFont typeface="Times New Roman" panose="02020603050405020304" pitchFamily="18" charset="0"/>
              <a:buChar char="-"/>
            </a:pPr>
            <a:r>
              <a:rPr lang="vi-VN" sz="3200">
                <a:latin typeface="Times New Roman" panose="02020603050405020304" pitchFamily="18" charset="0"/>
                <a:ea typeface="Times New Roman" panose="02020603050405020304" pitchFamily="18" charset="0"/>
              </a:rPr>
              <a:t>Tối ưu trải nghiệm di động: Nâng cao hiệu năng và khả năng offline.</a:t>
            </a:r>
          </a:p>
        </p:txBody>
      </p:sp>
      <p:grpSp>
        <p:nvGrpSpPr>
          <p:cNvPr id="47" name="Group 46">
            <a:extLst>
              <a:ext uri="{FF2B5EF4-FFF2-40B4-BE49-F238E27FC236}">
                <a16:creationId xmlns:a16="http://schemas.microsoft.com/office/drawing/2014/main" id="{ED19BABB-B2BC-FD41-1E7B-B67E45F0A8AD}"/>
              </a:ext>
            </a:extLst>
          </p:cNvPr>
          <p:cNvGrpSpPr/>
          <p:nvPr/>
        </p:nvGrpSpPr>
        <p:grpSpPr>
          <a:xfrm>
            <a:off x="0" y="0"/>
            <a:ext cx="18360000" cy="1188944"/>
            <a:chOff x="0" y="0"/>
            <a:chExt cx="18360000" cy="1188944"/>
          </a:xfrm>
        </p:grpSpPr>
        <p:sp>
          <p:nvSpPr>
            <p:cNvPr id="48" name="Rectangle 47">
              <a:extLst>
                <a:ext uri="{FF2B5EF4-FFF2-40B4-BE49-F238E27FC236}">
                  <a16:creationId xmlns:a16="http://schemas.microsoft.com/office/drawing/2014/main" id="{D0802C02-31F5-461B-8CC9-AEB6F7DC6191}"/>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48">
              <a:extLst>
                <a:ext uri="{FF2B5EF4-FFF2-40B4-BE49-F238E27FC236}">
                  <a16:creationId xmlns:a16="http://schemas.microsoft.com/office/drawing/2014/main" id="{6B27BFD4-4020-F391-691D-70D2577BD6ED}"/>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Rectangle 49">
              <a:extLst>
                <a:ext uri="{FF2B5EF4-FFF2-40B4-BE49-F238E27FC236}">
                  <a16:creationId xmlns:a16="http://schemas.microsoft.com/office/drawing/2014/main" id="{86004BDC-08C2-DECF-3C70-261A9862EC24}"/>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Rectangle 50">
              <a:extLst>
                <a:ext uri="{FF2B5EF4-FFF2-40B4-BE49-F238E27FC236}">
                  <a16:creationId xmlns:a16="http://schemas.microsoft.com/office/drawing/2014/main" id="{60739424-6BD8-A7AF-BBA1-DF3F4EDA1753}"/>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52" name="Oval 51">
            <a:extLst>
              <a:ext uri="{FF2B5EF4-FFF2-40B4-BE49-F238E27FC236}">
                <a16:creationId xmlns:a16="http://schemas.microsoft.com/office/drawing/2014/main" id="{974089B6-1466-CB0C-6739-88E3D84CBC4C}"/>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53" name="TextBox 52">
            <a:extLst>
              <a:ext uri="{FF2B5EF4-FFF2-40B4-BE49-F238E27FC236}">
                <a16:creationId xmlns:a16="http://schemas.microsoft.com/office/drawing/2014/main" id="{9A712D5D-9C60-779E-461F-F3E810AFE060}"/>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54" name="Picture 53">
            <a:extLst>
              <a:ext uri="{FF2B5EF4-FFF2-40B4-BE49-F238E27FC236}">
                <a16:creationId xmlns:a16="http://schemas.microsoft.com/office/drawing/2014/main" id="{AC6DA044-79FD-C751-40D4-07072D520C3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sp>
        <p:nvSpPr>
          <p:cNvPr id="2" name="TextBox 1">
            <a:extLst>
              <a:ext uri="{FF2B5EF4-FFF2-40B4-BE49-F238E27FC236}">
                <a16:creationId xmlns:a16="http://schemas.microsoft.com/office/drawing/2014/main" id="{18392500-7BFA-165E-2CD7-863BE6F51099}"/>
              </a:ext>
            </a:extLst>
          </p:cNvPr>
          <p:cNvSpPr txBox="1"/>
          <p:nvPr/>
        </p:nvSpPr>
        <p:spPr>
          <a:xfrm>
            <a:off x="3858222" y="1463633"/>
            <a:ext cx="11534177" cy="646331"/>
          </a:xfrm>
          <a:prstGeom prst="rect">
            <a:avLst/>
          </a:prstGeom>
          <a:noFill/>
        </p:spPr>
        <p:txBody>
          <a:bodyPr wrap="square" rtlCol="0">
            <a:spAutoFit/>
          </a:bodyPr>
          <a:lstStyle/>
          <a:p>
            <a:r>
              <a:rPr lang="en-US" sz="3600">
                <a:solidFill>
                  <a:schemeClr val="bg1"/>
                </a:solidFill>
                <a:latin typeface="Times New Roman" panose="02020603050405020304" pitchFamily="18" charset="0"/>
                <a:cs typeface="Times New Roman" panose="02020603050405020304" pitchFamily="18" charset="0"/>
              </a:rPr>
              <a:t>5. KẾT LUẬN VÀ ĐỀ NGHỊ</a:t>
            </a:r>
          </a:p>
        </p:txBody>
      </p:sp>
    </p:spTree>
    <p:extLst>
      <p:ext uri="{BB962C8B-B14F-4D97-AF65-F5344CB8AC3E}">
        <p14:creationId xmlns:p14="http://schemas.microsoft.com/office/powerpoint/2010/main" val="34769684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 calcmode="lin" valueType="num">
                                      <p:cBhvr additive="base">
                                        <p:cTn id="11"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anim calcmode="lin" valueType="num">
                                      <p:cBhvr additive="base">
                                        <p:cTn id="15" dur="500" fill="hold"/>
                                        <p:tgtEl>
                                          <p:spTgt spid="18">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8">
                                            <p:txEl>
                                              <p:pRg st="2" end="2"/>
                                            </p:txEl>
                                          </p:spTgt>
                                        </p:tgtEl>
                                        <p:attrNameLst>
                                          <p:attrName>style.visibility</p:attrName>
                                        </p:attrNameLst>
                                      </p:cBhvr>
                                      <p:to>
                                        <p:strVal val="visible"/>
                                      </p:to>
                                    </p:set>
                                    <p:anim calcmode="lin" valueType="num">
                                      <p:cBhvr additive="base">
                                        <p:cTn id="19" dur="500" fill="hold"/>
                                        <p:tgtEl>
                                          <p:spTgt spid="1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8">
                                            <p:txEl>
                                              <p:pRg st="3" end="3"/>
                                            </p:txEl>
                                          </p:spTgt>
                                        </p:tgtEl>
                                        <p:attrNameLst>
                                          <p:attrName>style.visibility</p:attrName>
                                        </p:attrNameLst>
                                      </p:cBhvr>
                                      <p:to>
                                        <p:strVal val="visible"/>
                                      </p:to>
                                    </p:set>
                                    <p:anim calcmode="lin" valueType="num">
                                      <p:cBhvr additive="base">
                                        <p:cTn id="23" dur="500" fill="hold"/>
                                        <p:tgtEl>
                                          <p:spTgt spid="18">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allAtOnce"/>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F19FA-D268-EF91-FD4D-693FA8203370}"/>
            </a:ext>
          </a:extLst>
        </p:cNvPr>
        <p:cNvGrpSpPr/>
        <p:nvPr/>
      </p:nvGrpSpPr>
      <p:grpSpPr>
        <a:xfrm>
          <a:off x="0" y="0"/>
          <a:ext cx="0" cy="0"/>
          <a:chOff x="0" y="0"/>
          <a:chExt cx="0" cy="0"/>
        </a:xfrm>
      </p:grpSpPr>
      <p:grpSp>
        <p:nvGrpSpPr>
          <p:cNvPr id="27" name="Group 26">
            <a:extLst>
              <a:ext uri="{FF2B5EF4-FFF2-40B4-BE49-F238E27FC236}">
                <a16:creationId xmlns:a16="http://schemas.microsoft.com/office/drawing/2014/main" id="{26258D74-D495-0ECF-7D55-A5E5B6F81B4B}"/>
              </a:ext>
            </a:extLst>
          </p:cNvPr>
          <p:cNvGrpSpPr/>
          <p:nvPr/>
        </p:nvGrpSpPr>
        <p:grpSpPr>
          <a:xfrm>
            <a:off x="0" y="0"/>
            <a:ext cx="18360000" cy="1188944"/>
            <a:chOff x="0" y="0"/>
            <a:chExt cx="18360000" cy="1188944"/>
          </a:xfrm>
        </p:grpSpPr>
        <p:sp>
          <p:nvSpPr>
            <p:cNvPr id="28" name="Rectangle 27">
              <a:extLst>
                <a:ext uri="{FF2B5EF4-FFF2-40B4-BE49-F238E27FC236}">
                  <a16:creationId xmlns:a16="http://schemas.microsoft.com/office/drawing/2014/main" id="{E0B4E583-9A7F-BFF7-67EA-CAF0B28E55AE}"/>
                </a:ext>
              </a:extLst>
            </p:cNvPr>
            <p:cNvSpPr/>
            <p:nvPr/>
          </p:nvSpPr>
          <p:spPr>
            <a:xfrm>
              <a:off x="0" y="0"/>
              <a:ext cx="18360000" cy="1188000"/>
            </a:xfrm>
            <a:prstGeom prst="rect">
              <a:avLst/>
            </a:prstGeom>
            <a:solidFill>
              <a:srgbClr val="E6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9" name="Rectangle 28">
              <a:extLst>
                <a:ext uri="{FF2B5EF4-FFF2-40B4-BE49-F238E27FC236}">
                  <a16:creationId xmlns:a16="http://schemas.microsoft.com/office/drawing/2014/main" id="{A902E67F-EF25-B0F8-3E2F-55C0B59188EB}"/>
                </a:ext>
              </a:extLst>
            </p:cNvPr>
            <p:cNvSpPr/>
            <p:nvPr/>
          </p:nvSpPr>
          <p:spPr>
            <a:xfrm>
              <a:off x="0" y="1116944"/>
              <a:ext cx="18360000" cy="72000"/>
            </a:xfrm>
            <a:prstGeom prst="rect">
              <a:avLst/>
            </a:prstGeom>
            <a:solidFill>
              <a:srgbClr val="583F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0" name="Rectangle 29">
              <a:extLst>
                <a:ext uri="{FF2B5EF4-FFF2-40B4-BE49-F238E27FC236}">
                  <a16:creationId xmlns:a16="http://schemas.microsoft.com/office/drawing/2014/main" id="{27325755-1079-3B89-AA35-45CF6EE003E4}"/>
                </a:ext>
              </a:extLst>
            </p:cNvPr>
            <p:cNvSpPr/>
            <p:nvPr/>
          </p:nvSpPr>
          <p:spPr>
            <a:xfrm>
              <a:off x="0" y="1045887"/>
              <a:ext cx="18360000" cy="72000"/>
            </a:xfrm>
            <a:prstGeom prst="rect">
              <a:avLst/>
            </a:prstGeom>
            <a:solidFill>
              <a:srgbClr val="007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 name="Rectangle 30">
              <a:extLst>
                <a:ext uri="{FF2B5EF4-FFF2-40B4-BE49-F238E27FC236}">
                  <a16:creationId xmlns:a16="http://schemas.microsoft.com/office/drawing/2014/main" id="{D0BCF3E6-0AAF-2888-C813-322E4FF8C29E}"/>
                </a:ext>
              </a:extLst>
            </p:cNvPr>
            <p:cNvSpPr/>
            <p:nvPr/>
          </p:nvSpPr>
          <p:spPr>
            <a:xfrm>
              <a:off x="0" y="976498"/>
              <a:ext cx="18360000" cy="72000"/>
            </a:xfrm>
            <a:prstGeom prst="rect">
              <a:avLst/>
            </a:prstGeom>
            <a:solidFill>
              <a:srgbClr val="FCAF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32" name="Oval 31">
            <a:extLst>
              <a:ext uri="{FF2B5EF4-FFF2-40B4-BE49-F238E27FC236}">
                <a16:creationId xmlns:a16="http://schemas.microsoft.com/office/drawing/2014/main" id="{DB80DE44-58ED-2CA5-C98A-8AF1C82A820A}"/>
              </a:ext>
            </a:extLst>
          </p:cNvPr>
          <p:cNvSpPr/>
          <p:nvPr/>
        </p:nvSpPr>
        <p:spPr>
          <a:xfrm>
            <a:off x="12335113" y="5574"/>
            <a:ext cx="954107" cy="957984"/>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uli Bold" panose="020B0604020202020204" charset="0"/>
            </a:endParaRPr>
          </a:p>
        </p:txBody>
      </p:sp>
      <p:sp>
        <p:nvSpPr>
          <p:cNvPr id="33" name="TextBox 32">
            <a:extLst>
              <a:ext uri="{FF2B5EF4-FFF2-40B4-BE49-F238E27FC236}">
                <a16:creationId xmlns:a16="http://schemas.microsoft.com/office/drawing/2014/main" id="{1F591517-0675-A8D6-FDA3-082DB9173C07}"/>
              </a:ext>
            </a:extLst>
          </p:cNvPr>
          <p:cNvSpPr txBox="1"/>
          <p:nvPr/>
        </p:nvSpPr>
        <p:spPr>
          <a:xfrm>
            <a:off x="5976814" y="0"/>
            <a:ext cx="6358299" cy="1031051"/>
          </a:xfrm>
          <a:prstGeom prst="rect">
            <a:avLst/>
          </a:prstGeom>
          <a:noFill/>
        </p:spPr>
        <p:txBody>
          <a:bodyPr wrap="square" rtlCol="0">
            <a:spAutoFit/>
          </a:bodyPr>
          <a:lstStyle/>
          <a:p>
            <a:pPr algn="ctr"/>
            <a:r>
              <a:rPr lang="en-US" sz="2800" b="1" dirty="0">
                <a:solidFill>
                  <a:srgbClr val="583F3B"/>
                </a:solidFill>
                <a:latin typeface="Arial" panose="020B0604020202020204" pitchFamily="34" charset="0"/>
                <a:cs typeface="Arial" panose="020B0604020202020204" pitchFamily="34" charset="0"/>
              </a:rPr>
              <a:t>HỌC VIỆN NÔNG NGHIỆP VIỆT NAM</a:t>
            </a:r>
          </a:p>
          <a:p>
            <a:pPr algn="ctr">
              <a:spcBef>
                <a:spcPts val="600"/>
              </a:spcBef>
            </a:pPr>
            <a:r>
              <a:rPr lang="en-US" sz="2800" b="1" dirty="0">
                <a:solidFill>
                  <a:srgbClr val="583F3B"/>
                </a:solidFill>
                <a:latin typeface="Arial" panose="020B0604020202020204" pitchFamily="34" charset="0"/>
                <a:cs typeface="Arial" panose="020B0604020202020204" pitchFamily="34" charset="0"/>
              </a:rPr>
              <a:t>KHOA CÔNG NGHỆ THÔNG TIN</a:t>
            </a:r>
          </a:p>
        </p:txBody>
      </p:sp>
      <p:pic>
        <p:nvPicPr>
          <p:cNvPr id="34" name="Picture 33">
            <a:extLst>
              <a:ext uri="{FF2B5EF4-FFF2-40B4-BE49-F238E27FC236}">
                <a16:creationId xmlns:a16="http://schemas.microsoft.com/office/drawing/2014/main" id="{4183D0BF-5351-50A5-9144-8630F9D2B9F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1757" y="8464"/>
            <a:ext cx="954107" cy="954107"/>
          </a:xfrm>
          <a:prstGeom prst="rect">
            <a:avLst/>
          </a:prstGeom>
        </p:spPr>
      </p:pic>
      <p:grpSp>
        <p:nvGrpSpPr>
          <p:cNvPr id="11" name="Group 10">
            <a:extLst>
              <a:ext uri="{FF2B5EF4-FFF2-40B4-BE49-F238E27FC236}">
                <a16:creationId xmlns:a16="http://schemas.microsoft.com/office/drawing/2014/main" id="{6D7747C1-F350-05A8-C16A-407403D25E29}"/>
              </a:ext>
            </a:extLst>
          </p:cNvPr>
          <p:cNvGrpSpPr/>
          <p:nvPr/>
        </p:nvGrpSpPr>
        <p:grpSpPr>
          <a:xfrm rot="1545610">
            <a:off x="16074117" y="6800148"/>
            <a:ext cx="3821898" cy="3309783"/>
            <a:chOff x="0" y="0"/>
            <a:chExt cx="3619627" cy="3134614"/>
          </a:xfrm>
          <a:solidFill>
            <a:srgbClr val="FCAF17"/>
          </a:solidFill>
        </p:grpSpPr>
        <p:sp>
          <p:nvSpPr>
            <p:cNvPr id="12" name="Freeform 11">
              <a:extLst>
                <a:ext uri="{FF2B5EF4-FFF2-40B4-BE49-F238E27FC236}">
                  <a16:creationId xmlns:a16="http://schemas.microsoft.com/office/drawing/2014/main" id="{02C20A93-E610-A382-B14C-B4159CE044A0}"/>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grpFill/>
          </p:spPr>
          <p:txBody>
            <a:bodyPr/>
            <a:lstStyle/>
            <a:p>
              <a:endParaRPr lang="en-US"/>
            </a:p>
          </p:txBody>
        </p:sp>
      </p:grpSp>
      <p:grpSp>
        <p:nvGrpSpPr>
          <p:cNvPr id="13" name="Group 2">
            <a:extLst>
              <a:ext uri="{FF2B5EF4-FFF2-40B4-BE49-F238E27FC236}">
                <a16:creationId xmlns:a16="http://schemas.microsoft.com/office/drawing/2014/main" id="{0F53253A-3C37-FDBA-2C1D-44E35CE0A741}"/>
              </a:ext>
            </a:extLst>
          </p:cNvPr>
          <p:cNvGrpSpPr/>
          <p:nvPr/>
        </p:nvGrpSpPr>
        <p:grpSpPr>
          <a:xfrm>
            <a:off x="1796819" y="3036705"/>
            <a:ext cx="14766361" cy="4525690"/>
            <a:chOff x="770160" y="-108092"/>
            <a:chExt cx="19688479" cy="6034253"/>
          </a:xfrm>
        </p:grpSpPr>
        <p:sp>
          <p:nvSpPr>
            <p:cNvPr id="14" name="TextBox 3">
              <a:extLst>
                <a:ext uri="{FF2B5EF4-FFF2-40B4-BE49-F238E27FC236}">
                  <a16:creationId xmlns:a16="http://schemas.microsoft.com/office/drawing/2014/main" id="{5FDCE334-8BA4-045A-3CDB-FD308E979023}"/>
                </a:ext>
              </a:extLst>
            </p:cNvPr>
            <p:cNvSpPr txBox="1"/>
            <p:nvPr/>
          </p:nvSpPr>
          <p:spPr>
            <a:xfrm>
              <a:off x="8839200" y="4455673"/>
              <a:ext cx="11232775" cy="1470488"/>
            </a:xfrm>
            <a:prstGeom prst="rect">
              <a:avLst/>
            </a:prstGeom>
          </p:spPr>
          <p:txBody>
            <a:bodyPr wrap="square" lIns="0" tIns="0" rIns="0" bIns="0" rtlCol="0" anchor="t">
              <a:spAutoFit/>
            </a:bodyPr>
            <a:lstStyle/>
            <a:p>
              <a:pPr>
                <a:lnSpc>
                  <a:spcPts val="4320"/>
                </a:lnSpc>
                <a:spcBef>
                  <a:spcPct val="0"/>
                </a:spcBef>
              </a:pPr>
              <a:r>
                <a:rPr lang="vi-VN" sz="3600" dirty="0">
                  <a:latin typeface="Times New Roman" panose="02020603050405020304" pitchFamily="18" charset="0"/>
                  <a:cs typeface="Times New Roman" panose="02020603050405020304" pitchFamily="18" charset="0"/>
                </a:rPr>
                <a:t>G</a:t>
              </a:r>
              <a:r>
                <a:rPr lang="en-US" sz="3600" dirty="0" err="1">
                  <a:latin typeface="Times New Roman" panose="02020603050405020304" pitchFamily="18" charset="0"/>
                  <a:cs typeface="Times New Roman" panose="02020603050405020304" pitchFamily="18" charset="0"/>
                </a:rPr>
                <a:t>iảng</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viên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hướng</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dẫn</a:t>
              </a:r>
              <a:r>
                <a:rPr lang="vi-VN" sz="3600" dirty="0">
                  <a:latin typeface="Times New Roman" panose="02020603050405020304" pitchFamily="18" charset="0"/>
                  <a:cs typeface="Times New Roman" panose="02020603050405020304" pitchFamily="18" charset="0"/>
                </a:rPr>
                <a:t>: ThS </a:t>
              </a:r>
              <a:r>
                <a:rPr lang="en-US" sz="3600" dirty="0">
                  <a:latin typeface="Times New Roman" panose="02020603050405020304" pitchFamily="18" charset="0"/>
                  <a:cs typeface="Times New Roman" panose="02020603050405020304" pitchFamily="18" charset="0"/>
                </a:rPr>
                <a:t>Nguyễn Thị Lan</a:t>
              </a:r>
            </a:p>
            <a:p>
              <a:pPr>
                <a:lnSpc>
                  <a:spcPts val="4320"/>
                </a:lnSpc>
                <a:spcBef>
                  <a:spcPct val="0"/>
                </a:spcBef>
              </a:pPr>
              <a:r>
                <a:rPr lang="en-US" sz="3600" dirty="0">
                  <a:latin typeface="Times New Roman" panose="02020603050405020304" pitchFamily="18" charset="0"/>
                  <a:cs typeface="Times New Roman" panose="02020603050405020304" pitchFamily="18" charset="0"/>
                </a:rPr>
                <a:t>Sinh </a:t>
              </a:r>
              <a:r>
                <a:rPr lang="en-US" sz="3600" dirty="0" err="1">
                  <a:latin typeface="Times New Roman" panose="02020603050405020304" pitchFamily="18" charset="0"/>
                  <a:cs typeface="Times New Roman" panose="02020603050405020304" pitchFamily="18" charset="0"/>
                </a:rPr>
                <a:t>viên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Trần</a:t>
              </a:r>
              <a:r>
                <a:rPr lang="en-US" sz="3600" dirty="0">
                  <a:latin typeface="Times New Roman" panose="02020603050405020304" pitchFamily="18" charset="0"/>
                  <a:cs typeface="Times New Roman" panose="02020603050405020304" pitchFamily="18" charset="0"/>
                </a:rPr>
                <a:t> Nguyễn Minh Hùng</a:t>
              </a:r>
            </a:p>
          </p:txBody>
        </p:sp>
        <p:sp>
          <p:nvSpPr>
            <p:cNvPr id="15" name="TextBox 4">
              <a:extLst>
                <a:ext uri="{FF2B5EF4-FFF2-40B4-BE49-F238E27FC236}">
                  <a16:creationId xmlns:a16="http://schemas.microsoft.com/office/drawing/2014/main" id="{73ED8446-CC80-BE25-C2BF-144064A2FBAE}"/>
                </a:ext>
              </a:extLst>
            </p:cNvPr>
            <p:cNvSpPr txBox="1"/>
            <p:nvPr/>
          </p:nvSpPr>
          <p:spPr>
            <a:xfrm>
              <a:off x="770160" y="-108092"/>
              <a:ext cx="19688479" cy="3564309"/>
            </a:xfrm>
            <a:prstGeom prst="rect">
              <a:avLst/>
            </a:prstGeom>
          </p:spPr>
          <p:txBody>
            <a:bodyPr lIns="0" tIns="0" rIns="0" bIns="0" rtlCol="0" anchor="t">
              <a:spAutoFit/>
            </a:bodyPr>
            <a:lstStyle/>
            <a:p>
              <a:pPr>
                <a:lnSpc>
                  <a:spcPts val="10790"/>
                </a:lnSpc>
              </a:pPr>
              <a:r>
                <a:rPr lang="en-US" sz="8300" dirty="0" err="1">
                  <a:latin typeface="Times New Roman" panose="02020603050405020304" pitchFamily="18" charset="0"/>
                  <a:cs typeface="Times New Roman" panose="02020603050405020304" pitchFamily="18" charset="0"/>
                </a:rPr>
                <a:t>Em</a:t>
              </a:r>
              <a:r>
                <a:rPr lang="en-US" sz="8300" dirty="0">
                  <a:latin typeface="Times New Roman" panose="02020603050405020304" pitchFamily="18" charset="0"/>
                  <a:cs typeface="Times New Roman" panose="02020603050405020304" pitchFamily="18" charset="0"/>
                </a:rPr>
                <a:t> </a:t>
              </a:r>
              <a:r>
                <a:rPr lang="en-US" sz="8300" dirty="0" err="1">
                  <a:latin typeface="Times New Roman" panose="02020603050405020304" pitchFamily="18" charset="0"/>
                  <a:cs typeface="Times New Roman" panose="02020603050405020304" pitchFamily="18" charset="0"/>
                </a:rPr>
                <a:t>xin</a:t>
              </a:r>
              <a:r>
                <a:rPr lang="en-US" sz="8300" dirty="0">
                  <a:latin typeface="Times New Roman" panose="02020603050405020304" pitchFamily="18" charset="0"/>
                  <a:cs typeface="Times New Roman" panose="02020603050405020304" pitchFamily="18" charset="0"/>
                </a:rPr>
                <a:t> </a:t>
              </a:r>
              <a:r>
                <a:rPr lang="en-US" sz="8300" dirty="0" err="1">
                  <a:latin typeface="Times New Roman" panose="02020603050405020304" pitchFamily="18" charset="0"/>
                  <a:cs typeface="Times New Roman" panose="02020603050405020304" pitchFamily="18" charset="0"/>
                </a:rPr>
                <a:t>trân</a:t>
              </a:r>
              <a:r>
                <a:rPr lang="en-US" sz="8300" dirty="0">
                  <a:latin typeface="Times New Roman" panose="02020603050405020304" pitchFamily="18" charset="0"/>
                  <a:cs typeface="Times New Roman" panose="02020603050405020304" pitchFamily="18" charset="0"/>
                </a:rPr>
                <a:t> </a:t>
              </a:r>
              <a:r>
                <a:rPr lang="en-US" sz="8300" dirty="0" err="1">
                  <a:latin typeface="Times New Roman" panose="02020603050405020304" pitchFamily="18" charset="0"/>
                  <a:cs typeface="Times New Roman" panose="02020603050405020304" pitchFamily="18" charset="0"/>
                </a:rPr>
                <a:t>trọng</a:t>
              </a:r>
              <a:r>
                <a:rPr lang="en-US" sz="8300" dirty="0">
                  <a:latin typeface="Times New Roman" panose="02020603050405020304" pitchFamily="18" charset="0"/>
                  <a:cs typeface="Times New Roman" panose="02020603050405020304" pitchFamily="18" charset="0"/>
                </a:rPr>
                <a:t> </a:t>
              </a:r>
              <a:r>
                <a:rPr lang="vi-VN" sz="8300" dirty="0">
                  <a:latin typeface="Times New Roman" panose="02020603050405020304" pitchFamily="18" charset="0"/>
                  <a:cs typeface="Times New Roman" panose="02020603050405020304" pitchFamily="18" charset="0"/>
                </a:rPr>
                <a:t>cảm </a:t>
              </a:r>
              <a:r>
                <a:rPr lang="vi-VN" sz="8300">
                  <a:latin typeface="Times New Roman" panose="02020603050405020304" pitchFamily="18" charset="0"/>
                  <a:cs typeface="Times New Roman" panose="02020603050405020304" pitchFamily="18" charset="0"/>
                </a:rPr>
                <a:t>ơn</a:t>
              </a:r>
              <a:r>
                <a:rPr lang="en-US" sz="8300">
                  <a:latin typeface="Times New Roman" panose="02020603050405020304" pitchFamily="18" charset="0"/>
                  <a:cs typeface="Times New Roman" panose="02020603050405020304" pitchFamily="18" charset="0"/>
                </a:rPr>
                <a:t> sự lắng </a:t>
              </a:r>
              <a:r>
                <a:rPr lang="en-US" sz="8300" dirty="0" err="1">
                  <a:latin typeface="Times New Roman" panose="02020603050405020304" pitchFamily="18" charset="0"/>
                  <a:cs typeface="Times New Roman" panose="02020603050405020304" pitchFamily="18" charset="0"/>
                </a:rPr>
                <a:t>nghe</a:t>
              </a:r>
              <a:r>
                <a:rPr lang="en-US" sz="8300" dirty="0">
                  <a:latin typeface="Times New Roman" panose="02020603050405020304" pitchFamily="18" charset="0"/>
                  <a:cs typeface="Times New Roman" panose="02020603050405020304" pitchFamily="18" charset="0"/>
                </a:rPr>
                <a:t> </a:t>
              </a:r>
              <a:r>
                <a:rPr lang="en-US" sz="8300" dirty="0" err="1">
                  <a:latin typeface="Times New Roman" panose="02020603050405020304" pitchFamily="18" charset="0"/>
                  <a:cs typeface="Times New Roman" panose="02020603050405020304" pitchFamily="18" charset="0"/>
                </a:rPr>
                <a:t>của</a:t>
              </a:r>
              <a:r>
                <a:rPr lang="en-US" sz="8300" dirty="0">
                  <a:latin typeface="Times New Roman" panose="02020603050405020304" pitchFamily="18" charset="0"/>
                  <a:cs typeface="Times New Roman" panose="02020603050405020304" pitchFamily="18" charset="0"/>
                </a:rPr>
                <a:t> </a:t>
              </a:r>
              <a:r>
                <a:rPr lang="en-US" sz="8300" dirty="0" err="1">
                  <a:latin typeface="Times New Roman" panose="02020603050405020304" pitchFamily="18" charset="0"/>
                  <a:cs typeface="Times New Roman" panose="02020603050405020304" pitchFamily="18" charset="0"/>
                </a:rPr>
                <a:t>Thầy</a:t>
              </a:r>
              <a:r>
                <a:rPr lang="en-US" sz="8300" dirty="0">
                  <a:latin typeface="Times New Roman" panose="02020603050405020304" pitchFamily="18" charset="0"/>
                  <a:cs typeface="Times New Roman" panose="02020603050405020304" pitchFamily="18" charset="0"/>
                </a:rPr>
                <a:t> </a:t>
              </a:r>
              <a:r>
                <a:rPr lang="en-US" sz="8300" dirty="0" err="1">
                  <a:latin typeface="Times New Roman" panose="02020603050405020304" pitchFamily="18" charset="0"/>
                  <a:cs typeface="Times New Roman" panose="02020603050405020304" pitchFamily="18" charset="0"/>
                </a:rPr>
                <a:t>Cô</a:t>
              </a:r>
              <a:r>
                <a:rPr lang="en-US" sz="8300" dirty="0">
                  <a:latin typeface="Times New Roman" panose="02020603050405020304" pitchFamily="18" charset="0"/>
                  <a:cs typeface="Times New Roman" panose="02020603050405020304" pitchFamily="18" charset="0"/>
                </a:rPr>
                <a:t> </a:t>
              </a:r>
              <a:r>
                <a:rPr lang="en-US" sz="8300" dirty="0" err="1">
                  <a:latin typeface="Times New Roman" panose="02020603050405020304" pitchFamily="18" charset="0"/>
                  <a:cs typeface="Times New Roman" panose="02020603050405020304" pitchFamily="18" charset="0"/>
                </a:rPr>
                <a:t>và</a:t>
              </a:r>
              <a:r>
                <a:rPr lang="en-US" sz="8300" dirty="0">
                  <a:latin typeface="Times New Roman" panose="02020603050405020304" pitchFamily="18" charset="0"/>
                  <a:cs typeface="Times New Roman" panose="02020603050405020304" pitchFamily="18" charset="0"/>
                </a:rPr>
                <a:t> </a:t>
              </a:r>
              <a:r>
                <a:rPr lang="en-US" sz="8300" dirty="0" err="1">
                  <a:latin typeface="Times New Roman" panose="02020603050405020304" pitchFamily="18" charset="0"/>
                  <a:cs typeface="Times New Roman" panose="02020603050405020304" pitchFamily="18" charset="0"/>
                </a:rPr>
                <a:t>các</a:t>
              </a:r>
              <a:r>
                <a:rPr lang="en-US" sz="8300" dirty="0">
                  <a:latin typeface="Times New Roman" panose="02020603050405020304" pitchFamily="18" charset="0"/>
                  <a:cs typeface="Times New Roman" panose="02020603050405020304" pitchFamily="18" charset="0"/>
                </a:rPr>
                <a:t> </a:t>
              </a:r>
              <a:r>
                <a:rPr lang="en-US" sz="8300" dirty="0" err="1">
                  <a:latin typeface="Times New Roman" panose="02020603050405020304" pitchFamily="18" charset="0"/>
                  <a:cs typeface="Times New Roman" panose="02020603050405020304" pitchFamily="18" charset="0"/>
                </a:rPr>
                <a:t>bạn</a:t>
              </a:r>
              <a:r>
                <a:rPr lang="vi-VN" sz="8300" dirty="0">
                  <a:latin typeface="Times New Roman" panose="02020603050405020304" pitchFamily="18" charset="0"/>
                  <a:cs typeface="Times New Roman" panose="02020603050405020304" pitchFamily="18" charset="0"/>
                </a:rPr>
                <a:t>!</a:t>
              </a:r>
              <a:endParaRPr lang="en-US" sz="8300" dirty="0">
                <a:latin typeface="Times New Roman" panose="02020603050405020304" pitchFamily="18" charset="0"/>
                <a:cs typeface="Times New Roman" panose="02020603050405020304" pitchFamily="18" charset="0"/>
              </a:endParaRPr>
            </a:p>
          </p:txBody>
        </p:sp>
      </p:grpSp>
      <p:grpSp>
        <p:nvGrpSpPr>
          <p:cNvPr id="16" name="Group 6">
            <a:extLst>
              <a:ext uri="{FF2B5EF4-FFF2-40B4-BE49-F238E27FC236}">
                <a16:creationId xmlns:a16="http://schemas.microsoft.com/office/drawing/2014/main" id="{5E5B3D54-7FEC-8624-58C7-BB061E84B982}"/>
              </a:ext>
            </a:extLst>
          </p:cNvPr>
          <p:cNvGrpSpPr/>
          <p:nvPr/>
        </p:nvGrpSpPr>
        <p:grpSpPr>
          <a:xfrm rot="1508008">
            <a:off x="14129092" y="7893231"/>
            <a:ext cx="4724282" cy="3998659"/>
            <a:chOff x="0" y="0"/>
            <a:chExt cx="3619627" cy="3134614"/>
          </a:xfrm>
          <a:solidFill>
            <a:srgbClr val="007A48"/>
          </a:solidFill>
        </p:grpSpPr>
        <p:sp>
          <p:nvSpPr>
            <p:cNvPr id="17" name="Freeform 7">
              <a:extLst>
                <a:ext uri="{FF2B5EF4-FFF2-40B4-BE49-F238E27FC236}">
                  <a16:creationId xmlns:a16="http://schemas.microsoft.com/office/drawing/2014/main" id="{2B494DBE-F778-C7FA-32B4-83C1B7494755}"/>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grpFill/>
          </p:spPr>
          <p:txBody>
            <a:bodyPr/>
            <a:lstStyle/>
            <a:p>
              <a:endParaRPr lang="en-US"/>
            </a:p>
          </p:txBody>
        </p:sp>
      </p:grpSp>
      <p:grpSp>
        <p:nvGrpSpPr>
          <p:cNvPr id="18" name="Group 8">
            <a:extLst>
              <a:ext uri="{FF2B5EF4-FFF2-40B4-BE49-F238E27FC236}">
                <a16:creationId xmlns:a16="http://schemas.microsoft.com/office/drawing/2014/main" id="{8DAA51C9-C668-FD81-22AA-2E56165EB775}"/>
              </a:ext>
            </a:extLst>
          </p:cNvPr>
          <p:cNvGrpSpPr/>
          <p:nvPr/>
        </p:nvGrpSpPr>
        <p:grpSpPr>
          <a:xfrm rot="1637264">
            <a:off x="11126274" y="9293410"/>
            <a:ext cx="7231083" cy="5869898"/>
            <a:chOff x="0" y="0"/>
            <a:chExt cx="3619627" cy="3134614"/>
          </a:xfrm>
          <a:solidFill>
            <a:srgbClr val="583F3B"/>
          </a:solidFill>
        </p:grpSpPr>
        <p:sp>
          <p:nvSpPr>
            <p:cNvPr id="19" name="Freeform 9">
              <a:extLst>
                <a:ext uri="{FF2B5EF4-FFF2-40B4-BE49-F238E27FC236}">
                  <a16:creationId xmlns:a16="http://schemas.microsoft.com/office/drawing/2014/main" id="{1457ADC0-2BED-39D2-D4CB-5C7BE05FF7D1}"/>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grpFill/>
          </p:spPr>
          <p:txBody>
            <a:bodyPr/>
            <a:lstStyle/>
            <a:p>
              <a:endParaRPr lang="en-US"/>
            </a:p>
          </p:txBody>
        </p:sp>
      </p:grpSp>
    </p:spTree>
    <p:extLst>
      <p:ext uri="{BB962C8B-B14F-4D97-AF65-F5344CB8AC3E}">
        <p14:creationId xmlns:p14="http://schemas.microsoft.com/office/powerpoint/2010/main" val="15923559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2519</TotalTime>
  <Words>2532</Words>
  <Application>Microsoft Office PowerPoint</Application>
  <PresentationFormat>Custom</PresentationFormat>
  <Paragraphs>365</Paragraphs>
  <Slides>44</Slides>
  <Notes>44</Notes>
  <HiddenSlides>12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Times New Roman</vt:lpstr>
      <vt:lpstr>Wingdings</vt:lpstr>
      <vt:lpstr>Arial</vt:lpstr>
      <vt:lpstr>Calibri</vt:lpstr>
      <vt:lpstr>Muli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Xanh lá đậm Xanh lá nhạt Trắng Doanh nghiệp Hình học Bản trình bày nội bộ của công ty Bản thuyết trình Kinh doanh</dc:title>
  <dc:creator>ThinkPad</dc:creator>
  <cp:lastModifiedBy>Vu Hanh</cp:lastModifiedBy>
  <cp:revision>109</cp:revision>
  <dcterms:created xsi:type="dcterms:W3CDTF">2006-08-16T00:00:00Z</dcterms:created>
  <dcterms:modified xsi:type="dcterms:W3CDTF">2026-06-08T09:03:40Z</dcterms:modified>
  <dc:identifier>DAFyo4urGnA</dc:identifier>
</cp:coreProperties>
</file>