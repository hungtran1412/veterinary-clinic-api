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46"/>
  </p:notesMasterIdLst>
  <p:sldIdLst>
    <p:sldId id="337" r:id="rId2"/>
    <p:sldId id="429" r:id="rId3"/>
    <p:sldId id="428" r:id="rId4"/>
    <p:sldId id="320" r:id="rId5"/>
    <p:sldId id="408" r:id="rId6"/>
    <p:sldId id="430" r:id="rId7"/>
    <p:sldId id="431" r:id="rId8"/>
    <p:sldId id="432" r:id="rId9"/>
    <p:sldId id="433" r:id="rId10"/>
    <p:sldId id="434" r:id="rId11"/>
    <p:sldId id="436" r:id="rId12"/>
    <p:sldId id="437" r:id="rId13"/>
    <p:sldId id="438" r:id="rId14"/>
    <p:sldId id="439" r:id="rId15"/>
    <p:sldId id="440" r:id="rId16"/>
    <p:sldId id="441" r:id="rId17"/>
    <p:sldId id="442" r:id="rId18"/>
    <p:sldId id="446" r:id="rId19"/>
    <p:sldId id="447" r:id="rId20"/>
    <p:sldId id="448" r:id="rId21"/>
    <p:sldId id="449" r:id="rId22"/>
    <p:sldId id="455" r:id="rId23"/>
    <p:sldId id="456" r:id="rId24"/>
    <p:sldId id="457" r:id="rId25"/>
    <p:sldId id="458" r:id="rId26"/>
    <p:sldId id="459" r:id="rId27"/>
    <p:sldId id="460" r:id="rId28"/>
    <p:sldId id="461" r:id="rId29"/>
    <p:sldId id="462" r:id="rId30"/>
    <p:sldId id="463" r:id="rId31"/>
    <p:sldId id="464" r:id="rId32"/>
    <p:sldId id="465" r:id="rId33"/>
    <p:sldId id="466" r:id="rId34"/>
    <p:sldId id="467" r:id="rId35"/>
    <p:sldId id="450" r:id="rId36"/>
    <p:sldId id="451" r:id="rId37"/>
    <p:sldId id="468" r:id="rId38"/>
    <p:sldId id="443" r:id="rId39"/>
    <p:sldId id="444" r:id="rId40"/>
    <p:sldId id="469" r:id="rId41"/>
    <p:sldId id="452" r:id="rId42"/>
    <p:sldId id="453" r:id="rId43"/>
    <p:sldId id="454" r:id="rId44"/>
    <p:sldId id="445" r:id="rId45"/>
  </p:sldIdLst>
  <p:sldSz cx="18288000" cy="10287000"/>
  <p:notesSz cx="6858000" cy="9144000"/>
  <p:embeddedFontLst>
    <p:embeddedFont>
      <p:font typeface="Muli Bold" panose="020B0604020202020204" charset="0"/>
      <p:regular r:id="rId47"/>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512" userDrawn="1">
          <p15:clr>
            <a:srgbClr val="A4A3A4"/>
          </p15:clr>
        </p15:guide>
        <p15:guide id="2" pos="2400" userDrawn="1">
          <p15:clr>
            <a:srgbClr val="A4A3A4"/>
          </p15:clr>
        </p15:guide>
      </p15:sldGuideLst>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Minh Đăng Nguyễn" initials="MĐN" lastIdx="1" clrIdx="0">
    <p:extLst>
      <p:ext uri="{19B8F6BF-5375-455C-9EA6-DF929625EA0E}">
        <p15:presenceInfo xmlns:p15="http://schemas.microsoft.com/office/powerpoint/2012/main" userId="41d8086b567c1d4f"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583F3B"/>
    <a:srgbClr val="007A48"/>
    <a:srgbClr val="FCAF17"/>
    <a:srgbClr val="173F3B"/>
    <a:srgbClr val="A3CCCC"/>
    <a:srgbClr val="E6E6B8"/>
    <a:srgbClr val="2882C2"/>
    <a:srgbClr val="A4E473"/>
    <a:srgbClr val="8CAC73"/>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8552" autoAdjust="0"/>
    <p:restoredTop sz="88621" autoAdjust="0"/>
  </p:normalViewPr>
  <p:slideViewPr>
    <p:cSldViewPr>
      <p:cViewPr varScale="1">
        <p:scale>
          <a:sx n="63" d="100"/>
          <a:sy n="63" d="100"/>
        </p:scale>
        <p:origin x="1026" y="90"/>
      </p:cViewPr>
      <p:guideLst>
        <p:guide orient="horz" pos="1512"/>
        <p:guide pos="2400"/>
      </p:guideLst>
    </p:cSldViewPr>
  </p:slideViewPr>
  <p:outlineViewPr>
    <p:cViewPr>
      <p:scale>
        <a:sx n="33" d="100"/>
        <a:sy n="33" d="100"/>
      </p:scale>
      <p:origin x="0" y="0"/>
    </p:cViewPr>
  </p:outlineViewPr>
  <p:notesTextViewPr>
    <p:cViewPr>
      <p:scale>
        <a:sx n="300" d="100"/>
        <a:sy n="300" d="100"/>
      </p:scale>
      <p:origin x="0" y="0"/>
    </p:cViewPr>
  </p:notesTextViewPr>
  <p:sorterViewPr>
    <p:cViewPr>
      <p:scale>
        <a:sx n="100" d="100"/>
        <a:sy n="100" d="100"/>
      </p:scale>
      <p:origin x="0" y="-816"/>
    </p:cViewPr>
  </p:sorterViewPr>
  <p:notesViewPr>
    <p:cSldViewPr>
      <p:cViewPr varScale="1">
        <p:scale>
          <a:sx n="54" d="100"/>
          <a:sy n="54" d="100"/>
        </p:scale>
        <p:origin x="2898" y="84"/>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font" Target="fonts/font1.fntdata"/><Relationship Id="rId50"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commentAuthors" Target="commentAuthors.xml"/><Relationship Id="rId8" Type="http://schemas.openxmlformats.org/officeDocument/2006/relationships/slide" Target="slides/slide7.xml"/><Relationship Id="rId51"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B1068B4-93DB-4060-B01D-FA3D112EF7F2}" type="datetimeFigureOut">
              <a:rPr lang="en-US" smtClean="0"/>
              <a:t>09/06/2026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6DE5A3E-F11E-41F0-A9D1-DAF15D4443FF}" type="slidenum">
              <a:rPr lang="en-US" smtClean="0"/>
              <a:t>‹#›</a:t>
            </a:fld>
            <a:endParaRPr lang="en-US"/>
          </a:p>
        </p:txBody>
      </p:sp>
    </p:spTree>
    <p:extLst>
      <p:ext uri="{BB962C8B-B14F-4D97-AF65-F5344CB8AC3E}">
        <p14:creationId xmlns:p14="http://schemas.microsoft.com/office/powerpoint/2010/main" val="118101870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6DE5A3E-F11E-41F0-A9D1-DAF15D4443FF}" type="slidenum">
              <a:rPr lang="en-US" smtClean="0"/>
              <a:t>1</a:t>
            </a:fld>
            <a:endParaRPr lang="en-US"/>
          </a:p>
        </p:txBody>
      </p:sp>
    </p:spTree>
    <p:extLst>
      <p:ext uri="{BB962C8B-B14F-4D97-AF65-F5344CB8AC3E}">
        <p14:creationId xmlns:p14="http://schemas.microsoft.com/office/powerpoint/2010/main" val="220882864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A9DA6C-49B0-8DBF-A345-8A04C178352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746D63D-3981-0A30-14A7-140BFB2B049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1557690-61B9-51FD-818D-7C7201143A0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BF38A47-B9F6-8B37-DB00-AE4573B4ECCD}"/>
              </a:ext>
            </a:extLst>
          </p:cNvPr>
          <p:cNvSpPr>
            <a:spLocks noGrp="1"/>
          </p:cNvSpPr>
          <p:nvPr>
            <p:ph type="sldNum" sz="quarter" idx="5"/>
          </p:nvPr>
        </p:nvSpPr>
        <p:spPr/>
        <p:txBody>
          <a:bodyPr/>
          <a:lstStyle/>
          <a:p>
            <a:fld id="{D6DE5A3E-F11E-41F0-A9D1-DAF15D4443FF}" type="slidenum">
              <a:rPr lang="en-US" smtClean="0"/>
              <a:t>2</a:t>
            </a:fld>
            <a:endParaRPr lang="en-US"/>
          </a:p>
        </p:txBody>
      </p:sp>
    </p:spTree>
    <p:extLst>
      <p:ext uri="{BB962C8B-B14F-4D97-AF65-F5344CB8AC3E}">
        <p14:creationId xmlns:p14="http://schemas.microsoft.com/office/powerpoint/2010/main" val="10813873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98DE11-09CB-791D-F160-339AD6682BC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810839C-2343-F258-1CF1-41346B30B1C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325C83F-5F22-F730-D89A-BF4AFE16D56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AA41ED2-C100-01CA-45AA-CA354546119A}"/>
              </a:ext>
            </a:extLst>
          </p:cNvPr>
          <p:cNvSpPr>
            <a:spLocks noGrp="1"/>
          </p:cNvSpPr>
          <p:nvPr>
            <p:ph type="sldNum" sz="quarter" idx="5"/>
          </p:nvPr>
        </p:nvSpPr>
        <p:spPr/>
        <p:txBody>
          <a:bodyPr/>
          <a:lstStyle/>
          <a:p>
            <a:fld id="{D6DE5A3E-F11E-41F0-A9D1-DAF15D4443FF}" type="slidenum">
              <a:rPr lang="en-US" smtClean="0"/>
              <a:t>3</a:t>
            </a:fld>
            <a:endParaRPr lang="en-US"/>
          </a:p>
        </p:txBody>
      </p:sp>
    </p:spTree>
    <p:extLst>
      <p:ext uri="{BB962C8B-B14F-4D97-AF65-F5344CB8AC3E}">
        <p14:creationId xmlns:p14="http://schemas.microsoft.com/office/powerpoint/2010/main" val="141030038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nSpc>
                <a:spcPct val="107000"/>
              </a:lnSpc>
              <a:spcBef>
                <a:spcPts val="0"/>
              </a:spcBef>
              <a:spcAft>
                <a:spcPts val="800"/>
              </a:spcAft>
              <a:buFont typeface="+mj-lt"/>
              <a:buNone/>
            </a:pP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4" name="Slide Number Placeholder 3"/>
          <p:cNvSpPr>
            <a:spLocks noGrp="1"/>
          </p:cNvSpPr>
          <p:nvPr>
            <p:ph type="sldNum" sz="quarter" idx="5"/>
          </p:nvPr>
        </p:nvSpPr>
        <p:spPr/>
        <p:txBody>
          <a:bodyPr/>
          <a:lstStyle/>
          <a:p>
            <a:fld id="{D6DE5A3E-F11E-41F0-A9D1-DAF15D4443FF}" type="slidenum">
              <a:rPr lang="en-US" smtClean="0"/>
              <a:t>4</a:t>
            </a:fld>
            <a:endParaRPr lang="en-US"/>
          </a:p>
        </p:txBody>
      </p:sp>
    </p:spTree>
    <p:extLst>
      <p:ext uri="{BB962C8B-B14F-4D97-AF65-F5344CB8AC3E}">
        <p14:creationId xmlns:p14="http://schemas.microsoft.com/office/powerpoint/2010/main" val="60425776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847043-782D-1F30-4AB4-5DB698AA447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6C48499-CB1F-75D0-B9A8-07FC8FB9B2D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E1B75B5-3C33-5C04-EE00-AF35290D7C17}"/>
              </a:ext>
            </a:extLst>
          </p:cNvPr>
          <p:cNvSpPr>
            <a:spLocks noGrp="1"/>
          </p:cNvSpPr>
          <p:nvPr>
            <p:ph type="body" idx="1"/>
          </p:nvPr>
        </p:nvSpPr>
        <p:spPr/>
        <p:txBody>
          <a:bodyPr/>
          <a:lstStyle/>
          <a:p>
            <a:pPr marL="0" marR="0" lvl="0" indent="0">
              <a:lnSpc>
                <a:spcPct val="107000"/>
              </a:lnSpc>
              <a:spcBef>
                <a:spcPts val="0"/>
              </a:spcBef>
              <a:spcAft>
                <a:spcPts val="800"/>
              </a:spcAft>
              <a:buFont typeface="+mj-lt"/>
              <a:buNone/>
            </a:pP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625E5724-BF54-710D-F0DD-D96285735C30}"/>
              </a:ext>
            </a:extLst>
          </p:cNvPr>
          <p:cNvSpPr>
            <a:spLocks noGrp="1"/>
          </p:cNvSpPr>
          <p:nvPr>
            <p:ph type="sldNum" sz="quarter" idx="5"/>
          </p:nvPr>
        </p:nvSpPr>
        <p:spPr/>
        <p:txBody>
          <a:bodyPr/>
          <a:lstStyle/>
          <a:p>
            <a:fld id="{D6DE5A3E-F11E-41F0-A9D1-DAF15D4443FF}" type="slidenum">
              <a:rPr lang="en-US" smtClean="0"/>
              <a:t>5</a:t>
            </a:fld>
            <a:endParaRPr lang="en-US"/>
          </a:p>
        </p:txBody>
      </p:sp>
    </p:spTree>
    <p:extLst>
      <p:ext uri="{BB962C8B-B14F-4D97-AF65-F5344CB8AC3E}">
        <p14:creationId xmlns:p14="http://schemas.microsoft.com/office/powerpoint/2010/main" val="4592059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DA034F-B62A-60E7-1FF6-94E2B20A795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F2F87AD-E671-689C-A3BC-E3F93AFB750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BD93238-2B4C-839B-B035-F4A402258FE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B13C53D-81C4-F5FA-5B27-369A7017D695}"/>
              </a:ext>
            </a:extLst>
          </p:cNvPr>
          <p:cNvSpPr>
            <a:spLocks noGrp="1"/>
          </p:cNvSpPr>
          <p:nvPr>
            <p:ph type="sldNum" sz="quarter" idx="5"/>
          </p:nvPr>
        </p:nvSpPr>
        <p:spPr/>
        <p:txBody>
          <a:bodyPr/>
          <a:lstStyle/>
          <a:p>
            <a:fld id="{D6DE5A3E-F11E-41F0-A9D1-DAF15D4443FF}" type="slidenum">
              <a:rPr lang="en-US" smtClean="0"/>
              <a:t>6</a:t>
            </a:fld>
            <a:endParaRPr lang="en-US"/>
          </a:p>
        </p:txBody>
      </p:sp>
    </p:spTree>
    <p:extLst>
      <p:ext uri="{BB962C8B-B14F-4D97-AF65-F5344CB8AC3E}">
        <p14:creationId xmlns:p14="http://schemas.microsoft.com/office/powerpoint/2010/main" val="294404484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89DA18-790E-6D27-37AF-1181B5156FB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A26701B-1CA4-9C2A-FEB3-6B376FF57B1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71DF928-0F67-4FB1-3318-0309CC6FF12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BF7D7ED-70F8-0602-AD2F-7FC7237C9102}"/>
              </a:ext>
            </a:extLst>
          </p:cNvPr>
          <p:cNvSpPr>
            <a:spLocks noGrp="1"/>
          </p:cNvSpPr>
          <p:nvPr>
            <p:ph type="sldNum" sz="quarter" idx="5"/>
          </p:nvPr>
        </p:nvSpPr>
        <p:spPr/>
        <p:txBody>
          <a:bodyPr/>
          <a:lstStyle/>
          <a:p>
            <a:fld id="{D6DE5A3E-F11E-41F0-A9D1-DAF15D4443FF}" type="slidenum">
              <a:rPr lang="en-US" smtClean="0"/>
              <a:t>7</a:t>
            </a:fld>
            <a:endParaRPr lang="en-US"/>
          </a:p>
        </p:txBody>
      </p:sp>
    </p:spTree>
    <p:extLst>
      <p:ext uri="{BB962C8B-B14F-4D97-AF65-F5344CB8AC3E}">
        <p14:creationId xmlns:p14="http://schemas.microsoft.com/office/powerpoint/2010/main" val="152373071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98E4E6-27CC-53B1-17F1-EA3F1B5A65E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6B928F8-F5C4-D148-8E92-025A7F31786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8C0AECE-1322-D4A7-5FCF-E198FFB409A9}"/>
              </a:ext>
            </a:extLst>
          </p:cNvPr>
          <p:cNvSpPr>
            <a:spLocks noGrp="1"/>
          </p:cNvSpPr>
          <p:nvPr>
            <p:ph type="body" idx="1"/>
          </p:nvPr>
        </p:nvSpPr>
        <p:spPr/>
        <p:txBody>
          <a:bodyPr/>
          <a:lstStyle/>
          <a:p>
            <a:pPr marL="0" marR="0" lvl="0" indent="0">
              <a:lnSpc>
                <a:spcPct val="107000"/>
              </a:lnSpc>
              <a:spcBef>
                <a:spcPts val="0"/>
              </a:spcBef>
              <a:spcAft>
                <a:spcPts val="800"/>
              </a:spcAft>
              <a:buFont typeface="+mj-lt"/>
              <a:buNone/>
            </a:pP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24C1FCEE-E56A-4C18-ADE0-E83E1F051224}"/>
              </a:ext>
            </a:extLst>
          </p:cNvPr>
          <p:cNvSpPr>
            <a:spLocks noGrp="1"/>
          </p:cNvSpPr>
          <p:nvPr>
            <p:ph type="sldNum" sz="quarter" idx="5"/>
          </p:nvPr>
        </p:nvSpPr>
        <p:spPr/>
        <p:txBody>
          <a:bodyPr/>
          <a:lstStyle/>
          <a:p>
            <a:fld id="{D6DE5A3E-F11E-41F0-A9D1-DAF15D4443FF}" type="slidenum">
              <a:rPr lang="en-US" smtClean="0"/>
              <a:t>8</a:t>
            </a:fld>
            <a:endParaRPr lang="en-US"/>
          </a:p>
        </p:txBody>
      </p:sp>
    </p:spTree>
    <p:extLst>
      <p:ext uri="{BB962C8B-B14F-4D97-AF65-F5344CB8AC3E}">
        <p14:creationId xmlns:p14="http://schemas.microsoft.com/office/powerpoint/2010/main" val="370824117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30516A-6BB7-7BEC-89BB-6184EB5208B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B702CC5-DD45-41C1-E7E1-B40969A5287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74EF91A-D92C-0039-D93C-B85175DD9188}"/>
              </a:ext>
            </a:extLst>
          </p:cNvPr>
          <p:cNvSpPr>
            <a:spLocks noGrp="1"/>
          </p:cNvSpPr>
          <p:nvPr>
            <p:ph type="body" idx="1"/>
          </p:nvPr>
        </p:nvSpPr>
        <p:spPr/>
        <p:txBody>
          <a:bodyPr/>
          <a:lstStyle/>
          <a:p>
            <a:pPr marL="0" marR="0" lvl="0" indent="0">
              <a:lnSpc>
                <a:spcPct val="107000"/>
              </a:lnSpc>
              <a:spcBef>
                <a:spcPts val="0"/>
              </a:spcBef>
              <a:spcAft>
                <a:spcPts val="800"/>
              </a:spcAft>
              <a:buFont typeface="+mj-lt"/>
              <a:buNone/>
            </a:pP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AB7A4CE4-5103-920C-840B-3CFEBEA1F48E}"/>
              </a:ext>
            </a:extLst>
          </p:cNvPr>
          <p:cNvSpPr>
            <a:spLocks noGrp="1"/>
          </p:cNvSpPr>
          <p:nvPr>
            <p:ph type="sldNum" sz="quarter" idx="5"/>
          </p:nvPr>
        </p:nvSpPr>
        <p:spPr/>
        <p:txBody>
          <a:bodyPr/>
          <a:lstStyle/>
          <a:p>
            <a:fld id="{D6DE5A3E-F11E-41F0-A9D1-DAF15D4443FF}" type="slidenum">
              <a:rPr lang="en-US" smtClean="0"/>
              <a:t>9</a:t>
            </a:fld>
            <a:endParaRPr lang="en-US"/>
          </a:p>
        </p:txBody>
      </p:sp>
    </p:spTree>
    <p:extLst>
      <p:ext uri="{BB962C8B-B14F-4D97-AF65-F5344CB8AC3E}">
        <p14:creationId xmlns:p14="http://schemas.microsoft.com/office/powerpoint/2010/main" val="386220341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E49E6D-3233-83AF-3EEE-FDC53654D52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9A85487-C82E-6803-2D4F-867BC6D7E83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400CDA5-98BD-C4EF-62DF-4FD3389CF1B0}"/>
              </a:ext>
            </a:extLst>
          </p:cNvPr>
          <p:cNvSpPr>
            <a:spLocks noGrp="1"/>
          </p:cNvSpPr>
          <p:nvPr>
            <p:ph type="body" idx="1"/>
          </p:nvPr>
        </p:nvSpPr>
        <p:spPr/>
        <p:txBody>
          <a:bodyPr/>
          <a:lstStyle/>
          <a:p>
            <a:pPr marL="0" marR="0" lvl="0" indent="0">
              <a:lnSpc>
                <a:spcPct val="107000"/>
              </a:lnSpc>
              <a:spcBef>
                <a:spcPts val="0"/>
              </a:spcBef>
              <a:spcAft>
                <a:spcPts val="800"/>
              </a:spcAft>
              <a:buFont typeface="+mj-lt"/>
              <a:buNone/>
            </a:pP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44C886B9-1AF2-4A49-4B43-363774845C67}"/>
              </a:ext>
            </a:extLst>
          </p:cNvPr>
          <p:cNvSpPr>
            <a:spLocks noGrp="1"/>
          </p:cNvSpPr>
          <p:nvPr>
            <p:ph type="sldNum" sz="quarter" idx="5"/>
          </p:nvPr>
        </p:nvSpPr>
        <p:spPr/>
        <p:txBody>
          <a:bodyPr/>
          <a:lstStyle/>
          <a:p>
            <a:fld id="{D6DE5A3E-F11E-41F0-A9D1-DAF15D4443FF}" type="slidenum">
              <a:rPr lang="en-US" smtClean="0"/>
              <a:t>10</a:t>
            </a:fld>
            <a:endParaRPr lang="en-US"/>
          </a:p>
        </p:txBody>
      </p:sp>
    </p:spTree>
    <p:extLst>
      <p:ext uri="{BB962C8B-B14F-4D97-AF65-F5344CB8AC3E}">
        <p14:creationId xmlns:p14="http://schemas.microsoft.com/office/powerpoint/2010/main" val="376778992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68802E-F80B-02E4-227A-B5E810834EC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4B9D66E-88E2-6EB0-7824-56689ED4A5C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B68E258-D64A-EE79-9762-7D26E8461731}"/>
              </a:ext>
            </a:extLst>
          </p:cNvPr>
          <p:cNvSpPr>
            <a:spLocks noGrp="1"/>
          </p:cNvSpPr>
          <p:nvPr>
            <p:ph type="body" idx="1"/>
          </p:nvPr>
        </p:nvSpPr>
        <p:spPr/>
        <p:txBody>
          <a:bodyPr/>
          <a:lstStyle/>
          <a:p>
            <a:pPr marL="0" marR="0" lvl="0" indent="0">
              <a:lnSpc>
                <a:spcPct val="107000"/>
              </a:lnSpc>
              <a:spcBef>
                <a:spcPts val="0"/>
              </a:spcBef>
              <a:spcAft>
                <a:spcPts val="800"/>
              </a:spcAft>
              <a:buFont typeface="+mj-lt"/>
              <a:buNone/>
            </a:pP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8235042C-E1BC-653C-668D-77554CAA270A}"/>
              </a:ext>
            </a:extLst>
          </p:cNvPr>
          <p:cNvSpPr>
            <a:spLocks noGrp="1"/>
          </p:cNvSpPr>
          <p:nvPr>
            <p:ph type="sldNum" sz="quarter" idx="5"/>
          </p:nvPr>
        </p:nvSpPr>
        <p:spPr/>
        <p:txBody>
          <a:bodyPr/>
          <a:lstStyle/>
          <a:p>
            <a:fld id="{D6DE5A3E-F11E-41F0-A9D1-DAF15D4443FF}" type="slidenum">
              <a:rPr lang="en-US" smtClean="0"/>
              <a:t>11</a:t>
            </a:fld>
            <a:endParaRPr lang="en-US"/>
          </a:p>
        </p:txBody>
      </p:sp>
    </p:spTree>
    <p:extLst>
      <p:ext uri="{BB962C8B-B14F-4D97-AF65-F5344CB8AC3E}">
        <p14:creationId xmlns:p14="http://schemas.microsoft.com/office/powerpoint/2010/main" val="270584407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9FD2D9-63EB-EC72-4B50-B8DFCFD9FD6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C241A37-B24C-2F1A-57D4-092F0DD8DC7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C6C42E1-CCFE-398F-423B-F299DFFBE7D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B221B77-B315-69AC-1943-7063C59A9545}"/>
              </a:ext>
            </a:extLst>
          </p:cNvPr>
          <p:cNvSpPr>
            <a:spLocks noGrp="1"/>
          </p:cNvSpPr>
          <p:nvPr>
            <p:ph type="sldNum" sz="quarter" idx="5"/>
          </p:nvPr>
        </p:nvSpPr>
        <p:spPr/>
        <p:txBody>
          <a:bodyPr/>
          <a:lstStyle/>
          <a:p>
            <a:fld id="{D6DE5A3E-F11E-41F0-A9D1-DAF15D4443FF}" type="slidenum">
              <a:rPr lang="en-US" smtClean="0"/>
              <a:t>12</a:t>
            </a:fld>
            <a:endParaRPr lang="en-US"/>
          </a:p>
        </p:txBody>
      </p:sp>
    </p:spTree>
    <p:extLst>
      <p:ext uri="{BB962C8B-B14F-4D97-AF65-F5344CB8AC3E}">
        <p14:creationId xmlns:p14="http://schemas.microsoft.com/office/powerpoint/2010/main" val="274419948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B795E6-DC9C-77E1-C168-93BC05EA207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4F47124-3B18-5BCE-4E87-DEDEE716898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E3EA6A5-6BE7-D0B5-A782-261078C2831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8368D3C-656C-C455-C826-D7E15129AECE}"/>
              </a:ext>
            </a:extLst>
          </p:cNvPr>
          <p:cNvSpPr>
            <a:spLocks noGrp="1"/>
          </p:cNvSpPr>
          <p:nvPr>
            <p:ph type="sldNum" sz="quarter" idx="5"/>
          </p:nvPr>
        </p:nvSpPr>
        <p:spPr/>
        <p:txBody>
          <a:bodyPr/>
          <a:lstStyle/>
          <a:p>
            <a:fld id="{D6DE5A3E-F11E-41F0-A9D1-DAF15D4443FF}" type="slidenum">
              <a:rPr lang="en-US" smtClean="0"/>
              <a:t>13</a:t>
            </a:fld>
            <a:endParaRPr lang="en-US"/>
          </a:p>
        </p:txBody>
      </p:sp>
    </p:spTree>
    <p:extLst>
      <p:ext uri="{BB962C8B-B14F-4D97-AF65-F5344CB8AC3E}">
        <p14:creationId xmlns:p14="http://schemas.microsoft.com/office/powerpoint/2010/main" val="30628308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F64756-1853-5FA0-6510-CE8DBF39285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115F75D-2FB9-E510-E3A7-D707F561266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FDB99D4-E307-712C-9D2B-3786372B4C08}"/>
              </a:ext>
            </a:extLst>
          </p:cNvPr>
          <p:cNvSpPr>
            <a:spLocks noGrp="1"/>
          </p:cNvSpPr>
          <p:nvPr>
            <p:ph type="body" idx="1"/>
          </p:nvPr>
        </p:nvSpPr>
        <p:spPr/>
        <p:txBody>
          <a:bodyPr/>
          <a:lstStyle/>
          <a:p>
            <a:pPr marL="0" marR="0" lvl="0" indent="0">
              <a:lnSpc>
                <a:spcPct val="107000"/>
              </a:lnSpc>
              <a:spcBef>
                <a:spcPts val="0"/>
              </a:spcBef>
              <a:spcAft>
                <a:spcPts val="800"/>
              </a:spcAft>
              <a:buFont typeface="+mj-lt"/>
              <a:buNone/>
            </a:pP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DCA635CA-371E-FB21-9DAC-41C56B61D6FE}"/>
              </a:ext>
            </a:extLst>
          </p:cNvPr>
          <p:cNvSpPr>
            <a:spLocks noGrp="1"/>
          </p:cNvSpPr>
          <p:nvPr>
            <p:ph type="sldNum" sz="quarter" idx="5"/>
          </p:nvPr>
        </p:nvSpPr>
        <p:spPr/>
        <p:txBody>
          <a:bodyPr/>
          <a:lstStyle/>
          <a:p>
            <a:fld id="{D6DE5A3E-F11E-41F0-A9D1-DAF15D4443FF}" type="slidenum">
              <a:rPr lang="en-US" smtClean="0"/>
              <a:t>14</a:t>
            </a:fld>
            <a:endParaRPr lang="en-US"/>
          </a:p>
        </p:txBody>
      </p:sp>
    </p:spTree>
    <p:extLst>
      <p:ext uri="{BB962C8B-B14F-4D97-AF65-F5344CB8AC3E}">
        <p14:creationId xmlns:p14="http://schemas.microsoft.com/office/powerpoint/2010/main" val="11264474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9D6208-BBE8-A605-3CAA-41FFAA18161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1910EBB-4565-1EF2-9973-3AB51A5DBC2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1D727F3-E297-1F18-04D5-A3799B68B59E}"/>
              </a:ext>
            </a:extLst>
          </p:cNvPr>
          <p:cNvSpPr>
            <a:spLocks noGrp="1"/>
          </p:cNvSpPr>
          <p:nvPr>
            <p:ph type="body" idx="1"/>
          </p:nvPr>
        </p:nvSpPr>
        <p:spPr/>
        <p:txBody>
          <a:bodyPr/>
          <a:lstStyle/>
          <a:p>
            <a:pPr marL="0" marR="0" lvl="0" indent="0">
              <a:lnSpc>
                <a:spcPct val="107000"/>
              </a:lnSpc>
              <a:spcBef>
                <a:spcPts val="0"/>
              </a:spcBef>
              <a:spcAft>
                <a:spcPts val="800"/>
              </a:spcAft>
              <a:buFont typeface="+mj-lt"/>
              <a:buNone/>
            </a:pP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FD9D0A6B-0570-D9A3-806F-83C2A44C8269}"/>
              </a:ext>
            </a:extLst>
          </p:cNvPr>
          <p:cNvSpPr>
            <a:spLocks noGrp="1"/>
          </p:cNvSpPr>
          <p:nvPr>
            <p:ph type="sldNum" sz="quarter" idx="5"/>
          </p:nvPr>
        </p:nvSpPr>
        <p:spPr/>
        <p:txBody>
          <a:bodyPr/>
          <a:lstStyle/>
          <a:p>
            <a:fld id="{D6DE5A3E-F11E-41F0-A9D1-DAF15D4443FF}" type="slidenum">
              <a:rPr lang="en-US" smtClean="0"/>
              <a:t>15</a:t>
            </a:fld>
            <a:endParaRPr lang="en-US"/>
          </a:p>
        </p:txBody>
      </p:sp>
    </p:spTree>
    <p:extLst>
      <p:ext uri="{BB962C8B-B14F-4D97-AF65-F5344CB8AC3E}">
        <p14:creationId xmlns:p14="http://schemas.microsoft.com/office/powerpoint/2010/main" val="147735725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FA4242-9DE7-B102-50B5-1894415B97B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41E081F-9537-B186-193C-59CD8EF28DE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2ADD712-D776-F1D2-14EA-FCB4DA71B77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6D2D6DC-403F-600B-74B9-B3E93D7F499F}"/>
              </a:ext>
            </a:extLst>
          </p:cNvPr>
          <p:cNvSpPr>
            <a:spLocks noGrp="1"/>
          </p:cNvSpPr>
          <p:nvPr>
            <p:ph type="sldNum" sz="quarter" idx="5"/>
          </p:nvPr>
        </p:nvSpPr>
        <p:spPr/>
        <p:txBody>
          <a:bodyPr/>
          <a:lstStyle/>
          <a:p>
            <a:fld id="{D6DE5A3E-F11E-41F0-A9D1-DAF15D4443FF}" type="slidenum">
              <a:rPr lang="en-US" smtClean="0"/>
              <a:t>16</a:t>
            </a:fld>
            <a:endParaRPr lang="en-US"/>
          </a:p>
        </p:txBody>
      </p:sp>
    </p:spTree>
    <p:extLst>
      <p:ext uri="{BB962C8B-B14F-4D97-AF65-F5344CB8AC3E}">
        <p14:creationId xmlns:p14="http://schemas.microsoft.com/office/powerpoint/2010/main" val="73100943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5207FF-489C-D537-8231-CF5BC06A610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6F504FB-8C89-1A0C-59B4-90E1F60F7D2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B924A5E-90C9-EF28-CCA5-043846276A2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4C96804-E047-E241-38F5-6D2B7F8630E3}"/>
              </a:ext>
            </a:extLst>
          </p:cNvPr>
          <p:cNvSpPr>
            <a:spLocks noGrp="1"/>
          </p:cNvSpPr>
          <p:nvPr>
            <p:ph type="sldNum" sz="quarter" idx="5"/>
          </p:nvPr>
        </p:nvSpPr>
        <p:spPr/>
        <p:txBody>
          <a:bodyPr/>
          <a:lstStyle/>
          <a:p>
            <a:fld id="{D6DE5A3E-F11E-41F0-A9D1-DAF15D4443FF}" type="slidenum">
              <a:rPr lang="en-US" smtClean="0"/>
              <a:t>17</a:t>
            </a:fld>
            <a:endParaRPr lang="en-US"/>
          </a:p>
        </p:txBody>
      </p:sp>
    </p:spTree>
    <p:extLst>
      <p:ext uri="{BB962C8B-B14F-4D97-AF65-F5344CB8AC3E}">
        <p14:creationId xmlns:p14="http://schemas.microsoft.com/office/powerpoint/2010/main" val="402528464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1A95CE-1010-8890-2471-DEFC5844412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96EFFE9-646C-F0B3-B3A4-1E520EF1B03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23E54A5-8EBB-38DC-644F-A51AFDD1B5D9}"/>
              </a:ext>
            </a:extLst>
          </p:cNvPr>
          <p:cNvSpPr>
            <a:spLocks noGrp="1"/>
          </p:cNvSpPr>
          <p:nvPr>
            <p:ph type="body" idx="1"/>
          </p:nvPr>
        </p:nvSpPr>
        <p:spPr/>
        <p:txBody>
          <a:bodyPr/>
          <a:lstStyle/>
          <a:p>
            <a:pPr marL="0" marR="0" lvl="0" indent="0">
              <a:lnSpc>
                <a:spcPct val="107000"/>
              </a:lnSpc>
              <a:spcBef>
                <a:spcPts val="0"/>
              </a:spcBef>
              <a:spcAft>
                <a:spcPts val="800"/>
              </a:spcAft>
              <a:buFont typeface="+mj-lt"/>
              <a:buNone/>
            </a:pP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87B01888-591B-7326-C42C-058CC15DBBEB}"/>
              </a:ext>
            </a:extLst>
          </p:cNvPr>
          <p:cNvSpPr>
            <a:spLocks noGrp="1"/>
          </p:cNvSpPr>
          <p:nvPr>
            <p:ph type="sldNum" sz="quarter" idx="5"/>
          </p:nvPr>
        </p:nvSpPr>
        <p:spPr/>
        <p:txBody>
          <a:bodyPr/>
          <a:lstStyle/>
          <a:p>
            <a:fld id="{D6DE5A3E-F11E-41F0-A9D1-DAF15D4443FF}" type="slidenum">
              <a:rPr lang="en-US" smtClean="0"/>
              <a:t>18</a:t>
            </a:fld>
            <a:endParaRPr lang="en-US"/>
          </a:p>
        </p:txBody>
      </p:sp>
    </p:spTree>
    <p:extLst>
      <p:ext uri="{BB962C8B-B14F-4D97-AF65-F5344CB8AC3E}">
        <p14:creationId xmlns:p14="http://schemas.microsoft.com/office/powerpoint/2010/main" val="129032736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C758C6-0C2E-9443-8FB1-74AA8F06E82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5C10229-C572-78DD-FF19-19ED398905E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2910A09-DDCA-788B-CAA4-B8422EB0CB90}"/>
              </a:ext>
            </a:extLst>
          </p:cNvPr>
          <p:cNvSpPr>
            <a:spLocks noGrp="1"/>
          </p:cNvSpPr>
          <p:nvPr>
            <p:ph type="body" idx="1"/>
          </p:nvPr>
        </p:nvSpPr>
        <p:spPr/>
        <p:txBody>
          <a:bodyPr/>
          <a:lstStyle/>
          <a:p>
            <a:pPr marL="0" marR="0" lvl="0" indent="0">
              <a:lnSpc>
                <a:spcPct val="107000"/>
              </a:lnSpc>
              <a:spcBef>
                <a:spcPts val="0"/>
              </a:spcBef>
              <a:spcAft>
                <a:spcPts val="800"/>
              </a:spcAft>
              <a:buFont typeface="+mj-lt"/>
              <a:buNone/>
            </a:pP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3B840819-7630-5A46-9099-4E91D8171D7B}"/>
              </a:ext>
            </a:extLst>
          </p:cNvPr>
          <p:cNvSpPr>
            <a:spLocks noGrp="1"/>
          </p:cNvSpPr>
          <p:nvPr>
            <p:ph type="sldNum" sz="quarter" idx="5"/>
          </p:nvPr>
        </p:nvSpPr>
        <p:spPr/>
        <p:txBody>
          <a:bodyPr/>
          <a:lstStyle/>
          <a:p>
            <a:fld id="{D6DE5A3E-F11E-41F0-A9D1-DAF15D4443FF}" type="slidenum">
              <a:rPr lang="en-US" smtClean="0"/>
              <a:t>19</a:t>
            </a:fld>
            <a:endParaRPr lang="en-US"/>
          </a:p>
        </p:txBody>
      </p:sp>
    </p:spTree>
    <p:extLst>
      <p:ext uri="{BB962C8B-B14F-4D97-AF65-F5344CB8AC3E}">
        <p14:creationId xmlns:p14="http://schemas.microsoft.com/office/powerpoint/2010/main" val="1497685655"/>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F84111-2874-9C1B-12F9-022F845E4FC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930BA65-6EE5-A2B3-399F-D5DFCEA030A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A37A03C-B850-AF42-7AF9-FB02F6E3FECF}"/>
              </a:ext>
            </a:extLst>
          </p:cNvPr>
          <p:cNvSpPr>
            <a:spLocks noGrp="1"/>
          </p:cNvSpPr>
          <p:nvPr>
            <p:ph type="body" idx="1"/>
          </p:nvPr>
        </p:nvSpPr>
        <p:spPr/>
        <p:txBody>
          <a:bodyPr/>
          <a:lstStyle/>
          <a:p>
            <a:pPr marL="0" marR="0" lvl="0" indent="0">
              <a:lnSpc>
                <a:spcPct val="107000"/>
              </a:lnSpc>
              <a:spcBef>
                <a:spcPts val="0"/>
              </a:spcBef>
              <a:spcAft>
                <a:spcPts val="800"/>
              </a:spcAft>
              <a:buFont typeface="+mj-lt"/>
              <a:buNone/>
            </a:pP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803BD237-AB96-3AD1-EF82-36DE272399A4}"/>
              </a:ext>
            </a:extLst>
          </p:cNvPr>
          <p:cNvSpPr>
            <a:spLocks noGrp="1"/>
          </p:cNvSpPr>
          <p:nvPr>
            <p:ph type="sldNum" sz="quarter" idx="5"/>
          </p:nvPr>
        </p:nvSpPr>
        <p:spPr/>
        <p:txBody>
          <a:bodyPr/>
          <a:lstStyle/>
          <a:p>
            <a:fld id="{D6DE5A3E-F11E-41F0-A9D1-DAF15D4443FF}" type="slidenum">
              <a:rPr lang="en-US" smtClean="0"/>
              <a:t>20</a:t>
            </a:fld>
            <a:endParaRPr lang="en-US"/>
          </a:p>
        </p:txBody>
      </p:sp>
    </p:spTree>
    <p:extLst>
      <p:ext uri="{BB962C8B-B14F-4D97-AF65-F5344CB8AC3E}">
        <p14:creationId xmlns:p14="http://schemas.microsoft.com/office/powerpoint/2010/main" val="374061912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D50FE6-B51A-BFDF-FB8B-821426C87DB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FCF59B1-91EB-C5CC-3FEC-CED277B810B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1961304-1F8C-3045-8E2C-AEC6E419BA83}"/>
              </a:ext>
            </a:extLst>
          </p:cNvPr>
          <p:cNvSpPr>
            <a:spLocks noGrp="1"/>
          </p:cNvSpPr>
          <p:nvPr>
            <p:ph type="body" idx="1"/>
          </p:nvPr>
        </p:nvSpPr>
        <p:spPr/>
        <p:txBody>
          <a:bodyPr/>
          <a:lstStyle/>
          <a:p>
            <a:pPr marL="0" marR="0" lvl="0" indent="0">
              <a:lnSpc>
                <a:spcPct val="107000"/>
              </a:lnSpc>
              <a:spcBef>
                <a:spcPts val="0"/>
              </a:spcBef>
              <a:spcAft>
                <a:spcPts val="800"/>
              </a:spcAft>
              <a:buFont typeface="+mj-lt"/>
              <a:buNone/>
            </a:pP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E1D2355E-10A5-2C07-E706-1CACD0D9E3D7}"/>
              </a:ext>
            </a:extLst>
          </p:cNvPr>
          <p:cNvSpPr>
            <a:spLocks noGrp="1"/>
          </p:cNvSpPr>
          <p:nvPr>
            <p:ph type="sldNum" sz="quarter" idx="5"/>
          </p:nvPr>
        </p:nvSpPr>
        <p:spPr/>
        <p:txBody>
          <a:bodyPr/>
          <a:lstStyle/>
          <a:p>
            <a:fld id="{D6DE5A3E-F11E-41F0-A9D1-DAF15D4443FF}" type="slidenum">
              <a:rPr lang="en-US" smtClean="0"/>
              <a:t>21</a:t>
            </a:fld>
            <a:endParaRPr lang="en-US"/>
          </a:p>
        </p:txBody>
      </p:sp>
    </p:spTree>
    <p:extLst>
      <p:ext uri="{BB962C8B-B14F-4D97-AF65-F5344CB8AC3E}">
        <p14:creationId xmlns:p14="http://schemas.microsoft.com/office/powerpoint/2010/main" val="128184121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F93548-1BD3-5C25-7633-704DD161BC4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38239D5-8512-4665-C105-E81B6F69F76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94CF119-FB1D-044C-F0E9-E7A523E27452}"/>
              </a:ext>
            </a:extLst>
          </p:cNvPr>
          <p:cNvSpPr>
            <a:spLocks noGrp="1"/>
          </p:cNvSpPr>
          <p:nvPr>
            <p:ph type="body" idx="1"/>
          </p:nvPr>
        </p:nvSpPr>
        <p:spPr/>
        <p:txBody>
          <a:bodyPr/>
          <a:lstStyle/>
          <a:p>
            <a:pPr marL="0" marR="0" lvl="0" indent="0">
              <a:lnSpc>
                <a:spcPct val="107000"/>
              </a:lnSpc>
              <a:spcBef>
                <a:spcPts val="0"/>
              </a:spcBef>
              <a:spcAft>
                <a:spcPts val="800"/>
              </a:spcAft>
              <a:buFont typeface="+mj-lt"/>
              <a:buNone/>
            </a:pP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33E31040-2C15-9C7F-51A4-5645AFD717A9}"/>
              </a:ext>
            </a:extLst>
          </p:cNvPr>
          <p:cNvSpPr>
            <a:spLocks noGrp="1"/>
          </p:cNvSpPr>
          <p:nvPr>
            <p:ph type="sldNum" sz="quarter" idx="5"/>
          </p:nvPr>
        </p:nvSpPr>
        <p:spPr/>
        <p:txBody>
          <a:bodyPr/>
          <a:lstStyle/>
          <a:p>
            <a:fld id="{D6DE5A3E-F11E-41F0-A9D1-DAF15D4443FF}" type="slidenum">
              <a:rPr lang="en-US" smtClean="0"/>
              <a:t>22</a:t>
            </a:fld>
            <a:endParaRPr lang="en-US"/>
          </a:p>
        </p:txBody>
      </p:sp>
    </p:spTree>
    <p:extLst>
      <p:ext uri="{BB962C8B-B14F-4D97-AF65-F5344CB8AC3E}">
        <p14:creationId xmlns:p14="http://schemas.microsoft.com/office/powerpoint/2010/main" val="2199543689"/>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4D71C8-1FE2-831A-FE3B-A1BE06303FB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5504477-981A-556C-B0C7-58F5B8DEAE8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1FAB58D-B8BC-9EBB-A093-668FF7816333}"/>
              </a:ext>
            </a:extLst>
          </p:cNvPr>
          <p:cNvSpPr>
            <a:spLocks noGrp="1"/>
          </p:cNvSpPr>
          <p:nvPr>
            <p:ph type="body" idx="1"/>
          </p:nvPr>
        </p:nvSpPr>
        <p:spPr/>
        <p:txBody>
          <a:bodyPr/>
          <a:lstStyle/>
          <a:p>
            <a:pPr marL="0" marR="0" lvl="0" indent="0">
              <a:lnSpc>
                <a:spcPct val="107000"/>
              </a:lnSpc>
              <a:spcBef>
                <a:spcPts val="0"/>
              </a:spcBef>
              <a:spcAft>
                <a:spcPts val="800"/>
              </a:spcAft>
              <a:buFont typeface="+mj-lt"/>
              <a:buNone/>
            </a:pP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A6EF7C42-1FF3-B046-F876-3042877B87F4}"/>
              </a:ext>
            </a:extLst>
          </p:cNvPr>
          <p:cNvSpPr>
            <a:spLocks noGrp="1"/>
          </p:cNvSpPr>
          <p:nvPr>
            <p:ph type="sldNum" sz="quarter" idx="5"/>
          </p:nvPr>
        </p:nvSpPr>
        <p:spPr/>
        <p:txBody>
          <a:bodyPr/>
          <a:lstStyle/>
          <a:p>
            <a:fld id="{D6DE5A3E-F11E-41F0-A9D1-DAF15D4443FF}" type="slidenum">
              <a:rPr lang="en-US" smtClean="0"/>
              <a:t>23</a:t>
            </a:fld>
            <a:endParaRPr lang="en-US"/>
          </a:p>
        </p:txBody>
      </p:sp>
    </p:spTree>
    <p:extLst>
      <p:ext uri="{BB962C8B-B14F-4D97-AF65-F5344CB8AC3E}">
        <p14:creationId xmlns:p14="http://schemas.microsoft.com/office/powerpoint/2010/main" val="420398984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96454D-A16F-D76A-3E72-808991A4D64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D5AEE71-0195-988F-97E3-949757F1C50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82772A2-72E1-E7DE-0D5E-C05C4F727D54}"/>
              </a:ext>
            </a:extLst>
          </p:cNvPr>
          <p:cNvSpPr>
            <a:spLocks noGrp="1"/>
          </p:cNvSpPr>
          <p:nvPr>
            <p:ph type="body" idx="1"/>
          </p:nvPr>
        </p:nvSpPr>
        <p:spPr/>
        <p:txBody>
          <a:bodyPr/>
          <a:lstStyle/>
          <a:p>
            <a:pPr marL="0" marR="0" lvl="0" indent="0">
              <a:lnSpc>
                <a:spcPct val="107000"/>
              </a:lnSpc>
              <a:spcBef>
                <a:spcPts val="0"/>
              </a:spcBef>
              <a:spcAft>
                <a:spcPts val="800"/>
              </a:spcAft>
              <a:buFont typeface="+mj-lt"/>
              <a:buNone/>
            </a:pP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8C6D9699-0F3E-B9E0-0EFB-6B29B9582C7C}"/>
              </a:ext>
            </a:extLst>
          </p:cNvPr>
          <p:cNvSpPr>
            <a:spLocks noGrp="1"/>
          </p:cNvSpPr>
          <p:nvPr>
            <p:ph type="sldNum" sz="quarter" idx="5"/>
          </p:nvPr>
        </p:nvSpPr>
        <p:spPr/>
        <p:txBody>
          <a:bodyPr/>
          <a:lstStyle/>
          <a:p>
            <a:fld id="{D6DE5A3E-F11E-41F0-A9D1-DAF15D4443FF}" type="slidenum">
              <a:rPr lang="en-US" smtClean="0"/>
              <a:t>24</a:t>
            </a:fld>
            <a:endParaRPr lang="en-US"/>
          </a:p>
        </p:txBody>
      </p:sp>
    </p:spTree>
    <p:extLst>
      <p:ext uri="{BB962C8B-B14F-4D97-AF65-F5344CB8AC3E}">
        <p14:creationId xmlns:p14="http://schemas.microsoft.com/office/powerpoint/2010/main" val="813343492"/>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AD8D3E-8BFC-DC4E-FFA5-7A3C9936CAF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A11897A-4DBB-EEB9-4FBA-70EBCD27D90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A00C21F-5EEA-0281-E23C-5D00E2992CB0}"/>
              </a:ext>
            </a:extLst>
          </p:cNvPr>
          <p:cNvSpPr>
            <a:spLocks noGrp="1"/>
          </p:cNvSpPr>
          <p:nvPr>
            <p:ph type="body" idx="1"/>
          </p:nvPr>
        </p:nvSpPr>
        <p:spPr/>
        <p:txBody>
          <a:bodyPr/>
          <a:lstStyle/>
          <a:p>
            <a:pPr marL="0" marR="0" lvl="0" indent="0">
              <a:lnSpc>
                <a:spcPct val="107000"/>
              </a:lnSpc>
              <a:spcBef>
                <a:spcPts val="0"/>
              </a:spcBef>
              <a:spcAft>
                <a:spcPts val="800"/>
              </a:spcAft>
              <a:buFont typeface="+mj-lt"/>
              <a:buNone/>
            </a:pP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4E385405-E813-8091-CAA5-966380C5DF38}"/>
              </a:ext>
            </a:extLst>
          </p:cNvPr>
          <p:cNvSpPr>
            <a:spLocks noGrp="1"/>
          </p:cNvSpPr>
          <p:nvPr>
            <p:ph type="sldNum" sz="quarter" idx="5"/>
          </p:nvPr>
        </p:nvSpPr>
        <p:spPr/>
        <p:txBody>
          <a:bodyPr/>
          <a:lstStyle/>
          <a:p>
            <a:fld id="{D6DE5A3E-F11E-41F0-A9D1-DAF15D4443FF}" type="slidenum">
              <a:rPr lang="en-US" smtClean="0"/>
              <a:t>25</a:t>
            </a:fld>
            <a:endParaRPr lang="en-US"/>
          </a:p>
        </p:txBody>
      </p:sp>
    </p:spTree>
    <p:extLst>
      <p:ext uri="{BB962C8B-B14F-4D97-AF65-F5344CB8AC3E}">
        <p14:creationId xmlns:p14="http://schemas.microsoft.com/office/powerpoint/2010/main" val="347954995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F675CF-02B7-D845-317A-9964485C8F7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6244A18-8DF9-8E6B-120A-B3736397EEA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DE5421B-0DA6-1825-F05D-A7E6C3BBFFCF}"/>
              </a:ext>
            </a:extLst>
          </p:cNvPr>
          <p:cNvSpPr>
            <a:spLocks noGrp="1"/>
          </p:cNvSpPr>
          <p:nvPr>
            <p:ph type="body" idx="1"/>
          </p:nvPr>
        </p:nvSpPr>
        <p:spPr/>
        <p:txBody>
          <a:bodyPr/>
          <a:lstStyle/>
          <a:p>
            <a:pPr marL="0" marR="0" lvl="0" indent="0">
              <a:lnSpc>
                <a:spcPct val="107000"/>
              </a:lnSpc>
              <a:spcBef>
                <a:spcPts val="0"/>
              </a:spcBef>
              <a:spcAft>
                <a:spcPts val="800"/>
              </a:spcAft>
              <a:buFont typeface="+mj-lt"/>
              <a:buNone/>
            </a:pP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A614E44D-7A17-35A0-203E-2B322385DF36}"/>
              </a:ext>
            </a:extLst>
          </p:cNvPr>
          <p:cNvSpPr>
            <a:spLocks noGrp="1"/>
          </p:cNvSpPr>
          <p:nvPr>
            <p:ph type="sldNum" sz="quarter" idx="5"/>
          </p:nvPr>
        </p:nvSpPr>
        <p:spPr/>
        <p:txBody>
          <a:bodyPr/>
          <a:lstStyle/>
          <a:p>
            <a:fld id="{D6DE5A3E-F11E-41F0-A9D1-DAF15D4443FF}" type="slidenum">
              <a:rPr lang="en-US" smtClean="0"/>
              <a:t>26</a:t>
            </a:fld>
            <a:endParaRPr lang="en-US"/>
          </a:p>
        </p:txBody>
      </p:sp>
    </p:spTree>
    <p:extLst>
      <p:ext uri="{BB962C8B-B14F-4D97-AF65-F5344CB8AC3E}">
        <p14:creationId xmlns:p14="http://schemas.microsoft.com/office/powerpoint/2010/main" val="60764712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1BB648-B347-C345-8222-7E7ABAA2BFF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DF938BE-AB58-FE95-9D8B-96C49E0397C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55FF5F9-6BC3-6785-2121-DC3226C8AF56}"/>
              </a:ext>
            </a:extLst>
          </p:cNvPr>
          <p:cNvSpPr>
            <a:spLocks noGrp="1"/>
          </p:cNvSpPr>
          <p:nvPr>
            <p:ph type="body" idx="1"/>
          </p:nvPr>
        </p:nvSpPr>
        <p:spPr/>
        <p:txBody>
          <a:bodyPr/>
          <a:lstStyle/>
          <a:p>
            <a:pPr marL="0" marR="0" lvl="0" indent="0">
              <a:lnSpc>
                <a:spcPct val="107000"/>
              </a:lnSpc>
              <a:spcBef>
                <a:spcPts val="0"/>
              </a:spcBef>
              <a:spcAft>
                <a:spcPts val="800"/>
              </a:spcAft>
              <a:buFont typeface="+mj-lt"/>
              <a:buNone/>
            </a:pP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A9AA8FD0-14C5-8D7E-9191-5D8FD53D6AC4}"/>
              </a:ext>
            </a:extLst>
          </p:cNvPr>
          <p:cNvSpPr>
            <a:spLocks noGrp="1"/>
          </p:cNvSpPr>
          <p:nvPr>
            <p:ph type="sldNum" sz="quarter" idx="5"/>
          </p:nvPr>
        </p:nvSpPr>
        <p:spPr/>
        <p:txBody>
          <a:bodyPr/>
          <a:lstStyle/>
          <a:p>
            <a:fld id="{D6DE5A3E-F11E-41F0-A9D1-DAF15D4443FF}" type="slidenum">
              <a:rPr lang="en-US" smtClean="0"/>
              <a:t>27</a:t>
            </a:fld>
            <a:endParaRPr lang="en-US"/>
          </a:p>
        </p:txBody>
      </p:sp>
    </p:spTree>
    <p:extLst>
      <p:ext uri="{BB962C8B-B14F-4D97-AF65-F5344CB8AC3E}">
        <p14:creationId xmlns:p14="http://schemas.microsoft.com/office/powerpoint/2010/main" val="2186000784"/>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93B387-4A5C-0F8A-B861-C151250D71E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3FBB632-AE40-ED7A-4BAF-B799364478C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C7474AA-4184-26DC-C0FF-43D41C530738}"/>
              </a:ext>
            </a:extLst>
          </p:cNvPr>
          <p:cNvSpPr>
            <a:spLocks noGrp="1"/>
          </p:cNvSpPr>
          <p:nvPr>
            <p:ph type="body" idx="1"/>
          </p:nvPr>
        </p:nvSpPr>
        <p:spPr/>
        <p:txBody>
          <a:bodyPr/>
          <a:lstStyle/>
          <a:p>
            <a:pPr marL="0" marR="0" lvl="0" indent="0">
              <a:lnSpc>
                <a:spcPct val="107000"/>
              </a:lnSpc>
              <a:spcBef>
                <a:spcPts val="0"/>
              </a:spcBef>
              <a:spcAft>
                <a:spcPts val="800"/>
              </a:spcAft>
              <a:buFont typeface="+mj-lt"/>
              <a:buNone/>
            </a:pP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6F970086-9195-4E2A-BDCC-21D8DB02B961}"/>
              </a:ext>
            </a:extLst>
          </p:cNvPr>
          <p:cNvSpPr>
            <a:spLocks noGrp="1"/>
          </p:cNvSpPr>
          <p:nvPr>
            <p:ph type="sldNum" sz="quarter" idx="5"/>
          </p:nvPr>
        </p:nvSpPr>
        <p:spPr/>
        <p:txBody>
          <a:bodyPr/>
          <a:lstStyle/>
          <a:p>
            <a:fld id="{D6DE5A3E-F11E-41F0-A9D1-DAF15D4443FF}" type="slidenum">
              <a:rPr lang="en-US" smtClean="0"/>
              <a:t>28</a:t>
            </a:fld>
            <a:endParaRPr lang="en-US"/>
          </a:p>
        </p:txBody>
      </p:sp>
    </p:spTree>
    <p:extLst>
      <p:ext uri="{BB962C8B-B14F-4D97-AF65-F5344CB8AC3E}">
        <p14:creationId xmlns:p14="http://schemas.microsoft.com/office/powerpoint/2010/main" val="2742432657"/>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D8F4BF-8F0D-B668-BFFE-4C305CE305A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710350A-33FE-8AF1-41FB-EB778CC32D5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2DF0E46-8112-60FA-2389-7B46C69931F0}"/>
              </a:ext>
            </a:extLst>
          </p:cNvPr>
          <p:cNvSpPr>
            <a:spLocks noGrp="1"/>
          </p:cNvSpPr>
          <p:nvPr>
            <p:ph type="body" idx="1"/>
          </p:nvPr>
        </p:nvSpPr>
        <p:spPr/>
        <p:txBody>
          <a:bodyPr/>
          <a:lstStyle/>
          <a:p>
            <a:pPr marL="0" marR="0" lvl="0" indent="0">
              <a:lnSpc>
                <a:spcPct val="107000"/>
              </a:lnSpc>
              <a:spcBef>
                <a:spcPts val="0"/>
              </a:spcBef>
              <a:spcAft>
                <a:spcPts val="800"/>
              </a:spcAft>
              <a:buFont typeface="+mj-lt"/>
              <a:buNone/>
            </a:pP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FA96A56A-CC8B-D9D5-DB35-C0B8C5BAE7B5}"/>
              </a:ext>
            </a:extLst>
          </p:cNvPr>
          <p:cNvSpPr>
            <a:spLocks noGrp="1"/>
          </p:cNvSpPr>
          <p:nvPr>
            <p:ph type="sldNum" sz="quarter" idx="5"/>
          </p:nvPr>
        </p:nvSpPr>
        <p:spPr/>
        <p:txBody>
          <a:bodyPr/>
          <a:lstStyle/>
          <a:p>
            <a:fld id="{D6DE5A3E-F11E-41F0-A9D1-DAF15D4443FF}" type="slidenum">
              <a:rPr lang="en-US" smtClean="0"/>
              <a:t>29</a:t>
            </a:fld>
            <a:endParaRPr lang="en-US"/>
          </a:p>
        </p:txBody>
      </p:sp>
    </p:spTree>
    <p:extLst>
      <p:ext uri="{BB962C8B-B14F-4D97-AF65-F5344CB8AC3E}">
        <p14:creationId xmlns:p14="http://schemas.microsoft.com/office/powerpoint/2010/main" val="3891563390"/>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F9902B-B120-D770-C54B-77B99A94CAC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1E65F63-4CBA-C577-2DDC-BBC123B6996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A0BA9E2-8447-836F-EF6C-505B021A9CDC}"/>
              </a:ext>
            </a:extLst>
          </p:cNvPr>
          <p:cNvSpPr>
            <a:spLocks noGrp="1"/>
          </p:cNvSpPr>
          <p:nvPr>
            <p:ph type="body" idx="1"/>
          </p:nvPr>
        </p:nvSpPr>
        <p:spPr/>
        <p:txBody>
          <a:bodyPr/>
          <a:lstStyle/>
          <a:p>
            <a:pPr marL="0" marR="0" lvl="0" indent="0">
              <a:lnSpc>
                <a:spcPct val="107000"/>
              </a:lnSpc>
              <a:spcBef>
                <a:spcPts val="0"/>
              </a:spcBef>
              <a:spcAft>
                <a:spcPts val="800"/>
              </a:spcAft>
              <a:buFont typeface="+mj-lt"/>
              <a:buNone/>
            </a:pP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F5B79168-F59A-B1F9-0FA3-DCB2CFFB9C52}"/>
              </a:ext>
            </a:extLst>
          </p:cNvPr>
          <p:cNvSpPr>
            <a:spLocks noGrp="1"/>
          </p:cNvSpPr>
          <p:nvPr>
            <p:ph type="sldNum" sz="quarter" idx="5"/>
          </p:nvPr>
        </p:nvSpPr>
        <p:spPr/>
        <p:txBody>
          <a:bodyPr/>
          <a:lstStyle/>
          <a:p>
            <a:fld id="{D6DE5A3E-F11E-41F0-A9D1-DAF15D4443FF}" type="slidenum">
              <a:rPr lang="en-US" smtClean="0"/>
              <a:t>30</a:t>
            </a:fld>
            <a:endParaRPr lang="en-US"/>
          </a:p>
        </p:txBody>
      </p:sp>
    </p:spTree>
    <p:extLst>
      <p:ext uri="{BB962C8B-B14F-4D97-AF65-F5344CB8AC3E}">
        <p14:creationId xmlns:p14="http://schemas.microsoft.com/office/powerpoint/2010/main" val="1523018126"/>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92C06D-4019-5702-2E88-8023B5831BE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4B29D9B-A938-E6F2-81DF-EA8166E3BFD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1A2AEB7-B73D-2D6D-2C36-76C09919CFE5}"/>
              </a:ext>
            </a:extLst>
          </p:cNvPr>
          <p:cNvSpPr>
            <a:spLocks noGrp="1"/>
          </p:cNvSpPr>
          <p:nvPr>
            <p:ph type="body" idx="1"/>
          </p:nvPr>
        </p:nvSpPr>
        <p:spPr/>
        <p:txBody>
          <a:bodyPr/>
          <a:lstStyle/>
          <a:p>
            <a:pPr marL="0" marR="0" lvl="0" indent="0">
              <a:lnSpc>
                <a:spcPct val="107000"/>
              </a:lnSpc>
              <a:spcBef>
                <a:spcPts val="0"/>
              </a:spcBef>
              <a:spcAft>
                <a:spcPts val="800"/>
              </a:spcAft>
              <a:buFont typeface="+mj-lt"/>
              <a:buNone/>
            </a:pP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4A1E0A84-355C-B517-C2C9-9C67EF0508F0}"/>
              </a:ext>
            </a:extLst>
          </p:cNvPr>
          <p:cNvSpPr>
            <a:spLocks noGrp="1"/>
          </p:cNvSpPr>
          <p:nvPr>
            <p:ph type="sldNum" sz="quarter" idx="5"/>
          </p:nvPr>
        </p:nvSpPr>
        <p:spPr/>
        <p:txBody>
          <a:bodyPr/>
          <a:lstStyle/>
          <a:p>
            <a:fld id="{D6DE5A3E-F11E-41F0-A9D1-DAF15D4443FF}" type="slidenum">
              <a:rPr lang="en-US" smtClean="0"/>
              <a:t>31</a:t>
            </a:fld>
            <a:endParaRPr lang="en-US"/>
          </a:p>
        </p:txBody>
      </p:sp>
    </p:spTree>
    <p:extLst>
      <p:ext uri="{BB962C8B-B14F-4D97-AF65-F5344CB8AC3E}">
        <p14:creationId xmlns:p14="http://schemas.microsoft.com/office/powerpoint/2010/main" val="744615604"/>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358F5E-0768-4681-EC20-5B5EA84382F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1728B95-4094-D095-3944-6234302377B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3176E96-A290-4C40-0DA8-95A9353891C0}"/>
              </a:ext>
            </a:extLst>
          </p:cNvPr>
          <p:cNvSpPr>
            <a:spLocks noGrp="1"/>
          </p:cNvSpPr>
          <p:nvPr>
            <p:ph type="body" idx="1"/>
          </p:nvPr>
        </p:nvSpPr>
        <p:spPr/>
        <p:txBody>
          <a:bodyPr/>
          <a:lstStyle/>
          <a:p>
            <a:pPr marL="0" marR="0" lvl="0" indent="0">
              <a:lnSpc>
                <a:spcPct val="107000"/>
              </a:lnSpc>
              <a:spcBef>
                <a:spcPts val="0"/>
              </a:spcBef>
              <a:spcAft>
                <a:spcPts val="800"/>
              </a:spcAft>
              <a:buFont typeface="+mj-lt"/>
              <a:buNone/>
            </a:pP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C6DBCD88-004E-1109-CF5C-FC4A010CC27D}"/>
              </a:ext>
            </a:extLst>
          </p:cNvPr>
          <p:cNvSpPr>
            <a:spLocks noGrp="1"/>
          </p:cNvSpPr>
          <p:nvPr>
            <p:ph type="sldNum" sz="quarter" idx="5"/>
          </p:nvPr>
        </p:nvSpPr>
        <p:spPr/>
        <p:txBody>
          <a:bodyPr/>
          <a:lstStyle/>
          <a:p>
            <a:fld id="{D6DE5A3E-F11E-41F0-A9D1-DAF15D4443FF}" type="slidenum">
              <a:rPr lang="en-US" smtClean="0"/>
              <a:t>32</a:t>
            </a:fld>
            <a:endParaRPr lang="en-US"/>
          </a:p>
        </p:txBody>
      </p:sp>
    </p:spTree>
    <p:extLst>
      <p:ext uri="{BB962C8B-B14F-4D97-AF65-F5344CB8AC3E}">
        <p14:creationId xmlns:p14="http://schemas.microsoft.com/office/powerpoint/2010/main" val="4231372865"/>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FA73FD-FC7A-A004-D7DE-0F78E3715CB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766A9DF-769D-BDA1-E094-E55EBD909F2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6B5BA99-6081-A88E-A4CF-35BDF773470A}"/>
              </a:ext>
            </a:extLst>
          </p:cNvPr>
          <p:cNvSpPr>
            <a:spLocks noGrp="1"/>
          </p:cNvSpPr>
          <p:nvPr>
            <p:ph type="body" idx="1"/>
          </p:nvPr>
        </p:nvSpPr>
        <p:spPr/>
        <p:txBody>
          <a:bodyPr/>
          <a:lstStyle/>
          <a:p>
            <a:pPr marL="0" marR="0" lvl="0" indent="0">
              <a:lnSpc>
                <a:spcPct val="107000"/>
              </a:lnSpc>
              <a:spcBef>
                <a:spcPts val="0"/>
              </a:spcBef>
              <a:spcAft>
                <a:spcPts val="800"/>
              </a:spcAft>
              <a:buFont typeface="+mj-lt"/>
              <a:buNone/>
            </a:pP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3DD1520D-6D58-12D7-D25B-D4A35F69048F}"/>
              </a:ext>
            </a:extLst>
          </p:cNvPr>
          <p:cNvSpPr>
            <a:spLocks noGrp="1"/>
          </p:cNvSpPr>
          <p:nvPr>
            <p:ph type="sldNum" sz="quarter" idx="5"/>
          </p:nvPr>
        </p:nvSpPr>
        <p:spPr/>
        <p:txBody>
          <a:bodyPr/>
          <a:lstStyle/>
          <a:p>
            <a:fld id="{D6DE5A3E-F11E-41F0-A9D1-DAF15D4443FF}" type="slidenum">
              <a:rPr lang="en-US" smtClean="0"/>
              <a:t>33</a:t>
            </a:fld>
            <a:endParaRPr lang="en-US"/>
          </a:p>
        </p:txBody>
      </p:sp>
    </p:spTree>
    <p:extLst>
      <p:ext uri="{BB962C8B-B14F-4D97-AF65-F5344CB8AC3E}">
        <p14:creationId xmlns:p14="http://schemas.microsoft.com/office/powerpoint/2010/main" val="2473634064"/>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50FCD3-BC39-597E-2864-B43F1C4940F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CA7DFFE-F64E-3171-E809-A12EEDC1CC3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3C31A39-5314-E865-C7C6-CEA73251B748}"/>
              </a:ext>
            </a:extLst>
          </p:cNvPr>
          <p:cNvSpPr>
            <a:spLocks noGrp="1"/>
          </p:cNvSpPr>
          <p:nvPr>
            <p:ph type="body" idx="1"/>
          </p:nvPr>
        </p:nvSpPr>
        <p:spPr/>
        <p:txBody>
          <a:bodyPr/>
          <a:lstStyle/>
          <a:p>
            <a:pPr marL="0" marR="0" lvl="0" indent="0">
              <a:lnSpc>
                <a:spcPct val="107000"/>
              </a:lnSpc>
              <a:spcBef>
                <a:spcPts val="0"/>
              </a:spcBef>
              <a:spcAft>
                <a:spcPts val="800"/>
              </a:spcAft>
              <a:buFont typeface="+mj-lt"/>
              <a:buNone/>
            </a:pP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F485243B-9910-9636-1E95-7C5536CAD165}"/>
              </a:ext>
            </a:extLst>
          </p:cNvPr>
          <p:cNvSpPr>
            <a:spLocks noGrp="1"/>
          </p:cNvSpPr>
          <p:nvPr>
            <p:ph type="sldNum" sz="quarter" idx="5"/>
          </p:nvPr>
        </p:nvSpPr>
        <p:spPr/>
        <p:txBody>
          <a:bodyPr/>
          <a:lstStyle/>
          <a:p>
            <a:fld id="{D6DE5A3E-F11E-41F0-A9D1-DAF15D4443FF}" type="slidenum">
              <a:rPr lang="en-US" smtClean="0"/>
              <a:t>34</a:t>
            </a:fld>
            <a:endParaRPr lang="en-US"/>
          </a:p>
        </p:txBody>
      </p:sp>
    </p:spTree>
    <p:extLst>
      <p:ext uri="{BB962C8B-B14F-4D97-AF65-F5344CB8AC3E}">
        <p14:creationId xmlns:p14="http://schemas.microsoft.com/office/powerpoint/2010/main" val="66241085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4E117C-E6A2-24E5-F8C3-79AE9612E41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0D8A686-FA3B-7648-D122-2347C498D8A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F6F5960-047D-6CEB-7458-E55A8A565A22}"/>
              </a:ext>
            </a:extLst>
          </p:cNvPr>
          <p:cNvSpPr>
            <a:spLocks noGrp="1"/>
          </p:cNvSpPr>
          <p:nvPr>
            <p:ph type="body" idx="1"/>
          </p:nvPr>
        </p:nvSpPr>
        <p:spPr/>
        <p:txBody>
          <a:bodyPr/>
          <a:lstStyle/>
          <a:p>
            <a:pPr marL="0" marR="0" lvl="0" indent="0">
              <a:lnSpc>
                <a:spcPct val="107000"/>
              </a:lnSpc>
              <a:spcBef>
                <a:spcPts val="0"/>
              </a:spcBef>
              <a:spcAft>
                <a:spcPts val="800"/>
              </a:spcAft>
              <a:buFont typeface="+mj-lt"/>
              <a:buNone/>
            </a:pP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7F68D29E-EF52-FF0D-8C28-6EAEDF236FC2}"/>
              </a:ext>
            </a:extLst>
          </p:cNvPr>
          <p:cNvSpPr>
            <a:spLocks noGrp="1"/>
          </p:cNvSpPr>
          <p:nvPr>
            <p:ph type="sldNum" sz="quarter" idx="5"/>
          </p:nvPr>
        </p:nvSpPr>
        <p:spPr/>
        <p:txBody>
          <a:bodyPr/>
          <a:lstStyle/>
          <a:p>
            <a:fld id="{D6DE5A3E-F11E-41F0-A9D1-DAF15D4443FF}" type="slidenum">
              <a:rPr lang="en-US" smtClean="0"/>
              <a:t>35</a:t>
            </a:fld>
            <a:endParaRPr lang="en-US"/>
          </a:p>
        </p:txBody>
      </p:sp>
    </p:spTree>
    <p:extLst>
      <p:ext uri="{BB962C8B-B14F-4D97-AF65-F5344CB8AC3E}">
        <p14:creationId xmlns:p14="http://schemas.microsoft.com/office/powerpoint/2010/main" val="2692773427"/>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39F097-203D-534A-884C-21E3F62C15A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8B5D3E8-5824-1C7F-18F8-42AD395156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CC32818-4212-9AB9-271E-FE4F9279274F}"/>
              </a:ext>
            </a:extLst>
          </p:cNvPr>
          <p:cNvSpPr>
            <a:spLocks noGrp="1"/>
          </p:cNvSpPr>
          <p:nvPr>
            <p:ph type="body" idx="1"/>
          </p:nvPr>
        </p:nvSpPr>
        <p:spPr/>
        <p:txBody>
          <a:bodyPr/>
          <a:lstStyle/>
          <a:p>
            <a:pPr marL="0" marR="0" lvl="0" indent="0">
              <a:lnSpc>
                <a:spcPct val="107000"/>
              </a:lnSpc>
              <a:spcBef>
                <a:spcPts val="0"/>
              </a:spcBef>
              <a:spcAft>
                <a:spcPts val="800"/>
              </a:spcAft>
              <a:buFont typeface="+mj-lt"/>
              <a:buNone/>
            </a:pP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6739114A-E150-1205-6675-E12DE51B26EC}"/>
              </a:ext>
            </a:extLst>
          </p:cNvPr>
          <p:cNvSpPr>
            <a:spLocks noGrp="1"/>
          </p:cNvSpPr>
          <p:nvPr>
            <p:ph type="sldNum" sz="quarter" idx="5"/>
          </p:nvPr>
        </p:nvSpPr>
        <p:spPr/>
        <p:txBody>
          <a:bodyPr/>
          <a:lstStyle/>
          <a:p>
            <a:fld id="{D6DE5A3E-F11E-41F0-A9D1-DAF15D4443FF}" type="slidenum">
              <a:rPr lang="en-US" smtClean="0"/>
              <a:t>36</a:t>
            </a:fld>
            <a:endParaRPr lang="en-US"/>
          </a:p>
        </p:txBody>
      </p:sp>
    </p:spTree>
    <p:extLst>
      <p:ext uri="{BB962C8B-B14F-4D97-AF65-F5344CB8AC3E}">
        <p14:creationId xmlns:p14="http://schemas.microsoft.com/office/powerpoint/2010/main" val="3835997035"/>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2DFC99-2227-94E6-BEBA-155649E3AE7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03359F8-E97F-E8BF-7B96-226AD319A46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2617BBE-D575-237A-BF3F-8A0900D5DD75}"/>
              </a:ext>
            </a:extLst>
          </p:cNvPr>
          <p:cNvSpPr>
            <a:spLocks noGrp="1"/>
          </p:cNvSpPr>
          <p:nvPr>
            <p:ph type="body" idx="1"/>
          </p:nvPr>
        </p:nvSpPr>
        <p:spPr/>
        <p:txBody>
          <a:bodyPr/>
          <a:lstStyle/>
          <a:p>
            <a:pPr marL="0" marR="0" lvl="0" indent="0">
              <a:lnSpc>
                <a:spcPct val="107000"/>
              </a:lnSpc>
              <a:spcBef>
                <a:spcPts val="0"/>
              </a:spcBef>
              <a:spcAft>
                <a:spcPts val="800"/>
              </a:spcAft>
              <a:buFont typeface="+mj-lt"/>
              <a:buNone/>
            </a:pP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484AF6ED-A2A0-BF62-8620-B6DFAE6C3135}"/>
              </a:ext>
            </a:extLst>
          </p:cNvPr>
          <p:cNvSpPr>
            <a:spLocks noGrp="1"/>
          </p:cNvSpPr>
          <p:nvPr>
            <p:ph type="sldNum" sz="quarter" idx="5"/>
          </p:nvPr>
        </p:nvSpPr>
        <p:spPr/>
        <p:txBody>
          <a:bodyPr/>
          <a:lstStyle/>
          <a:p>
            <a:fld id="{D6DE5A3E-F11E-41F0-A9D1-DAF15D4443FF}" type="slidenum">
              <a:rPr lang="en-US" smtClean="0"/>
              <a:t>37</a:t>
            </a:fld>
            <a:endParaRPr lang="en-US"/>
          </a:p>
        </p:txBody>
      </p:sp>
    </p:spTree>
    <p:extLst>
      <p:ext uri="{BB962C8B-B14F-4D97-AF65-F5344CB8AC3E}">
        <p14:creationId xmlns:p14="http://schemas.microsoft.com/office/powerpoint/2010/main" val="3303278800"/>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986407-60C1-2DAA-1D2C-44132A06F79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7D876B3-3D10-2A9C-1D9C-6C898BB1D87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3BF2037-715B-8B5E-9A6C-AC6FDF7B812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202F625-D484-E516-185D-844EA1094F54}"/>
              </a:ext>
            </a:extLst>
          </p:cNvPr>
          <p:cNvSpPr>
            <a:spLocks noGrp="1"/>
          </p:cNvSpPr>
          <p:nvPr>
            <p:ph type="sldNum" sz="quarter" idx="5"/>
          </p:nvPr>
        </p:nvSpPr>
        <p:spPr/>
        <p:txBody>
          <a:bodyPr/>
          <a:lstStyle/>
          <a:p>
            <a:fld id="{D6DE5A3E-F11E-41F0-A9D1-DAF15D4443FF}" type="slidenum">
              <a:rPr lang="en-US" smtClean="0"/>
              <a:t>38</a:t>
            </a:fld>
            <a:endParaRPr lang="en-US"/>
          </a:p>
        </p:txBody>
      </p:sp>
    </p:spTree>
    <p:extLst>
      <p:ext uri="{BB962C8B-B14F-4D97-AF65-F5344CB8AC3E}">
        <p14:creationId xmlns:p14="http://schemas.microsoft.com/office/powerpoint/2010/main" val="2016436494"/>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C31E52-7420-756E-81B5-EFD4990C6C6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EB57209-D103-184B-FB51-3BDC9C353B0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BE8626D-1234-F898-A940-7B30CEFF88B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3A0BADB-254B-1AE5-91C3-89903A0BB9CB}"/>
              </a:ext>
            </a:extLst>
          </p:cNvPr>
          <p:cNvSpPr>
            <a:spLocks noGrp="1"/>
          </p:cNvSpPr>
          <p:nvPr>
            <p:ph type="sldNum" sz="quarter" idx="5"/>
          </p:nvPr>
        </p:nvSpPr>
        <p:spPr/>
        <p:txBody>
          <a:bodyPr/>
          <a:lstStyle/>
          <a:p>
            <a:fld id="{D6DE5A3E-F11E-41F0-A9D1-DAF15D4443FF}" type="slidenum">
              <a:rPr lang="en-US" smtClean="0"/>
              <a:t>39</a:t>
            </a:fld>
            <a:endParaRPr lang="en-US"/>
          </a:p>
        </p:txBody>
      </p:sp>
    </p:spTree>
    <p:extLst>
      <p:ext uri="{BB962C8B-B14F-4D97-AF65-F5344CB8AC3E}">
        <p14:creationId xmlns:p14="http://schemas.microsoft.com/office/powerpoint/2010/main" val="3927435460"/>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EDFEEA-B329-A976-27AC-4C2171FBFF7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59E42BC-D0B2-5AB5-91B3-9BEE7B19406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D84F262-70C7-1E89-1111-D99E1C7D9F71}"/>
              </a:ext>
            </a:extLst>
          </p:cNvPr>
          <p:cNvSpPr>
            <a:spLocks noGrp="1"/>
          </p:cNvSpPr>
          <p:nvPr>
            <p:ph type="body" idx="1"/>
          </p:nvPr>
        </p:nvSpPr>
        <p:spPr/>
        <p:txBody>
          <a:bodyPr/>
          <a:lstStyle/>
          <a:p>
            <a:pPr marL="0" marR="0" lvl="0" indent="0">
              <a:lnSpc>
                <a:spcPct val="107000"/>
              </a:lnSpc>
              <a:spcBef>
                <a:spcPts val="0"/>
              </a:spcBef>
              <a:spcAft>
                <a:spcPts val="800"/>
              </a:spcAft>
              <a:buFont typeface="+mj-lt"/>
              <a:buNone/>
            </a:pP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6410E766-E16F-FAF3-9169-EAB9F5818475}"/>
              </a:ext>
            </a:extLst>
          </p:cNvPr>
          <p:cNvSpPr>
            <a:spLocks noGrp="1"/>
          </p:cNvSpPr>
          <p:nvPr>
            <p:ph type="sldNum" sz="quarter" idx="5"/>
          </p:nvPr>
        </p:nvSpPr>
        <p:spPr/>
        <p:txBody>
          <a:bodyPr/>
          <a:lstStyle/>
          <a:p>
            <a:fld id="{D6DE5A3E-F11E-41F0-A9D1-DAF15D4443FF}" type="slidenum">
              <a:rPr lang="en-US" smtClean="0"/>
              <a:t>40</a:t>
            </a:fld>
            <a:endParaRPr lang="en-US"/>
          </a:p>
        </p:txBody>
      </p:sp>
    </p:spTree>
    <p:extLst>
      <p:ext uri="{BB962C8B-B14F-4D97-AF65-F5344CB8AC3E}">
        <p14:creationId xmlns:p14="http://schemas.microsoft.com/office/powerpoint/2010/main" val="2817502668"/>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D2F59A-5D63-3A9D-379E-71D50FB86FB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52F0BE7-960C-21B1-1508-DA1B5ECEFBF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0B33C7A-37B8-EE8F-ACE7-C2A4A84D415A}"/>
              </a:ext>
            </a:extLst>
          </p:cNvPr>
          <p:cNvSpPr>
            <a:spLocks noGrp="1"/>
          </p:cNvSpPr>
          <p:nvPr>
            <p:ph type="body" idx="1"/>
          </p:nvPr>
        </p:nvSpPr>
        <p:spPr/>
        <p:txBody>
          <a:bodyPr/>
          <a:lstStyle/>
          <a:p>
            <a:pPr marL="0" marR="0" lvl="0" indent="0">
              <a:lnSpc>
                <a:spcPct val="107000"/>
              </a:lnSpc>
              <a:spcBef>
                <a:spcPts val="0"/>
              </a:spcBef>
              <a:spcAft>
                <a:spcPts val="800"/>
              </a:spcAft>
              <a:buFont typeface="+mj-lt"/>
              <a:buNone/>
            </a:pP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D31F1453-159A-A588-35C5-0AEBDEC56BAC}"/>
              </a:ext>
            </a:extLst>
          </p:cNvPr>
          <p:cNvSpPr>
            <a:spLocks noGrp="1"/>
          </p:cNvSpPr>
          <p:nvPr>
            <p:ph type="sldNum" sz="quarter" idx="5"/>
          </p:nvPr>
        </p:nvSpPr>
        <p:spPr/>
        <p:txBody>
          <a:bodyPr/>
          <a:lstStyle/>
          <a:p>
            <a:fld id="{D6DE5A3E-F11E-41F0-A9D1-DAF15D4443FF}" type="slidenum">
              <a:rPr lang="en-US" smtClean="0"/>
              <a:t>41</a:t>
            </a:fld>
            <a:endParaRPr lang="en-US"/>
          </a:p>
        </p:txBody>
      </p:sp>
    </p:spTree>
    <p:extLst>
      <p:ext uri="{BB962C8B-B14F-4D97-AF65-F5344CB8AC3E}">
        <p14:creationId xmlns:p14="http://schemas.microsoft.com/office/powerpoint/2010/main" val="1967495258"/>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E05C73-51C2-D2F5-6BAC-6718B27BF1F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4743E18-AD70-F556-AE0E-C80B608CE10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E46D51E-E26B-AA0B-024D-0EEA3B90E4F4}"/>
              </a:ext>
            </a:extLst>
          </p:cNvPr>
          <p:cNvSpPr>
            <a:spLocks noGrp="1"/>
          </p:cNvSpPr>
          <p:nvPr>
            <p:ph type="body" idx="1"/>
          </p:nvPr>
        </p:nvSpPr>
        <p:spPr/>
        <p:txBody>
          <a:bodyPr/>
          <a:lstStyle/>
          <a:p>
            <a:pPr marL="0" marR="0" lvl="0" indent="0">
              <a:lnSpc>
                <a:spcPct val="107000"/>
              </a:lnSpc>
              <a:spcBef>
                <a:spcPts val="0"/>
              </a:spcBef>
              <a:spcAft>
                <a:spcPts val="800"/>
              </a:spcAft>
              <a:buFont typeface="+mj-lt"/>
              <a:buNone/>
            </a:pP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99A70634-ACCC-9F2A-B29E-173E6BA02D5B}"/>
              </a:ext>
            </a:extLst>
          </p:cNvPr>
          <p:cNvSpPr>
            <a:spLocks noGrp="1"/>
          </p:cNvSpPr>
          <p:nvPr>
            <p:ph type="sldNum" sz="quarter" idx="5"/>
          </p:nvPr>
        </p:nvSpPr>
        <p:spPr/>
        <p:txBody>
          <a:bodyPr/>
          <a:lstStyle/>
          <a:p>
            <a:fld id="{D6DE5A3E-F11E-41F0-A9D1-DAF15D4443FF}" type="slidenum">
              <a:rPr lang="en-US" smtClean="0"/>
              <a:t>42</a:t>
            </a:fld>
            <a:endParaRPr lang="en-US"/>
          </a:p>
        </p:txBody>
      </p:sp>
    </p:spTree>
    <p:extLst>
      <p:ext uri="{BB962C8B-B14F-4D97-AF65-F5344CB8AC3E}">
        <p14:creationId xmlns:p14="http://schemas.microsoft.com/office/powerpoint/2010/main" val="1084199894"/>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E61AD6-A4FB-18D7-549A-E5C4CB7DDFD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4225E56-1A91-5F39-FEA1-2A655540DF3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5181F59-F73E-F1FE-B9F8-9CE8D49136D6}"/>
              </a:ext>
            </a:extLst>
          </p:cNvPr>
          <p:cNvSpPr>
            <a:spLocks noGrp="1"/>
          </p:cNvSpPr>
          <p:nvPr>
            <p:ph type="body" idx="1"/>
          </p:nvPr>
        </p:nvSpPr>
        <p:spPr/>
        <p:txBody>
          <a:bodyPr/>
          <a:lstStyle/>
          <a:p>
            <a:pPr marL="0" marR="0" lvl="0" indent="0">
              <a:lnSpc>
                <a:spcPct val="107000"/>
              </a:lnSpc>
              <a:spcBef>
                <a:spcPts val="0"/>
              </a:spcBef>
              <a:spcAft>
                <a:spcPts val="800"/>
              </a:spcAft>
              <a:buFont typeface="+mj-lt"/>
              <a:buNone/>
            </a:pP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A1BE4118-74BB-D9F8-0DF9-1A610C31BF92}"/>
              </a:ext>
            </a:extLst>
          </p:cNvPr>
          <p:cNvSpPr>
            <a:spLocks noGrp="1"/>
          </p:cNvSpPr>
          <p:nvPr>
            <p:ph type="sldNum" sz="quarter" idx="5"/>
          </p:nvPr>
        </p:nvSpPr>
        <p:spPr/>
        <p:txBody>
          <a:bodyPr/>
          <a:lstStyle/>
          <a:p>
            <a:fld id="{D6DE5A3E-F11E-41F0-A9D1-DAF15D4443FF}" type="slidenum">
              <a:rPr lang="en-US" smtClean="0"/>
              <a:t>43</a:t>
            </a:fld>
            <a:endParaRPr lang="en-US"/>
          </a:p>
        </p:txBody>
      </p:sp>
    </p:spTree>
    <p:extLst>
      <p:ext uri="{BB962C8B-B14F-4D97-AF65-F5344CB8AC3E}">
        <p14:creationId xmlns:p14="http://schemas.microsoft.com/office/powerpoint/2010/main" val="3696475777"/>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A87966-DDAE-225A-988D-17FCD0BF7C5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0784528-22E7-DF99-0064-AFF5B7EB605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E7BB514-CEC0-822F-B6CE-A932DE7B356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9723EBE-A068-3A3D-4680-EF798C6C7141}"/>
              </a:ext>
            </a:extLst>
          </p:cNvPr>
          <p:cNvSpPr>
            <a:spLocks noGrp="1"/>
          </p:cNvSpPr>
          <p:nvPr>
            <p:ph type="sldNum" sz="quarter" idx="5"/>
          </p:nvPr>
        </p:nvSpPr>
        <p:spPr/>
        <p:txBody>
          <a:bodyPr/>
          <a:lstStyle/>
          <a:p>
            <a:fld id="{D6DE5A3E-F11E-41F0-A9D1-DAF15D4443FF}" type="slidenum">
              <a:rPr lang="en-US" smtClean="0"/>
              <a:t>44</a:t>
            </a:fld>
            <a:endParaRPr lang="en-US"/>
          </a:p>
        </p:txBody>
      </p:sp>
    </p:spTree>
    <p:extLst>
      <p:ext uri="{BB962C8B-B14F-4D97-AF65-F5344CB8AC3E}">
        <p14:creationId xmlns:p14="http://schemas.microsoft.com/office/powerpoint/2010/main" val="59982737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09/06/2026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09/06/2026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09/06/2026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09/06/2026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09/06/2026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09/06/2026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09/06/2026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09/06/2026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09/06/2026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09/06/2026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09/06/2026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09/06/2026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7.xml"/><Relationship Id="rId4" Type="http://schemas.openxmlformats.org/officeDocument/2006/relationships/image" Target="../media/image1.png"/></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8.xml"/><Relationship Id="rId4" Type="http://schemas.openxmlformats.org/officeDocument/2006/relationships/image" Target="../media/image1.png"/></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7.xml"/><Relationship Id="rId4" Type="http://schemas.openxmlformats.org/officeDocument/2006/relationships/image" Target="../media/image1.png"/></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7.xml"/><Relationship Id="rId4" Type="http://schemas.openxmlformats.org/officeDocument/2006/relationships/image" Target="../media/image1.png"/></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8.xml"/><Relationship Id="rId4" Type="http://schemas.openxmlformats.org/officeDocument/2006/relationships/image" Target="../media/image1.png"/></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8.xml"/><Relationship Id="rId4" Type="http://schemas.openxmlformats.org/officeDocument/2006/relationships/image" Target="../media/image1.png"/></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7.xml"/><Relationship Id="rId4" Type="http://schemas.openxmlformats.org/officeDocument/2006/relationships/image" Target="../media/image1.png"/></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7.xml"/><Relationship Id="rId4" Type="http://schemas.openxmlformats.org/officeDocument/2006/relationships/image" Target="../media/image1.png"/></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xml"/><Relationship Id="rId1" Type="http://schemas.openxmlformats.org/officeDocument/2006/relationships/slideLayout" Target="../slideLayouts/slideLayout7.xml"/><Relationship Id="rId4" Type="http://schemas.openxmlformats.org/officeDocument/2006/relationships/image" Target="../media/image1.png"/></Relationships>
</file>

<file path=ppt/slides/_rels/slide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xml"/><Relationship Id="rId1" Type="http://schemas.openxmlformats.org/officeDocument/2006/relationships/slideLayout" Target="../slideLayouts/slideLayout7.xml"/><Relationship Id="rId4" Type="http://schemas.openxmlformats.org/officeDocument/2006/relationships/image" Target="../media/image1.png"/></Relationships>
</file>

<file path=ppt/slides/_rels/slide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2.xml"/><Relationship Id="rId1" Type="http://schemas.openxmlformats.org/officeDocument/2006/relationships/slideLayout" Target="../slideLayouts/slideLayout8.xml"/><Relationship Id="rId4" Type="http://schemas.openxmlformats.org/officeDocument/2006/relationships/image" Target="../media/image1.png"/></Relationships>
</file>

<file path=ppt/slides/_rels/slide1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3.xml"/><Relationship Id="rId1" Type="http://schemas.openxmlformats.org/officeDocument/2006/relationships/slideLayout" Target="../slideLayouts/slideLayout8.xml"/><Relationship Id="rId4" Type="http://schemas.openxmlformats.org/officeDocument/2006/relationships/image" Target="../media/image1.png"/></Relationships>
</file>

<file path=ppt/slides/_rels/slide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4.xml"/><Relationship Id="rId1" Type="http://schemas.openxmlformats.org/officeDocument/2006/relationships/slideLayout" Target="../slideLayouts/slideLayout7.xml"/><Relationship Id="rId4" Type="http://schemas.openxmlformats.org/officeDocument/2006/relationships/image" Target="../media/image1.png"/></Relationships>
</file>

<file path=ppt/slides/_rels/slide1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5.xml"/><Relationship Id="rId1" Type="http://schemas.openxmlformats.org/officeDocument/2006/relationships/slideLayout" Target="../slideLayouts/slideLayout7.xml"/><Relationship Id="rId4" Type="http://schemas.openxmlformats.org/officeDocument/2006/relationships/image" Target="../media/image1.png"/></Relationships>
</file>

<file path=ppt/slides/_rels/slide1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6.xml"/><Relationship Id="rId1" Type="http://schemas.openxmlformats.org/officeDocument/2006/relationships/slideLayout" Target="../slideLayouts/slideLayout8.xml"/><Relationship Id="rId4" Type="http://schemas.openxmlformats.org/officeDocument/2006/relationships/image" Target="../media/image1.png"/></Relationships>
</file>

<file path=ppt/slides/_rels/slide1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7.xml"/><Relationship Id="rId1" Type="http://schemas.openxmlformats.org/officeDocument/2006/relationships/slideLayout" Target="../slideLayouts/slideLayout8.xml"/><Relationship Id="rId4" Type="http://schemas.openxmlformats.org/officeDocument/2006/relationships/image" Target="../media/image1.png"/></Relationships>
</file>

<file path=ppt/slides/_rels/slide1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8.xml"/><Relationship Id="rId1" Type="http://schemas.openxmlformats.org/officeDocument/2006/relationships/slideLayout" Target="../slideLayouts/slideLayout7.xml"/><Relationship Id="rId4" Type="http://schemas.openxmlformats.org/officeDocument/2006/relationships/image" Target="../media/image1.png"/></Relationships>
</file>

<file path=ppt/slides/_rels/slide1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9.xml"/><Relationship Id="rId1" Type="http://schemas.openxmlformats.org/officeDocument/2006/relationships/slideLayout" Target="../slideLayouts/slideLayout7.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1.png"/></Relationships>
</file>

<file path=ppt/slides/_rels/slide2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0.xml"/><Relationship Id="rId1" Type="http://schemas.openxmlformats.org/officeDocument/2006/relationships/slideLayout" Target="../slideLayouts/slideLayout7.xml"/><Relationship Id="rId5" Type="http://schemas.openxmlformats.org/officeDocument/2006/relationships/image" Target="../media/image5.png"/><Relationship Id="rId4" Type="http://schemas.openxmlformats.org/officeDocument/2006/relationships/image" Target="../media/image1.png"/></Relationships>
</file>

<file path=ppt/slides/_rels/slide2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1.xml"/><Relationship Id="rId1" Type="http://schemas.openxmlformats.org/officeDocument/2006/relationships/slideLayout" Target="../slideLayouts/slideLayout7.xml"/><Relationship Id="rId5" Type="http://schemas.openxmlformats.org/officeDocument/2006/relationships/image" Target="../media/image6.png"/><Relationship Id="rId4" Type="http://schemas.openxmlformats.org/officeDocument/2006/relationships/image" Target="../media/image1.png"/></Relationships>
</file>

<file path=ppt/slides/_rels/slide2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2.xml"/><Relationship Id="rId1" Type="http://schemas.openxmlformats.org/officeDocument/2006/relationships/slideLayout" Target="../slideLayouts/slideLayout7.xml"/><Relationship Id="rId5" Type="http://schemas.openxmlformats.org/officeDocument/2006/relationships/image" Target="../media/image7.png"/><Relationship Id="rId4" Type="http://schemas.openxmlformats.org/officeDocument/2006/relationships/image" Target="../media/image1.png"/></Relationships>
</file>

<file path=ppt/slides/_rels/slide2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3.xml"/><Relationship Id="rId1" Type="http://schemas.openxmlformats.org/officeDocument/2006/relationships/slideLayout" Target="../slideLayouts/slideLayout7.xml"/><Relationship Id="rId5" Type="http://schemas.openxmlformats.org/officeDocument/2006/relationships/image" Target="../media/image8.png"/><Relationship Id="rId4" Type="http://schemas.openxmlformats.org/officeDocument/2006/relationships/image" Target="../media/image1.png"/></Relationships>
</file>

<file path=ppt/slides/_rels/slide2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4.xml"/><Relationship Id="rId1" Type="http://schemas.openxmlformats.org/officeDocument/2006/relationships/slideLayout" Target="../slideLayouts/slideLayout7.xml"/><Relationship Id="rId5" Type="http://schemas.openxmlformats.org/officeDocument/2006/relationships/image" Target="../media/image9.png"/><Relationship Id="rId4" Type="http://schemas.openxmlformats.org/officeDocument/2006/relationships/image" Target="../media/image1.png"/></Relationships>
</file>

<file path=ppt/slides/_rels/slide2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5.xml"/><Relationship Id="rId1" Type="http://schemas.openxmlformats.org/officeDocument/2006/relationships/slideLayout" Target="../slideLayouts/slideLayout7.xml"/><Relationship Id="rId5" Type="http://schemas.openxmlformats.org/officeDocument/2006/relationships/image" Target="../media/image10.png"/><Relationship Id="rId4" Type="http://schemas.openxmlformats.org/officeDocument/2006/relationships/image" Target="../media/image1.png"/></Relationships>
</file>

<file path=ppt/slides/_rels/slide2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6.xml"/><Relationship Id="rId1" Type="http://schemas.openxmlformats.org/officeDocument/2006/relationships/slideLayout" Target="../slideLayouts/slideLayout7.xml"/><Relationship Id="rId5" Type="http://schemas.openxmlformats.org/officeDocument/2006/relationships/image" Target="../media/image11.png"/><Relationship Id="rId4" Type="http://schemas.openxmlformats.org/officeDocument/2006/relationships/image" Target="../media/image1.png"/></Relationships>
</file>

<file path=ppt/slides/_rels/slide2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7.xml"/><Relationship Id="rId1" Type="http://schemas.openxmlformats.org/officeDocument/2006/relationships/slideLayout" Target="../slideLayouts/slideLayout7.xml"/><Relationship Id="rId5" Type="http://schemas.openxmlformats.org/officeDocument/2006/relationships/image" Target="../media/image12.png"/><Relationship Id="rId4" Type="http://schemas.openxmlformats.org/officeDocument/2006/relationships/image" Target="../media/image1.png"/></Relationships>
</file>

<file path=ppt/slides/_rels/slide2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8.xml"/><Relationship Id="rId1" Type="http://schemas.openxmlformats.org/officeDocument/2006/relationships/slideLayout" Target="../slideLayouts/slideLayout7.xml"/><Relationship Id="rId5" Type="http://schemas.openxmlformats.org/officeDocument/2006/relationships/image" Target="../media/image13.png"/><Relationship Id="rId4" Type="http://schemas.openxmlformats.org/officeDocument/2006/relationships/image" Target="../media/image1.png"/></Relationships>
</file>

<file path=ppt/slides/_rels/slide2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9.xml"/><Relationship Id="rId1" Type="http://schemas.openxmlformats.org/officeDocument/2006/relationships/slideLayout" Target="../slideLayouts/slideLayout7.xml"/><Relationship Id="rId5" Type="http://schemas.openxmlformats.org/officeDocument/2006/relationships/image" Target="../media/image14.png"/><Relationship Id="rId4" Type="http://schemas.openxmlformats.org/officeDocument/2006/relationships/image" Target="../media/image1.png"/></Relationships>
</file>

<file path=ppt/slides/_rels/slide3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0.xml"/><Relationship Id="rId1" Type="http://schemas.openxmlformats.org/officeDocument/2006/relationships/slideLayout" Target="../slideLayouts/slideLayout7.xml"/><Relationship Id="rId5" Type="http://schemas.openxmlformats.org/officeDocument/2006/relationships/image" Target="../media/image15.png"/><Relationship Id="rId4" Type="http://schemas.openxmlformats.org/officeDocument/2006/relationships/image" Target="../media/image1.png"/></Relationships>
</file>

<file path=ppt/slides/_rels/slide3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1.xml"/><Relationship Id="rId1" Type="http://schemas.openxmlformats.org/officeDocument/2006/relationships/slideLayout" Target="../slideLayouts/slideLayout7.xml"/><Relationship Id="rId5" Type="http://schemas.openxmlformats.org/officeDocument/2006/relationships/image" Target="../media/image16.png"/><Relationship Id="rId4" Type="http://schemas.openxmlformats.org/officeDocument/2006/relationships/image" Target="../media/image1.png"/></Relationships>
</file>

<file path=ppt/slides/_rels/slide3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2.xml"/><Relationship Id="rId1" Type="http://schemas.openxmlformats.org/officeDocument/2006/relationships/slideLayout" Target="../slideLayouts/slideLayout7.xml"/><Relationship Id="rId5" Type="http://schemas.openxmlformats.org/officeDocument/2006/relationships/image" Target="../media/image17.png"/><Relationship Id="rId4" Type="http://schemas.openxmlformats.org/officeDocument/2006/relationships/image" Target="../media/image1.png"/></Relationships>
</file>

<file path=ppt/slides/_rels/slide3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3.xml"/><Relationship Id="rId1" Type="http://schemas.openxmlformats.org/officeDocument/2006/relationships/slideLayout" Target="../slideLayouts/slideLayout7.xml"/><Relationship Id="rId5" Type="http://schemas.openxmlformats.org/officeDocument/2006/relationships/image" Target="../media/image18.png"/><Relationship Id="rId4" Type="http://schemas.openxmlformats.org/officeDocument/2006/relationships/image" Target="../media/image1.png"/></Relationships>
</file>

<file path=ppt/slides/_rels/slide3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4.xml"/><Relationship Id="rId1" Type="http://schemas.openxmlformats.org/officeDocument/2006/relationships/slideLayout" Target="../slideLayouts/slideLayout7.xml"/><Relationship Id="rId5" Type="http://schemas.openxmlformats.org/officeDocument/2006/relationships/image" Target="../media/image19.png"/><Relationship Id="rId4" Type="http://schemas.openxmlformats.org/officeDocument/2006/relationships/image" Target="../media/image1.png"/></Relationships>
</file>

<file path=ppt/slides/_rels/slide3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5.xml"/><Relationship Id="rId1" Type="http://schemas.openxmlformats.org/officeDocument/2006/relationships/slideLayout" Target="../slideLayouts/slideLayout7.xml"/><Relationship Id="rId5" Type="http://schemas.openxmlformats.org/officeDocument/2006/relationships/image" Target="../media/image20.png"/><Relationship Id="rId4" Type="http://schemas.openxmlformats.org/officeDocument/2006/relationships/image" Target="../media/image1.png"/></Relationships>
</file>

<file path=ppt/slides/_rels/slide3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6.xml"/><Relationship Id="rId1" Type="http://schemas.openxmlformats.org/officeDocument/2006/relationships/slideLayout" Target="../slideLayouts/slideLayout7.xml"/><Relationship Id="rId5" Type="http://schemas.openxmlformats.org/officeDocument/2006/relationships/image" Target="../media/image21.png"/><Relationship Id="rId4" Type="http://schemas.openxmlformats.org/officeDocument/2006/relationships/image" Target="../media/image1.png"/></Relationships>
</file>

<file path=ppt/slides/_rels/slide37.xml.rels><?xml version="1.0" encoding="UTF-8" standalone="yes"?>
<Relationships xmlns="http://schemas.openxmlformats.org/package/2006/relationships"><Relationship Id="rId8" Type="http://schemas.openxmlformats.org/officeDocument/2006/relationships/image" Target="../media/image25.png"/><Relationship Id="rId3" Type="http://schemas.openxmlformats.org/officeDocument/2006/relationships/image" Target="../media/image2.png"/><Relationship Id="rId7" Type="http://schemas.openxmlformats.org/officeDocument/2006/relationships/image" Target="../media/image24.png"/><Relationship Id="rId2" Type="http://schemas.openxmlformats.org/officeDocument/2006/relationships/notesSlide" Target="../notesSlides/notesSlide37.xml"/><Relationship Id="rId1" Type="http://schemas.openxmlformats.org/officeDocument/2006/relationships/slideLayout" Target="../slideLayouts/slideLayout7.xml"/><Relationship Id="rId6" Type="http://schemas.openxmlformats.org/officeDocument/2006/relationships/image" Target="../media/image23.png"/><Relationship Id="rId5" Type="http://schemas.openxmlformats.org/officeDocument/2006/relationships/image" Target="../media/image22.png"/><Relationship Id="rId4" Type="http://schemas.openxmlformats.org/officeDocument/2006/relationships/image" Target="../media/image1.png"/></Relationships>
</file>

<file path=ppt/slides/_rels/slide3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8.xml"/><Relationship Id="rId1" Type="http://schemas.openxmlformats.org/officeDocument/2006/relationships/slideLayout" Target="../slideLayouts/slideLayout8.xml"/><Relationship Id="rId4" Type="http://schemas.openxmlformats.org/officeDocument/2006/relationships/image" Target="../media/image1.png"/></Relationships>
</file>

<file path=ppt/slides/_rels/slide3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9.xml"/><Relationship Id="rId1" Type="http://schemas.openxmlformats.org/officeDocument/2006/relationships/slideLayout" Target="../slideLayouts/slideLayout8.xml"/><Relationship Id="rId4" Type="http://schemas.openxmlformats.org/officeDocument/2006/relationships/image" Target="../media/image1.png"/></Relationships>
</file>

<file path=ppt/slides/_rels/slide4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0.xml"/><Relationship Id="rId1" Type="http://schemas.openxmlformats.org/officeDocument/2006/relationships/slideLayout" Target="../slideLayouts/slideLayout7.xml"/><Relationship Id="rId4" Type="http://schemas.openxmlformats.org/officeDocument/2006/relationships/image" Target="../media/image1.png"/></Relationships>
</file>

<file path=ppt/slides/_rels/slide4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1.xml"/><Relationship Id="rId1" Type="http://schemas.openxmlformats.org/officeDocument/2006/relationships/slideLayout" Target="../slideLayouts/slideLayout7.xml"/><Relationship Id="rId4" Type="http://schemas.openxmlformats.org/officeDocument/2006/relationships/image" Target="../media/image1.png"/></Relationships>
</file>

<file path=ppt/slides/_rels/slide4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2.xml"/><Relationship Id="rId1" Type="http://schemas.openxmlformats.org/officeDocument/2006/relationships/slideLayout" Target="../slideLayouts/slideLayout7.xml"/><Relationship Id="rId4" Type="http://schemas.openxmlformats.org/officeDocument/2006/relationships/image" Target="../media/image1.png"/></Relationships>
</file>

<file path=ppt/slides/_rels/slide4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3.xml"/><Relationship Id="rId1" Type="http://schemas.openxmlformats.org/officeDocument/2006/relationships/slideLayout" Target="../slideLayouts/slideLayout7.xml"/><Relationship Id="rId4" Type="http://schemas.openxmlformats.org/officeDocument/2006/relationships/image" Target="../media/image1.png"/></Relationships>
</file>

<file path=ppt/slides/_rels/slide4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4.xml"/><Relationship Id="rId1" Type="http://schemas.openxmlformats.org/officeDocument/2006/relationships/slideLayout" Target="../slideLayouts/slideLayout8.xml"/><Relationship Id="rId4"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3"/>
          <p:cNvSpPr txBox="1"/>
          <p:nvPr/>
        </p:nvSpPr>
        <p:spPr>
          <a:xfrm>
            <a:off x="-14064846" y="4229100"/>
            <a:ext cx="14064846" cy="2031325"/>
          </a:xfrm>
          <a:prstGeom prst="rect">
            <a:avLst/>
          </a:prstGeom>
        </p:spPr>
        <p:txBody>
          <a:bodyPr wrap="square" lIns="0" tIns="0" rIns="0" bIns="0" rtlCol="0" anchor="t">
            <a:spAutoFit/>
          </a:bodyPr>
          <a:lstStyle/>
          <a:p>
            <a:pPr algn="ctr"/>
            <a:r>
              <a:rPr lang="en-US" sz="4400" b="1" dirty="0">
                <a:latin typeface="Times New Roman" panose="02020603050405020304" pitchFamily="18" charset="0"/>
                <a:ea typeface="Times New Roman" panose="02020603050405020304" pitchFamily="18" charset="0"/>
                <a:cs typeface="Times New Roman" panose="02020603050405020304" pitchFamily="18" charset="0"/>
              </a:rPr>
              <a:t>ĐỀ TÀI: </a:t>
            </a:r>
            <a:r>
              <a:rPr lang="vi-VN" sz="4400" b="1" dirty="0">
                <a:latin typeface="Times New Roman" panose="02020603050405020304" pitchFamily="18" charset="0"/>
                <a:ea typeface="Times New Roman" panose="02020603050405020304" pitchFamily="18" charset="0"/>
              </a:rPr>
              <a:t>PHÁT TRIỂN ỨNG DỤNG TRẮC NGHIỆM HỖ TRỢ HỌC TẬP CHO SINH VIÊN KHOA CÔNG NGHỆ THÔNG TIN</a:t>
            </a:r>
            <a:endParaRPr lang="en-US" sz="3599" b="1" dirty="0">
              <a:solidFill>
                <a:srgbClr val="000000"/>
              </a:solidFill>
              <a:latin typeface="Times New Roman" panose="02020603050405020304" pitchFamily="18" charset="0"/>
              <a:cs typeface="Times New Roman" panose="02020603050405020304" pitchFamily="18" charset="0"/>
            </a:endParaRPr>
          </a:p>
        </p:txBody>
      </p:sp>
      <p:sp>
        <p:nvSpPr>
          <p:cNvPr id="28" name="TextBox 27">
            <a:extLst>
              <a:ext uri="{FF2B5EF4-FFF2-40B4-BE49-F238E27FC236}">
                <a16:creationId xmlns:a16="http://schemas.microsoft.com/office/drawing/2014/main" id="{3B7600F0-E768-46E3-B2C5-07CF27172810}"/>
              </a:ext>
            </a:extLst>
          </p:cNvPr>
          <p:cNvSpPr txBox="1"/>
          <p:nvPr/>
        </p:nvSpPr>
        <p:spPr>
          <a:xfrm>
            <a:off x="18211800" y="6743700"/>
            <a:ext cx="9220200" cy="1322606"/>
          </a:xfrm>
          <a:prstGeom prst="rect">
            <a:avLst/>
          </a:prstGeom>
          <a:noFill/>
        </p:spPr>
        <p:txBody>
          <a:bodyPr wrap="square" rtlCol="0">
            <a:spAutoFit/>
          </a:bodyPr>
          <a:lstStyle/>
          <a:p>
            <a:pPr lvl="0">
              <a:lnSpc>
                <a:spcPts val="5039"/>
              </a:lnSpc>
              <a:defRPr/>
            </a:pPr>
            <a:r>
              <a:rPr lang="vi-VN" sz="3599" b="1" dirty="0">
                <a:solidFill>
                  <a:srgbClr val="000000"/>
                </a:solidFill>
                <a:latin typeface="Times New Roman" panose="02020603050405020304" pitchFamily="18" charset="0"/>
                <a:cs typeface="Times New Roman" panose="02020603050405020304" pitchFamily="18" charset="0"/>
              </a:rPr>
              <a:t>Giảng</a:t>
            </a:r>
            <a:r>
              <a:rPr lang="en-US" sz="3599" b="1" dirty="0">
                <a:solidFill>
                  <a:srgbClr val="000000"/>
                </a:solidFill>
                <a:cs typeface="Times New Roman" panose="02020603050405020304" pitchFamily="18" charset="0"/>
              </a:rPr>
              <a:t> </a:t>
            </a:r>
            <a:r>
              <a:rPr lang="en-US" sz="3599" b="1" dirty="0" err="1">
                <a:solidFill>
                  <a:srgbClr val="000000"/>
                </a:solidFill>
                <a:latin typeface="Times New Roman" panose="02020603050405020304" pitchFamily="18" charset="0"/>
                <a:cs typeface="Times New Roman" panose="02020603050405020304" pitchFamily="18" charset="0"/>
              </a:rPr>
              <a:t>viên</a:t>
            </a:r>
            <a:r>
              <a:rPr lang="en-US" sz="3599" b="1" dirty="0">
                <a:solidFill>
                  <a:srgbClr val="000000"/>
                </a:solidFill>
                <a:latin typeface="Times New Roman" panose="02020603050405020304" pitchFamily="18" charset="0"/>
                <a:cs typeface="Times New Roman" panose="02020603050405020304" pitchFamily="18" charset="0"/>
              </a:rPr>
              <a:t> </a:t>
            </a:r>
            <a:r>
              <a:rPr lang="en-US" sz="3599" b="1" dirty="0" err="1">
                <a:solidFill>
                  <a:srgbClr val="000000"/>
                </a:solidFill>
                <a:latin typeface="Times New Roman" panose="02020603050405020304" pitchFamily="18" charset="0"/>
                <a:cs typeface="Times New Roman" panose="02020603050405020304" pitchFamily="18" charset="0"/>
              </a:rPr>
              <a:t>hướng</a:t>
            </a:r>
            <a:r>
              <a:rPr lang="en-US" sz="3599" b="1" dirty="0">
                <a:solidFill>
                  <a:srgbClr val="000000"/>
                </a:solidFill>
                <a:latin typeface="Times New Roman" panose="02020603050405020304" pitchFamily="18" charset="0"/>
                <a:cs typeface="Times New Roman" panose="02020603050405020304" pitchFamily="18" charset="0"/>
              </a:rPr>
              <a:t> </a:t>
            </a:r>
            <a:r>
              <a:rPr lang="en-US" sz="3599" b="1" dirty="0" err="1">
                <a:solidFill>
                  <a:srgbClr val="000000"/>
                </a:solidFill>
                <a:latin typeface="Times New Roman" panose="02020603050405020304" pitchFamily="18" charset="0"/>
                <a:cs typeface="Times New Roman" panose="02020603050405020304" pitchFamily="18" charset="0"/>
              </a:rPr>
              <a:t>dẫn</a:t>
            </a:r>
            <a:r>
              <a:rPr lang="en-US" sz="3599" b="1" dirty="0">
                <a:solidFill>
                  <a:srgbClr val="000000"/>
                </a:solidFill>
                <a:latin typeface="Times New Roman" panose="02020603050405020304" pitchFamily="18" charset="0"/>
                <a:cs typeface="Times New Roman" panose="02020603050405020304" pitchFamily="18" charset="0"/>
              </a:rPr>
              <a:t>: </a:t>
            </a:r>
            <a:r>
              <a:rPr lang="en-US" sz="3599" b="1" dirty="0" err="1">
                <a:solidFill>
                  <a:srgbClr val="000000"/>
                </a:solidFill>
                <a:latin typeface="Times New Roman" panose="02020603050405020304" pitchFamily="18" charset="0"/>
                <a:cs typeface="Times New Roman" panose="02020603050405020304" pitchFamily="18" charset="0"/>
              </a:rPr>
              <a:t>ThS</a:t>
            </a:r>
            <a:r>
              <a:rPr lang="en-US" sz="3599" b="1" dirty="0">
                <a:solidFill>
                  <a:srgbClr val="000000"/>
                </a:solidFill>
                <a:latin typeface="Times New Roman" panose="02020603050405020304" pitchFamily="18" charset="0"/>
                <a:cs typeface="Times New Roman" panose="02020603050405020304" pitchFamily="18" charset="0"/>
              </a:rPr>
              <a:t>. Nguyễn Thị Lan</a:t>
            </a:r>
          </a:p>
          <a:p>
            <a:pPr lvl="0">
              <a:lnSpc>
                <a:spcPts val="5039"/>
              </a:lnSpc>
              <a:defRPr/>
            </a:pPr>
            <a:r>
              <a:rPr lang="en-US" sz="3599" b="1" dirty="0">
                <a:solidFill>
                  <a:srgbClr val="000000"/>
                </a:solidFill>
                <a:latin typeface="Times New Roman" panose="02020603050405020304" pitchFamily="18" charset="0"/>
                <a:cs typeface="Times New Roman" panose="02020603050405020304" pitchFamily="18" charset="0"/>
              </a:rPr>
              <a:t>Sinh </a:t>
            </a:r>
            <a:r>
              <a:rPr lang="en-US" sz="3599" b="1" dirty="0" err="1">
                <a:solidFill>
                  <a:srgbClr val="000000"/>
                </a:solidFill>
                <a:latin typeface="Times New Roman" panose="02020603050405020304" pitchFamily="18" charset="0"/>
                <a:cs typeface="Times New Roman" panose="02020603050405020304" pitchFamily="18" charset="0"/>
              </a:rPr>
              <a:t>viên</a:t>
            </a:r>
            <a:r>
              <a:rPr lang="en-US" sz="3599" b="1" dirty="0">
                <a:solidFill>
                  <a:srgbClr val="000000"/>
                </a:solidFill>
                <a:latin typeface="Times New Roman" panose="02020603050405020304" pitchFamily="18" charset="0"/>
                <a:cs typeface="Times New Roman" panose="02020603050405020304" pitchFamily="18" charset="0"/>
              </a:rPr>
              <a:t> </a:t>
            </a:r>
            <a:r>
              <a:rPr lang="en-US" sz="3599" b="1" dirty="0" err="1">
                <a:solidFill>
                  <a:srgbClr val="000000"/>
                </a:solidFill>
                <a:latin typeface="Times New Roman" panose="02020603050405020304" pitchFamily="18" charset="0"/>
                <a:cs typeface="Times New Roman" panose="02020603050405020304" pitchFamily="18" charset="0"/>
              </a:rPr>
              <a:t>thực</a:t>
            </a:r>
            <a:r>
              <a:rPr lang="en-US" sz="3599" b="1" dirty="0">
                <a:solidFill>
                  <a:srgbClr val="000000"/>
                </a:solidFill>
                <a:latin typeface="Times New Roman" panose="02020603050405020304" pitchFamily="18" charset="0"/>
                <a:cs typeface="Times New Roman" panose="02020603050405020304" pitchFamily="18" charset="0"/>
              </a:rPr>
              <a:t> </a:t>
            </a:r>
            <a:r>
              <a:rPr lang="en-US" sz="3599" b="1" dirty="0" err="1">
                <a:solidFill>
                  <a:srgbClr val="000000"/>
                </a:solidFill>
                <a:latin typeface="Times New Roman" panose="02020603050405020304" pitchFamily="18" charset="0"/>
                <a:cs typeface="Times New Roman" panose="02020603050405020304" pitchFamily="18" charset="0"/>
              </a:rPr>
              <a:t>hiện</a:t>
            </a:r>
            <a:r>
              <a:rPr lang="en-US" sz="3599" b="1" dirty="0">
                <a:solidFill>
                  <a:srgbClr val="000000"/>
                </a:solidFill>
                <a:latin typeface="Times New Roman" panose="02020603050405020304" pitchFamily="18" charset="0"/>
                <a:cs typeface="Times New Roman" panose="02020603050405020304" pitchFamily="18" charset="0"/>
              </a:rPr>
              <a:t>: </a:t>
            </a:r>
            <a:r>
              <a:rPr lang="en-US" sz="3599" b="1" dirty="0" err="1">
                <a:solidFill>
                  <a:srgbClr val="000000"/>
                </a:solidFill>
                <a:latin typeface="Times New Roman" panose="02020603050405020304" pitchFamily="18" charset="0"/>
                <a:cs typeface="Times New Roman" panose="02020603050405020304" pitchFamily="18" charset="0"/>
              </a:rPr>
              <a:t>Trần</a:t>
            </a:r>
            <a:r>
              <a:rPr lang="en-US" sz="3599" b="1" dirty="0">
                <a:solidFill>
                  <a:srgbClr val="000000"/>
                </a:solidFill>
                <a:latin typeface="Times New Roman" panose="02020603050405020304" pitchFamily="18" charset="0"/>
                <a:cs typeface="Times New Roman" panose="02020603050405020304" pitchFamily="18" charset="0"/>
              </a:rPr>
              <a:t> Nguyễn Minh Hùng</a:t>
            </a:r>
          </a:p>
        </p:txBody>
      </p:sp>
      <p:grpSp>
        <p:nvGrpSpPr>
          <p:cNvPr id="19" name="Group 18">
            <a:extLst>
              <a:ext uri="{FF2B5EF4-FFF2-40B4-BE49-F238E27FC236}">
                <a16:creationId xmlns:a16="http://schemas.microsoft.com/office/drawing/2014/main" id="{9AC026B8-677F-828F-54F9-2B7AE7CA320E}"/>
              </a:ext>
            </a:extLst>
          </p:cNvPr>
          <p:cNvGrpSpPr/>
          <p:nvPr/>
        </p:nvGrpSpPr>
        <p:grpSpPr>
          <a:xfrm>
            <a:off x="0" y="0"/>
            <a:ext cx="18360000" cy="1188944"/>
            <a:chOff x="0" y="0"/>
            <a:chExt cx="18360000" cy="1188944"/>
          </a:xfrm>
        </p:grpSpPr>
        <p:sp>
          <p:nvSpPr>
            <p:cNvPr id="13" name="Rectangle 12">
              <a:extLst>
                <a:ext uri="{FF2B5EF4-FFF2-40B4-BE49-F238E27FC236}">
                  <a16:creationId xmlns:a16="http://schemas.microsoft.com/office/drawing/2014/main" id="{40E157B3-79BE-CADE-2A1A-934B4B661136}"/>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14" name="Rectangle 13">
              <a:extLst>
                <a:ext uri="{FF2B5EF4-FFF2-40B4-BE49-F238E27FC236}">
                  <a16:creationId xmlns:a16="http://schemas.microsoft.com/office/drawing/2014/main" id="{BB2067ED-8EB6-6E59-BC8A-981A145183E5}"/>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15" name="Rectangle 14">
              <a:extLst>
                <a:ext uri="{FF2B5EF4-FFF2-40B4-BE49-F238E27FC236}">
                  <a16:creationId xmlns:a16="http://schemas.microsoft.com/office/drawing/2014/main" id="{E9A8BD6B-80AC-6108-63DA-D5ED9E2482AA}"/>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18" name="Rectangle 17">
              <a:extLst>
                <a:ext uri="{FF2B5EF4-FFF2-40B4-BE49-F238E27FC236}">
                  <a16:creationId xmlns:a16="http://schemas.microsoft.com/office/drawing/2014/main" id="{66889627-AFDA-98BB-8B57-AFDD3F2C33F4}"/>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21" name="TextBox 20">
            <a:extLst>
              <a:ext uri="{FF2B5EF4-FFF2-40B4-BE49-F238E27FC236}">
                <a16:creationId xmlns:a16="http://schemas.microsoft.com/office/drawing/2014/main" id="{8AFAD781-582D-449C-9751-1ED260F49D7F}"/>
              </a:ext>
            </a:extLst>
          </p:cNvPr>
          <p:cNvSpPr txBox="1"/>
          <p:nvPr/>
        </p:nvSpPr>
        <p:spPr>
          <a:xfrm>
            <a:off x="-6525603"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16" name="Picture 15">
            <a:extLst>
              <a:ext uri="{FF2B5EF4-FFF2-40B4-BE49-F238E27FC236}">
                <a16:creationId xmlns:a16="http://schemas.microsoft.com/office/drawing/2014/main" id="{EF45DABB-56D2-4982-9B57-CC079A656191}"/>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479710" y="0"/>
            <a:ext cx="954107" cy="954107"/>
          </a:xfrm>
          <a:prstGeom prst="rect">
            <a:avLst/>
          </a:prstGeom>
        </p:spPr>
      </p:pic>
      <p:sp>
        <p:nvSpPr>
          <p:cNvPr id="17" name="Oval 16">
            <a:extLst>
              <a:ext uri="{FF2B5EF4-FFF2-40B4-BE49-F238E27FC236}">
                <a16:creationId xmlns:a16="http://schemas.microsoft.com/office/drawing/2014/main" id="{ECC93351-1136-41B5-841F-DFE45CC136C8}"/>
              </a:ext>
            </a:extLst>
          </p:cNvPr>
          <p:cNvSpPr/>
          <p:nvPr/>
        </p:nvSpPr>
        <p:spPr>
          <a:xfrm>
            <a:off x="18443316" y="-4821"/>
            <a:ext cx="954107" cy="957984"/>
          </a:xfrm>
          <a:prstGeom prst="ellipse">
            <a:avLst/>
          </a:prstGeom>
          <a:blipFill dpi="0" rotWithShape="1">
            <a:blip r:embed="rId4"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23" name="Rectangle 22">
            <a:extLst>
              <a:ext uri="{FF2B5EF4-FFF2-40B4-BE49-F238E27FC236}">
                <a16:creationId xmlns:a16="http://schemas.microsoft.com/office/drawing/2014/main" id="{77374624-9379-7BB0-3E57-C6FD8F6A020F}"/>
              </a:ext>
            </a:extLst>
          </p:cNvPr>
          <p:cNvSpPr/>
          <p:nvPr/>
        </p:nvSpPr>
        <p:spPr>
          <a:xfrm>
            <a:off x="-3810000" y="1186006"/>
            <a:ext cx="3810000" cy="1213966"/>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Tree>
    <p:extLst>
      <p:ext uri="{BB962C8B-B14F-4D97-AF65-F5344CB8AC3E}">
        <p14:creationId xmlns:p14="http://schemas.microsoft.com/office/powerpoint/2010/main" val="1528945817"/>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0" presetClass="path" presetSubtype="0" accel="50000" decel="50000" fill="hold" grpId="0" nodeType="withEffect">
                                  <p:stCondLst>
                                    <p:cond delay="0"/>
                                  </p:stCondLst>
                                  <p:childTnLst>
                                    <p:animMotion origin="layout" path="M 0.03455 -0.01343 L 0.88455 -0.00895 L 0.88455 -0.00911 " pathEditMode="relative" rAng="0" ptsTypes="AAA">
                                      <p:cBhvr>
                                        <p:cTn id="6" dur="1000" fill="hold"/>
                                        <p:tgtEl>
                                          <p:spTgt spid="3"/>
                                        </p:tgtEl>
                                        <p:attrNameLst>
                                          <p:attrName>ppt_x</p:attrName>
                                          <p:attrName>ppt_y</p:attrName>
                                        </p:attrNameLst>
                                      </p:cBhvr>
                                      <p:rCtr x="42500" y="216"/>
                                    </p:animMotion>
                                  </p:childTnLst>
                                </p:cTn>
                              </p:par>
                              <p:par>
                                <p:cTn id="7" presetID="0" presetClass="path" presetSubtype="0" accel="50000" decel="50000" fill="hold" grpId="0" nodeType="withEffect">
                                  <p:stCondLst>
                                    <p:cond delay="0"/>
                                  </p:stCondLst>
                                  <p:childTnLst>
                                    <p:animMotion origin="layout" path="M -0.00417 0.00216 L -0.34288 0.00216 L -0.34132 0.00216 " pathEditMode="relative" rAng="0" ptsTypes="AAA">
                                      <p:cBhvr>
                                        <p:cTn id="8" dur="1000" fill="hold"/>
                                        <p:tgtEl>
                                          <p:spTgt spid="17"/>
                                        </p:tgtEl>
                                        <p:attrNameLst>
                                          <p:attrName>ppt_x</p:attrName>
                                          <p:attrName>ppt_y</p:attrName>
                                        </p:attrNameLst>
                                      </p:cBhvr>
                                      <p:rCtr x="-16936" y="0"/>
                                    </p:animMotion>
                                  </p:childTnLst>
                                </p:cTn>
                              </p:par>
                              <p:par>
                                <p:cTn id="9" presetID="0" presetClass="path" presetSubtype="0" accel="50000" decel="50000" fill="hold" grpId="0" nodeType="withEffect">
                                  <p:stCondLst>
                                    <p:cond delay="0"/>
                                  </p:stCondLst>
                                  <p:childTnLst>
                                    <p:animMotion origin="layout" path="M -3.33333E-6 -2.22222E-6 L -0.57709 -0.00447 " pathEditMode="relative" rAng="0" ptsTypes="AA">
                                      <p:cBhvr>
                                        <p:cTn id="10" dur="1000" fill="hold"/>
                                        <p:tgtEl>
                                          <p:spTgt spid="28"/>
                                        </p:tgtEl>
                                        <p:attrNameLst>
                                          <p:attrName>ppt_x</p:attrName>
                                          <p:attrName>ppt_y</p:attrName>
                                        </p:attrNameLst>
                                      </p:cBhvr>
                                      <p:rCtr x="-28750" y="-355"/>
                                    </p:animMotion>
                                  </p:childTnLst>
                                </p:cTn>
                              </p:par>
                              <p:par>
                                <p:cTn id="11" presetID="0" presetClass="path" presetSubtype="0" accel="50000" decel="50000" fill="hold" grpId="0" nodeType="withEffect">
                                  <p:stCondLst>
                                    <p:cond delay="0"/>
                                  </p:stCondLst>
                                  <p:childTnLst>
                                    <p:animMotion origin="layout" path="M -3.88889E-6 -0.00633 L 0.68299 -0.00201 L 0.68299 -0.00185 " pathEditMode="relative" rAng="0" ptsTypes="AAA">
                                      <p:cBhvr>
                                        <p:cTn id="12" dur="1000" fill="hold"/>
                                        <p:tgtEl>
                                          <p:spTgt spid="21"/>
                                        </p:tgtEl>
                                        <p:attrNameLst>
                                          <p:attrName>ppt_x</p:attrName>
                                          <p:attrName>ppt_y</p:attrName>
                                        </p:attrNameLst>
                                      </p:cBhvr>
                                      <p:rCtr x="34149" y="216"/>
                                    </p:animMotion>
                                  </p:childTnLst>
                                </p:cTn>
                              </p:par>
                              <p:par>
                                <p:cTn id="13" presetID="0" presetClass="path" presetSubtype="0" accel="50000" decel="50000" fill="hold" nodeType="withEffect">
                                  <p:stCondLst>
                                    <p:cond delay="0"/>
                                  </p:stCondLst>
                                  <p:childTnLst>
                                    <p:animMotion origin="layout" path="M -0.0046 -0.00263 L 0.68247 0.00169 L 0.68247 0.00185 " pathEditMode="relative" rAng="0" ptsTypes="AAA">
                                      <p:cBhvr>
                                        <p:cTn id="14" dur="1000" fill="hold"/>
                                        <p:tgtEl>
                                          <p:spTgt spid="16"/>
                                        </p:tgtEl>
                                        <p:attrNameLst>
                                          <p:attrName>ppt_x</p:attrName>
                                          <p:attrName>ppt_y</p:attrName>
                                        </p:attrNameLst>
                                      </p:cBhvr>
                                      <p:rCtr x="34358" y="216"/>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28" grpId="0"/>
      <p:bldP spid="21" grpId="0"/>
      <p:bldP spid="17" grpId="0" animBg="1"/>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B55487-134B-EB0B-1C14-F0052CAA6A30}"/>
            </a:ext>
          </a:extLst>
        </p:cNvPr>
        <p:cNvGrpSpPr/>
        <p:nvPr/>
      </p:nvGrpSpPr>
      <p:grpSpPr>
        <a:xfrm>
          <a:off x="0" y="0"/>
          <a:ext cx="0" cy="0"/>
          <a:chOff x="0" y="0"/>
          <a:chExt cx="0" cy="0"/>
        </a:xfrm>
      </p:grpSpPr>
      <p:sp>
        <p:nvSpPr>
          <p:cNvPr id="36" name="Rectangle 35">
            <a:extLst>
              <a:ext uri="{FF2B5EF4-FFF2-40B4-BE49-F238E27FC236}">
                <a16:creationId xmlns:a16="http://schemas.microsoft.com/office/drawing/2014/main" id="{CBA7EBCD-4D83-67C1-05BF-8561BE1CBE50}"/>
              </a:ext>
            </a:extLst>
          </p:cNvPr>
          <p:cNvSpPr/>
          <p:nvPr/>
        </p:nvSpPr>
        <p:spPr>
          <a:xfrm>
            <a:off x="0" y="1186334"/>
            <a:ext cx="3810000" cy="1213966"/>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nvGrpSpPr>
          <p:cNvPr id="19" name="Group 18">
            <a:extLst>
              <a:ext uri="{FF2B5EF4-FFF2-40B4-BE49-F238E27FC236}">
                <a16:creationId xmlns:a16="http://schemas.microsoft.com/office/drawing/2014/main" id="{ABF5D183-73BD-2851-C291-6CC318FD43D2}"/>
              </a:ext>
            </a:extLst>
          </p:cNvPr>
          <p:cNvGrpSpPr/>
          <p:nvPr/>
        </p:nvGrpSpPr>
        <p:grpSpPr>
          <a:xfrm>
            <a:off x="0" y="0"/>
            <a:ext cx="18360000" cy="1188944"/>
            <a:chOff x="0" y="0"/>
            <a:chExt cx="18360000" cy="1188944"/>
          </a:xfrm>
        </p:grpSpPr>
        <p:sp>
          <p:nvSpPr>
            <p:cNvPr id="13" name="Rectangle 12">
              <a:extLst>
                <a:ext uri="{FF2B5EF4-FFF2-40B4-BE49-F238E27FC236}">
                  <a16:creationId xmlns:a16="http://schemas.microsoft.com/office/drawing/2014/main" id="{61096093-5EDC-701F-596A-6D6CEDF56488}"/>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14" name="Rectangle 13">
              <a:extLst>
                <a:ext uri="{FF2B5EF4-FFF2-40B4-BE49-F238E27FC236}">
                  <a16:creationId xmlns:a16="http://schemas.microsoft.com/office/drawing/2014/main" id="{02A2FECF-9505-EACB-BA00-3ADFF46DAB54}"/>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15" name="Rectangle 14">
              <a:extLst>
                <a:ext uri="{FF2B5EF4-FFF2-40B4-BE49-F238E27FC236}">
                  <a16:creationId xmlns:a16="http://schemas.microsoft.com/office/drawing/2014/main" id="{9B732BCE-0019-61E6-55A9-1EDA2325C931}"/>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18" name="Rectangle 17">
              <a:extLst>
                <a:ext uri="{FF2B5EF4-FFF2-40B4-BE49-F238E27FC236}">
                  <a16:creationId xmlns:a16="http://schemas.microsoft.com/office/drawing/2014/main" id="{A5930DC3-018D-0A70-A2F3-1B1795F93931}"/>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10" name="Oval 9">
            <a:extLst>
              <a:ext uri="{FF2B5EF4-FFF2-40B4-BE49-F238E27FC236}">
                <a16:creationId xmlns:a16="http://schemas.microsoft.com/office/drawing/2014/main" id="{44323E8B-550C-3898-5082-3B6F99926E32}"/>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2" name="TextBox 1">
            <a:extLst>
              <a:ext uri="{FF2B5EF4-FFF2-40B4-BE49-F238E27FC236}">
                <a16:creationId xmlns:a16="http://schemas.microsoft.com/office/drawing/2014/main" id="{C0A41488-65F7-A942-2441-A8D660BAD276}"/>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4" name="Picture 3">
            <a:extLst>
              <a:ext uri="{FF2B5EF4-FFF2-40B4-BE49-F238E27FC236}">
                <a16:creationId xmlns:a16="http://schemas.microsoft.com/office/drawing/2014/main" id="{AAA28652-0430-24C4-AC24-71783F02ADB9}"/>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sp>
        <p:nvSpPr>
          <p:cNvPr id="37" name="Rectangle 36">
            <a:extLst>
              <a:ext uri="{FF2B5EF4-FFF2-40B4-BE49-F238E27FC236}">
                <a16:creationId xmlns:a16="http://schemas.microsoft.com/office/drawing/2014/main" id="{BAC49CAF-BFCF-A585-E719-55357143B2B8}"/>
              </a:ext>
            </a:extLst>
          </p:cNvPr>
          <p:cNvSpPr/>
          <p:nvPr/>
        </p:nvSpPr>
        <p:spPr>
          <a:xfrm>
            <a:off x="3810000" y="2400300"/>
            <a:ext cx="14478000" cy="7878236"/>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5" name="Rectangle: Rounded Corners 34">
            <a:extLst>
              <a:ext uri="{FF2B5EF4-FFF2-40B4-BE49-F238E27FC236}">
                <a16:creationId xmlns:a16="http://schemas.microsoft.com/office/drawing/2014/main" id="{426BDC8E-EFA9-9D35-56DA-C03BB715C951}"/>
              </a:ext>
            </a:extLst>
          </p:cNvPr>
          <p:cNvSpPr/>
          <p:nvPr/>
        </p:nvSpPr>
        <p:spPr>
          <a:xfrm>
            <a:off x="135604" y="1238793"/>
            <a:ext cx="3505200" cy="1020412"/>
          </a:xfrm>
          <a:prstGeom prst="roundRect">
            <a:avLst/>
          </a:prstGeom>
          <a:solidFill>
            <a:srgbClr val="288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 name="TextBox 4">
            <a:extLst>
              <a:ext uri="{FF2B5EF4-FFF2-40B4-BE49-F238E27FC236}">
                <a16:creationId xmlns:a16="http://schemas.microsoft.com/office/drawing/2014/main" id="{FF6F89F3-CA9F-4A4B-BF5E-9C7CAA481DB1}"/>
              </a:ext>
            </a:extLst>
          </p:cNvPr>
          <p:cNvSpPr txBox="1"/>
          <p:nvPr/>
        </p:nvSpPr>
        <p:spPr>
          <a:xfrm>
            <a:off x="288004" y="1325218"/>
            <a:ext cx="3200400" cy="830997"/>
          </a:xfrm>
          <a:prstGeom prst="rect">
            <a:avLst/>
          </a:prstGeom>
          <a:noFill/>
          <a:ln>
            <a:noFill/>
          </a:ln>
        </p:spPr>
        <p:txBody>
          <a:bodyPr wrap="square" rtlCol="0">
            <a:spAutoFit/>
          </a:bodyPr>
          <a:lstStyle/>
          <a:p>
            <a:r>
              <a:rPr lang="en-US" sz="4800" dirty="0">
                <a:solidFill>
                  <a:schemeClr val="bg1"/>
                </a:solidFill>
                <a:latin typeface="Times New Roman" panose="02020603050405020304" pitchFamily="18" charset="0"/>
                <a:cs typeface="Times New Roman" panose="02020603050405020304" pitchFamily="18" charset="0"/>
              </a:rPr>
              <a:t>NỘI DUNG</a:t>
            </a:r>
          </a:p>
        </p:txBody>
      </p:sp>
      <p:sp>
        <p:nvSpPr>
          <p:cNvPr id="6" name="TextBox 5">
            <a:extLst>
              <a:ext uri="{FF2B5EF4-FFF2-40B4-BE49-F238E27FC236}">
                <a16:creationId xmlns:a16="http://schemas.microsoft.com/office/drawing/2014/main" id="{D18A09A1-4DA2-45F5-9982-63A32F0E5FFF}"/>
              </a:ext>
            </a:extLst>
          </p:cNvPr>
          <p:cNvSpPr txBox="1"/>
          <p:nvPr/>
        </p:nvSpPr>
        <p:spPr>
          <a:xfrm>
            <a:off x="3810000" y="2412254"/>
            <a:ext cx="14097000" cy="5603930"/>
          </a:xfrm>
          <a:prstGeom prst="rect">
            <a:avLst/>
          </a:prstGeom>
          <a:noFill/>
          <a:ln>
            <a:noFill/>
          </a:ln>
        </p:spPr>
        <p:txBody>
          <a:bodyPr wrap="square" rtlCol="0">
            <a:spAutoFit/>
          </a:bodyPr>
          <a:lstStyle/>
          <a:p>
            <a:pPr marL="742950" indent="-742950">
              <a:lnSpc>
                <a:spcPct val="200000"/>
              </a:lnSpc>
              <a:buAutoNum type="arabicPeriod"/>
            </a:pPr>
            <a:r>
              <a:rPr lang="en-US" sz="3600">
                <a:latin typeface="Times New Roman" panose="02020603050405020304" pitchFamily="18" charset="0"/>
                <a:cs typeface="Times New Roman" panose="02020603050405020304" pitchFamily="18" charset="0"/>
              </a:rPr>
              <a:t>GIỚI THIỆU</a:t>
            </a:r>
          </a:p>
          <a:p>
            <a:pPr marL="742950" indent="-742950">
              <a:lnSpc>
                <a:spcPct val="200000"/>
              </a:lnSpc>
              <a:buFontTx/>
              <a:buAutoNum type="arabicPeriod"/>
            </a:pPr>
            <a:r>
              <a:rPr lang="en-US" sz="3600">
                <a:latin typeface="Times New Roman" panose="02020603050405020304" pitchFamily="18" charset="0"/>
                <a:cs typeface="Times New Roman" panose="02020603050405020304" pitchFamily="18" charset="0"/>
              </a:rPr>
              <a:t>TÌNH HÌNH NGHIÊN CỨU TRONG VÀ NGOÀI NƯỚC</a:t>
            </a:r>
          </a:p>
          <a:p>
            <a:pPr marL="742950" indent="-742950">
              <a:lnSpc>
                <a:spcPct val="200000"/>
              </a:lnSpc>
              <a:buFontTx/>
              <a:buAutoNum type="arabicPeriod"/>
            </a:pPr>
            <a:r>
              <a:rPr lang="en-US" sz="3600">
                <a:latin typeface="Times New Roman" panose="02020603050405020304" pitchFamily="18" charset="0"/>
                <a:cs typeface="Times New Roman" panose="02020603050405020304" pitchFamily="18" charset="0"/>
              </a:rPr>
              <a:t>NỘI DUNG VÀ PHƯƠNG PHÁP NGHIÊN CỨU</a:t>
            </a:r>
          </a:p>
          <a:p>
            <a:pPr marL="742950" indent="-742950">
              <a:lnSpc>
                <a:spcPct val="200000"/>
              </a:lnSpc>
              <a:buFontTx/>
              <a:buAutoNum type="arabicPeriod"/>
            </a:pPr>
            <a:r>
              <a:rPr lang="en-US" sz="3600">
                <a:latin typeface="Times New Roman" panose="02020603050405020304" pitchFamily="18" charset="0"/>
                <a:cs typeface="Times New Roman" panose="02020603050405020304" pitchFamily="18" charset="0"/>
              </a:rPr>
              <a:t>KẾT QUẢ VÀ THẢO LUẬN</a:t>
            </a:r>
          </a:p>
          <a:p>
            <a:pPr marL="742950" indent="-742950">
              <a:lnSpc>
                <a:spcPct val="200000"/>
              </a:lnSpc>
              <a:buFontTx/>
              <a:buAutoNum type="arabicPeriod"/>
            </a:pPr>
            <a:r>
              <a:rPr lang="en-US" sz="3600">
                <a:latin typeface="Times New Roman" panose="02020603050405020304" pitchFamily="18" charset="0"/>
                <a:cs typeface="Times New Roman" panose="02020603050405020304" pitchFamily="18" charset="0"/>
              </a:rPr>
              <a:t>KẾT LUẬN VÀ ĐỀ NGHỊ</a:t>
            </a:r>
          </a:p>
        </p:txBody>
      </p:sp>
    </p:spTree>
    <p:extLst>
      <p:ext uri="{BB962C8B-B14F-4D97-AF65-F5344CB8AC3E}">
        <p14:creationId xmlns:p14="http://schemas.microsoft.com/office/powerpoint/2010/main" val="2956775619"/>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nodeType="with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 calcmode="lin" valueType="num">
                                      <p:cBhvr additive="base">
                                        <p:cTn id="7" dur="500" fill="hold"/>
                                        <p:tgtEl>
                                          <p:spTgt spid="5">
                                            <p:txEl>
                                              <p:pRg st="0" end="0"/>
                                            </p:txEl>
                                          </p:spTgt>
                                        </p:tgtEl>
                                        <p:attrNameLst>
                                          <p:attrName>ppt_x</p:attrName>
                                        </p:attrNameLst>
                                      </p:cBhvr>
                                      <p:tavLst>
                                        <p:tav tm="0">
                                          <p:val>
                                            <p:strVal val="0-#ppt_w/2"/>
                                          </p:val>
                                        </p:tav>
                                        <p:tav tm="100000">
                                          <p:val>
                                            <p:strVal val="#ppt_x"/>
                                          </p:val>
                                        </p:tav>
                                      </p:tavLst>
                                    </p:anim>
                                    <p:anim calcmode="lin" valueType="num">
                                      <p:cBhvr additive="base">
                                        <p:cTn id="8" dur="500" fill="hold"/>
                                        <p:tgtEl>
                                          <p:spTgt spid="5">
                                            <p:txEl>
                                              <p:pRg st="0" end="0"/>
                                            </p:txEl>
                                          </p:spTgt>
                                        </p:tgtEl>
                                        <p:attrNameLst>
                                          <p:attrName>ppt_y</p:attrName>
                                        </p:attrNameLst>
                                      </p:cBhvr>
                                      <p:tavLst>
                                        <p:tav tm="0">
                                          <p:val>
                                            <p:strVal val="#ppt_y"/>
                                          </p:val>
                                        </p:tav>
                                        <p:tav tm="100000">
                                          <p:val>
                                            <p:strVal val="#ppt_y"/>
                                          </p:val>
                                        </p:tav>
                                      </p:tavLst>
                                    </p:anim>
                                  </p:childTnLst>
                                </p:cTn>
                              </p:par>
                              <p:par>
                                <p:cTn id="9" presetID="2" presetClass="entr" presetSubtype="2" fill="hold" nodeType="withEffect">
                                  <p:stCondLst>
                                    <p:cond delay="0"/>
                                  </p:stCondLst>
                                  <p:childTnLst>
                                    <p:set>
                                      <p:cBhvr>
                                        <p:cTn id="10" dur="1" fill="hold">
                                          <p:stCondLst>
                                            <p:cond delay="0"/>
                                          </p:stCondLst>
                                        </p:cTn>
                                        <p:tgtEl>
                                          <p:spTgt spid="6">
                                            <p:txEl>
                                              <p:pRg st="0" end="0"/>
                                            </p:txEl>
                                          </p:spTgt>
                                        </p:tgtEl>
                                        <p:attrNameLst>
                                          <p:attrName>style.visibility</p:attrName>
                                        </p:attrNameLst>
                                      </p:cBhvr>
                                      <p:to>
                                        <p:strVal val="visible"/>
                                      </p:to>
                                    </p:set>
                                    <p:anim calcmode="lin" valueType="num">
                                      <p:cBhvr additive="base">
                                        <p:cTn id="11" dur="500" fill="hold"/>
                                        <p:tgtEl>
                                          <p:spTgt spid="6">
                                            <p:txEl>
                                              <p:pRg st="0" end="0"/>
                                            </p:txEl>
                                          </p:spTgt>
                                        </p:tgtEl>
                                        <p:attrNameLst>
                                          <p:attrName>ppt_x</p:attrName>
                                        </p:attrNameLst>
                                      </p:cBhvr>
                                      <p:tavLst>
                                        <p:tav tm="0">
                                          <p:val>
                                            <p:strVal val="1+#ppt_w/2"/>
                                          </p:val>
                                        </p:tav>
                                        <p:tav tm="100000">
                                          <p:val>
                                            <p:strVal val="#ppt_x"/>
                                          </p:val>
                                        </p:tav>
                                      </p:tavLst>
                                    </p:anim>
                                    <p:anim calcmode="lin" valueType="num">
                                      <p:cBhvr additive="base">
                                        <p:cTn id="12" dur="500" fill="hold"/>
                                        <p:tgtEl>
                                          <p:spTgt spid="6">
                                            <p:txEl>
                                              <p:pRg st="0" end="0"/>
                                            </p:txEl>
                                          </p:spTgt>
                                        </p:tgtEl>
                                        <p:attrNameLst>
                                          <p:attrName>ppt_y</p:attrName>
                                        </p:attrNameLst>
                                      </p:cBhvr>
                                      <p:tavLst>
                                        <p:tav tm="0">
                                          <p:val>
                                            <p:strVal val="#ppt_y"/>
                                          </p:val>
                                        </p:tav>
                                        <p:tav tm="100000">
                                          <p:val>
                                            <p:strVal val="#ppt_y"/>
                                          </p:val>
                                        </p:tav>
                                      </p:tavLst>
                                    </p:anim>
                                  </p:childTnLst>
                                </p:cTn>
                              </p:par>
                              <p:par>
                                <p:cTn id="13" presetID="2" presetClass="entr" presetSubtype="2" fill="hold" nodeType="withEffect">
                                  <p:stCondLst>
                                    <p:cond delay="0"/>
                                  </p:stCondLst>
                                  <p:childTnLst>
                                    <p:set>
                                      <p:cBhvr>
                                        <p:cTn id="14" dur="1" fill="hold">
                                          <p:stCondLst>
                                            <p:cond delay="0"/>
                                          </p:stCondLst>
                                        </p:cTn>
                                        <p:tgtEl>
                                          <p:spTgt spid="6">
                                            <p:txEl>
                                              <p:pRg st="1" end="1"/>
                                            </p:txEl>
                                          </p:spTgt>
                                        </p:tgtEl>
                                        <p:attrNameLst>
                                          <p:attrName>style.visibility</p:attrName>
                                        </p:attrNameLst>
                                      </p:cBhvr>
                                      <p:to>
                                        <p:strVal val="visible"/>
                                      </p:to>
                                    </p:set>
                                    <p:anim calcmode="lin" valueType="num">
                                      <p:cBhvr additive="base">
                                        <p:cTn id="15" dur="500" fill="hold"/>
                                        <p:tgtEl>
                                          <p:spTgt spid="6">
                                            <p:txEl>
                                              <p:pRg st="1" end="1"/>
                                            </p:txEl>
                                          </p:spTgt>
                                        </p:tgtEl>
                                        <p:attrNameLst>
                                          <p:attrName>ppt_x</p:attrName>
                                        </p:attrNameLst>
                                      </p:cBhvr>
                                      <p:tavLst>
                                        <p:tav tm="0">
                                          <p:val>
                                            <p:strVal val="1+#ppt_w/2"/>
                                          </p:val>
                                        </p:tav>
                                        <p:tav tm="100000">
                                          <p:val>
                                            <p:strVal val="#ppt_x"/>
                                          </p:val>
                                        </p:tav>
                                      </p:tavLst>
                                    </p:anim>
                                    <p:anim calcmode="lin" valueType="num">
                                      <p:cBhvr additive="base">
                                        <p:cTn id="16" dur="500" fill="hold"/>
                                        <p:tgtEl>
                                          <p:spTgt spid="6">
                                            <p:txEl>
                                              <p:pRg st="1" end="1"/>
                                            </p:txEl>
                                          </p:spTgt>
                                        </p:tgtEl>
                                        <p:attrNameLst>
                                          <p:attrName>ppt_y</p:attrName>
                                        </p:attrNameLst>
                                      </p:cBhvr>
                                      <p:tavLst>
                                        <p:tav tm="0">
                                          <p:val>
                                            <p:strVal val="#ppt_y"/>
                                          </p:val>
                                        </p:tav>
                                        <p:tav tm="100000">
                                          <p:val>
                                            <p:strVal val="#ppt_y"/>
                                          </p:val>
                                        </p:tav>
                                      </p:tavLst>
                                    </p:anim>
                                  </p:childTnLst>
                                </p:cTn>
                              </p:par>
                              <p:par>
                                <p:cTn id="17" presetID="2" presetClass="entr" presetSubtype="2" fill="hold" nodeType="withEffect">
                                  <p:stCondLst>
                                    <p:cond delay="0"/>
                                  </p:stCondLst>
                                  <p:childTnLst>
                                    <p:set>
                                      <p:cBhvr>
                                        <p:cTn id="18" dur="1" fill="hold">
                                          <p:stCondLst>
                                            <p:cond delay="0"/>
                                          </p:stCondLst>
                                        </p:cTn>
                                        <p:tgtEl>
                                          <p:spTgt spid="6">
                                            <p:txEl>
                                              <p:pRg st="2" end="2"/>
                                            </p:txEl>
                                          </p:spTgt>
                                        </p:tgtEl>
                                        <p:attrNameLst>
                                          <p:attrName>style.visibility</p:attrName>
                                        </p:attrNameLst>
                                      </p:cBhvr>
                                      <p:to>
                                        <p:strVal val="visible"/>
                                      </p:to>
                                    </p:set>
                                    <p:anim calcmode="lin" valueType="num">
                                      <p:cBhvr additive="base">
                                        <p:cTn id="19" dur="500" fill="hold"/>
                                        <p:tgtEl>
                                          <p:spTgt spid="6">
                                            <p:txEl>
                                              <p:pRg st="2" end="2"/>
                                            </p:txEl>
                                          </p:spTgt>
                                        </p:tgtEl>
                                        <p:attrNameLst>
                                          <p:attrName>ppt_x</p:attrName>
                                        </p:attrNameLst>
                                      </p:cBhvr>
                                      <p:tavLst>
                                        <p:tav tm="0">
                                          <p:val>
                                            <p:strVal val="1+#ppt_w/2"/>
                                          </p:val>
                                        </p:tav>
                                        <p:tav tm="100000">
                                          <p:val>
                                            <p:strVal val="#ppt_x"/>
                                          </p:val>
                                        </p:tav>
                                      </p:tavLst>
                                    </p:anim>
                                    <p:anim calcmode="lin" valueType="num">
                                      <p:cBhvr additive="base">
                                        <p:cTn id="20" dur="500" fill="hold"/>
                                        <p:tgtEl>
                                          <p:spTgt spid="6">
                                            <p:txEl>
                                              <p:pRg st="2" end="2"/>
                                            </p:txEl>
                                          </p:spTgt>
                                        </p:tgtEl>
                                        <p:attrNameLst>
                                          <p:attrName>ppt_y</p:attrName>
                                        </p:attrNameLst>
                                      </p:cBhvr>
                                      <p:tavLst>
                                        <p:tav tm="0">
                                          <p:val>
                                            <p:strVal val="#ppt_y"/>
                                          </p:val>
                                        </p:tav>
                                        <p:tav tm="100000">
                                          <p:val>
                                            <p:strVal val="#ppt_y"/>
                                          </p:val>
                                        </p:tav>
                                      </p:tavLst>
                                    </p:anim>
                                  </p:childTnLst>
                                </p:cTn>
                              </p:par>
                              <p:par>
                                <p:cTn id="21" presetID="2" presetClass="entr" presetSubtype="2" fill="hold" nodeType="withEffect">
                                  <p:stCondLst>
                                    <p:cond delay="0"/>
                                  </p:stCondLst>
                                  <p:childTnLst>
                                    <p:set>
                                      <p:cBhvr>
                                        <p:cTn id="22" dur="1" fill="hold">
                                          <p:stCondLst>
                                            <p:cond delay="0"/>
                                          </p:stCondLst>
                                        </p:cTn>
                                        <p:tgtEl>
                                          <p:spTgt spid="6">
                                            <p:txEl>
                                              <p:pRg st="3" end="3"/>
                                            </p:txEl>
                                          </p:spTgt>
                                        </p:tgtEl>
                                        <p:attrNameLst>
                                          <p:attrName>style.visibility</p:attrName>
                                        </p:attrNameLst>
                                      </p:cBhvr>
                                      <p:to>
                                        <p:strVal val="visible"/>
                                      </p:to>
                                    </p:set>
                                    <p:anim calcmode="lin" valueType="num">
                                      <p:cBhvr additive="base">
                                        <p:cTn id="23" dur="500" fill="hold"/>
                                        <p:tgtEl>
                                          <p:spTgt spid="6">
                                            <p:txEl>
                                              <p:pRg st="3" end="3"/>
                                            </p:txEl>
                                          </p:spTgt>
                                        </p:tgtEl>
                                        <p:attrNameLst>
                                          <p:attrName>ppt_x</p:attrName>
                                        </p:attrNameLst>
                                      </p:cBhvr>
                                      <p:tavLst>
                                        <p:tav tm="0">
                                          <p:val>
                                            <p:strVal val="1+#ppt_w/2"/>
                                          </p:val>
                                        </p:tav>
                                        <p:tav tm="100000">
                                          <p:val>
                                            <p:strVal val="#ppt_x"/>
                                          </p:val>
                                        </p:tav>
                                      </p:tavLst>
                                    </p:anim>
                                    <p:anim calcmode="lin" valueType="num">
                                      <p:cBhvr additive="base">
                                        <p:cTn id="24" dur="500" fill="hold"/>
                                        <p:tgtEl>
                                          <p:spTgt spid="6">
                                            <p:txEl>
                                              <p:pRg st="3" end="3"/>
                                            </p:txEl>
                                          </p:spTgt>
                                        </p:tgtEl>
                                        <p:attrNameLst>
                                          <p:attrName>ppt_y</p:attrName>
                                        </p:attrNameLst>
                                      </p:cBhvr>
                                      <p:tavLst>
                                        <p:tav tm="0">
                                          <p:val>
                                            <p:strVal val="#ppt_y"/>
                                          </p:val>
                                        </p:tav>
                                        <p:tav tm="100000">
                                          <p:val>
                                            <p:strVal val="#ppt_y"/>
                                          </p:val>
                                        </p:tav>
                                      </p:tavLst>
                                    </p:anim>
                                  </p:childTnLst>
                                </p:cTn>
                              </p:par>
                              <p:par>
                                <p:cTn id="25" presetID="2" presetClass="entr" presetSubtype="2" fill="hold" nodeType="withEffect">
                                  <p:stCondLst>
                                    <p:cond delay="0"/>
                                  </p:stCondLst>
                                  <p:childTnLst>
                                    <p:set>
                                      <p:cBhvr>
                                        <p:cTn id="26" dur="1" fill="hold">
                                          <p:stCondLst>
                                            <p:cond delay="0"/>
                                          </p:stCondLst>
                                        </p:cTn>
                                        <p:tgtEl>
                                          <p:spTgt spid="6">
                                            <p:txEl>
                                              <p:pRg st="4" end="4"/>
                                            </p:txEl>
                                          </p:spTgt>
                                        </p:tgtEl>
                                        <p:attrNameLst>
                                          <p:attrName>style.visibility</p:attrName>
                                        </p:attrNameLst>
                                      </p:cBhvr>
                                      <p:to>
                                        <p:strVal val="visible"/>
                                      </p:to>
                                    </p:set>
                                    <p:anim calcmode="lin" valueType="num">
                                      <p:cBhvr additive="base">
                                        <p:cTn id="27" dur="500" fill="hold"/>
                                        <p:tgtEl>
                                          <p:spTgt spid="6">
                                            <p:txEl>
                                              <p:pRg st="4" end="4"/>
                                            </p:txEl>
                                          </p:spTgt>
                                        </p:tgtEl>
                                        <p:attrNameLst>
                                          <p:attrName>ppt_x</p:attrName>
                                        </p:attrNameLst>
                                      </p:cBhvr>
                                      <p:tavLst>
                                        <p:tav tm="0">
                                          <p:val>
                                            <p:strVal val="1+#ppt_w/2"/>
                                          </p:val>
                                        </p:tav>
                                        <p:tav tm="100000">
                                          <p:val>
                                            <p:strVal val="#ppt_x"/>
                                          </p:val>
                                        </p:tav>
                                      </p:tavLst>
                                    </p:anim>
                                    <p:anim calcmode="lin" valueType="num">
                                      <p:cBhvr additive="base">
                                        <p:cTn id="28" dur="500" fill="hold"/>
                                        <p:tgtEl>
                                          <p:spTgt spid="6">
                                            <p:txEl>
                                              <p:pRg st="4" end="4"/>
                                            </p:txEl>
                                          </p:spTgt>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9A4EBF-848B-CD35-E5FF-5AD78B3C7B85}"/>
            </a:ext>
          </a:extLst>
        </p:cNvPr>
        <p:cNvGrpSpPr/>
        <p:nvPr/>
      </p:nvGrpSpPr>
      <p:grpSpPr>
        <a:xfrm>
          <a:off x="0" y="0"/>
          <a:ext cx="0" cy="0"/>
          <a:chOff x="0" y="0"/>
          <a:chExt cx="0" cy="0"/>
        </a:xfrm>
      </p:grpSpPr>
      <p:sp>
        <p:nvSpPr>
          <p:cNvPr id="20" name="Rectangle 19">
            <a:extLst>
              <a:ext uri="{FF2B5EF4-FFF2-40B4-BE49-F238E27FC236}">
                <a16:creationId xmlns:a16="http://schemas.microsoft.com/office/drawing/2014/main" id="{7FE78BE5-793B-45C5-0CA5-AD04DFE5D070}"/>
              </a:ext>
            </a:extLst>
          </p:cNvPr>
          <p:cNvSpPr/>
          <p:nvPr/>
        </p:nvSpPr>
        <p:spPr>
          <a:xfrm>
            <a:off x="3810000" y="2400300"/>
            <a:ext cx="14478000" cy="7878236"/>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21" name="Rectangle 20">
            <a:extLst>
              <a:ext uri="{FF2B5EF4-FFF2-40B4-BE49-F238E27FC236}">
                <a16:creationId xmlns:a16="http://schemas.microsoft.com/office/drawing/2014/main" id="{5A091E8C-3173-D917-1610-9FB9936AAA0C}"/>
              </a:ext>
            </a:extLst>
          </p:cNvPr>
          <p:cNvSpPr/>
          <p:nvPr/>
        </p:nvSpPr>
        <p:spPr>
          <a:xfrm>
            <a:off x="0" y="1186334"/>
            <a:ext cx="3810000" cy="1213966"/>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23" name="Rectangle: Rounded Corners 22">
            <a:extLst>
              <a:ext uri="{FF2B5EF4-FFF2-40B4-BE49-F238E27FC236}">
                <a16:creationId xmlns:a16="http://schemas.microsoft.com/office/drawing/2014/main" id="{413C754D-30D3-46D4-EB09-E7C8403FD862}"/>
              </a:ext>
            </a:extLst>
          </p:cNvPr>
          <p:cNvSpPr/>
          <p:nvPr/>
        </p:nvSpPr>
        <p:spPr>
          <a:xfrm>
            <a:off x="3886200" y="2622850"/>
            <a:ext cx="12192000" cy="1020412"/>
          </a:xfrm>
          <a:prstGeom prst="roundRect">
            <a:avLst/>
          </a:prstGeom>
          <a:solidFill>
            <a:srgbClr val="288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24" name="TextBox 23">
            <a:extLst>
              <a:ext uri="{FF2B5EF4-FFF2-40B4-BE49-F238E27FC236}">
                <a16:creationId xmlns:a16="http://schemas.microsoft.com/office/drawing/2014/main" id="{B4DB90ED-8C6D-FD06-E956-EFB7BA508E1E}"/>
              </a:ext>
            </a:extLst>
          </p:cNvPr>
          <p:cNvSpPr txBox="1"/>
          <p:nvPr/>
        </p:nvSpPr>
        <p:spPr>
          <a:xfrm>
            <a:off x="288004" y="1325218"/>
            <a:ext cx="3217196"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NỘI DUNG</a:t>
            </a:r>
          </a:p>
        </p:txBody>
      </p:sp>
      <p:sp>
        <p:nvSpPr>
          <p:cNvPr id="26" name="TextBox 25">
            <a:extLst>
              <a:ext uri="{FF2B5EF4-FFF2-40B4-BE49-F238E27FC236}">
                <a16:creationId xmlns:a16="http://schemas.microsoft.com/office/drawing/2014/main" id="{5B53F9EA-2C2E-1BD0-DC34-570B76CAD037}"/>
              </a:ext>
            </a:extLst>
          </p:cNvPr>
          <p:cNvSpPr txBox="1"/>
          <p:nvPr/>
        </p:nvSpPr>
        <p:spPr>
          <a:xfrm>
            <a:off x="3810000" y="2412254"/>
            <a:ext cx="11734800" cy="5603930"/>
          </a:xfrm>
          <a:prstGeom prst="rect">
            <a:avLst/>
          </a:prstGeom>
          <a:noFill/>
          <a:ln>
            <a:noFill/>
          </a:ln>
        </p:spPr>
        <p:txBody>
          <a:bodyPr wrap="square" rtlCol="0">
            <a:spAutoFit/>
          </a:bodyPr>
          <a:lstStyle/>
          <a:p>
            <a:pPr marL="742950" indent="-742950">
              <a:lnSpc>
                <a:spcPct val="200000"/>
              </a:lnSpc>
              <a:buAutoNum type="arabicPeriod"/>
            </a:pPr>
            <a:r>
              <a:rPr lang="en-US" sz="3600">
                <a:solidFill>
                  <a:schemeClr val="bg1"/>
                </a:solidFill>
                <a:latin typeface="Times New Roman" panose="02020603050405020304" pitchFamily="18" charset="0"/>
                <a:cs typeface="Times New Roman" panose="02020603050405020304" pitchFamily="18" charset="0"/>
              </a:rPr>
              <a:t>GIỚI THIỆU</a:t>
            </a:r>
          </a:p>
          <a:p>
            <a:pPr marL="742950" indent="-742950">
              <a:lnSpc>
                <a:spcPct val="200000"/>
              </a:lnSpc>
              <a:buFontTx/>
              <a:buAutoNum type="arabicPeriod"/>
            </a:pPr>
            <a:r>
              <a:rPr lang="en-US" sz="3600">
                <a:latin typeface="Times New Roman" panose="02020603050405020304" pitchFamily="18" charset="0"/>
                <a:cs typeface="Times New Roman" panose="02020603050405020304" pitchFamily="18" charset="0"/>
              </a:rPr>
              <a:t>TÌNH HÌNH NGHIÊN CỨU TRONG VÀ NGOÀI NƯỚC</a:t>
            </a:r>
          </a:p>
          <a:p>
            <a:pPr marL="742950" indent="-742950">
              <a:lnSpc>
                <a:spcPct val="200000"/>
              </a:lnSpc>
              <a:buFontTx/>
              <a:buAutoNum type="arabicPeriod"/>
            </a:pPr>
            <a:r>
              <a:rPr lang="en-US" sz="3600">
                <a:latin typeface="Times New Roman" panose="02020603050405020304" pitchFamily="18" charset="0"/>
                <a:cs typeface="Times New Roman" panose="02020603050405020304" pitchFamily="18" charset="0"/>
              </a:rPr>
              <a:t>NỘI DUNG VÀ PHƯƠNG PHÁP NGHIÊN CỨU</a:t>
            </a:r>
          </a:p>
          <a:p>
            <a:pPr marL="742950" indent="-742950">
              <a:lnSpc>
                <a:spcPct val="200000"/>
              </a:lnSpc>
              <a:buFontTx/>
              <a:buAutoNum type="arabicPeriod"/>
            </a:pPr>
            <a:r>
              <a:rPr lang="en-US" sz="3600">
                <a:latin typeface="Times New Roman" panose="02020603050405020304" pitchFamily="18" charset="0"/>
                <a:cs typeface="Times New Roman" panose="02020603050405020304" pitchFamily="18" charset="0"/>
              </a:rPr>
              <a:t>KẾT QUẢ VÀ THẢO LUẬN</a:t>
            </a:r>
          </a:p>
          <a:p>
            <a:pPr marL="742950" indent="-742950">
              <a:lnSpc>
                <a:spcPct val="200000"/>
              </a:lnSpc>
              <a:buFontTx/>
              <a:buAutoNum type="arabicPeriod"/>
            </a:pPr>
            <a:r>
              <a:rPr lang="en-US" sz="3600">
                <a:latin typeface="Times New Roman" panose="02020603050405020304" pitchFamily="18" charset="0"/>
                <a:cs typeface="Times New Roman" panose="02020603050405020304" pitchFamily="18" charset="0"/>
              </a:rPr>
              <a:t>KẾT LUẬN VÀ ĐỀ NGHỊ</a:t>
            </a:r>
          </a:p>
        </p:txBody>
      </p:sp>
      <p:grpSp>
        <p:nvGrpSpPr>
          <p:cNvPr id="27" name="Group 26">
            <a:extLst>
              <a:ext uri="{FF2B5EF4-FFF2-40B4-BE49-F238E27FC236}">
                <a16:creationId xmlns:a16="http://schemas.microsoft.com/office/drawing/2014/main" id="{9D7CC3CA-F995-37F3-51ED-0070158491DD}"/>
              </a:ext>
            </a:extLst>
          </p:cNvPr>
          <p:cNvGrpSpPr/>
          <p:nvPr/>
        </p:nvGrpSpPr>
        <p:grpSpPr>
          <a:xfrm>
            <a:off x="0" y="0"/>
            <a:ext cx="18360000" cy="1188944"/>
            <a:chOff x="0" y="0"/>
            <a:chExt cx="18360000" cy="1188944"/>
          </a:xfrm>
        </p:grpSpPr>
        <p:sp>
          <p:nvSpPr>
            <p:cNvPr id="28" name="Rectangle 27">
              <a:extLst>
                <a:ext uri="{FF2B5EF4-FFF2-40B4-BE49-F238E27FC236}">
                  <a16:creationId xmlns:a16="http://schemas.microsoft.com/office/drawing/2014/main" id="{64DD3133-F0FA-0C5C-5571-3D9B11C5D9BB}"/>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29" name="Rectangle 28">
              <a:extLst>
                <a:ext uri="{FF2B5EF4-FFF2-40B4-BE49-F238E27FC236}">
                  <a16:creationId xmlns:a16="http://schemas.microsoft.com/office/drawing/2014/main" id="{FCB8A6D4-71B1-62F5-F972-106057A72311}"/>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0" name="Rectangle 29">
              <a:extLst>
                <a:ext uri="{FF2B5EF4-FFF2-40B4-BE49-F238E27FC236}">
                  <a16:creationId xmlns:a16="http://schemas.microsoft.com/office/drawing/2014/main" id="{2DEA7CC2-BD02-F1DA-59BC-52BB7EC3455D}"/>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1" name="Rectangle 30">
              <a:extLst>
                <a:ext uri="{FF2B5EF4-FFF2-40B4-BE49-F238E27FC236}">
                  <a16:creationId xmlns:a16="http://schemas.microsoft.com/office/drawing/2014/main" id="{56968A94-A7C4-2297-5495-B20CC1C458BD}"/>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32" name="Oval 31">
            <a:extLst>
              <a:ext uri="{FF2B5EF4-FFF2-40B4-BE49-F238E27FC236}">
                <a16:creationId xmlns:a16="http://schemas.microsoft.com/office/drawing/2014/main" id="{49EC31AE-24E0-00A1-BB5E-357782ABA6AA}"/>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33" name="TextBox 32">
            <a:extLst>
              <a:ext uri="{FF2B5EF4-FFF2-40B4-BE49-F238E27FC236}">
                <a16:creationId xmlns:a16="http://schemas.microsoft.com/office/drawing/2014/main" id="{57E20473-0DB9-A9B6-E0EE-CBE244DF197B}"/>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34" name="Picture 33">
            <a:extLst>
              <a:ext uri="{FF2B5EF4-FFF2-40B4-BE49-F238E27FC236}">
                <a16:creationId xmlns:a16="http://schemas.microsoft.com/office/drawing/2014/main" id="{263C9D12-FA8F-D809-139E-3F13D1018DA5}"/>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spTree>
    <p:extLst>
      <p:ext uri="{BB962C8B-B14F-4D97-AF65-F5344CB8AC3E}">
        <p14:creationId xmlns:p14="http://schemas.microsoft.com/office/powerpoint/2010/main" val="634748762"/>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 name="Rectangle 44">
            <a:extLst>
              <a:ext uri="{FF2B5EF4-FFF2-40B4-BE49-F238E27FC236}">
                <a16:creationId xmlns:a16="http://schemas.microsoft.com/office/drawing/2014/main" id="{B1181D8B-A9BA-FDE1-9E5B-6F7F099D7C84}"/>
              </a:ext>
            </a:extLst>
          </p:cNvPr>
          <p:cNvSpPr/>
          <p:nvPr/>
        </p:nvSpPr>
        <p:spPr>
          <a:xfrm>
            <a:off x="3810000" y="1188000"/>
            <a:ext cx="14478000" cy="1204805"/>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6" name="Rectangle: Rounded Corners 45">
            <a:extLst>
              <a:ext uri="{FF2B5EF4-FFF2-40B4-BE49-F238E27FC236}">
                <a16:creationId xmlns:a16="http://schemas.microsoft.com/office/drawing/2014/main" id="{F72F0ED0-3633-4CA8-BFCB-D2F4063A6794}"/>
              </a:ext>
            </a:extLst>
          </p:cNvPr>
          <p:cNvSpPr/>
          <p:nvPr/>
        </p:nvSpPr>
        <p:spPr>
          <a:xfrm>
            <a:off x="3858223" y="1275813"/>
            <a:ext cx="12192000" cy="1020412"/>
          </a:xfrm>
          <a:prstGeom prst="roundRect">
            <a:avLst/>
          </a:prstGeom>
          <a:solidFill>
            <a:srgbClr val="288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4" name="Rectangle 43">
            <a:extLst>
              <a:ext uri="{FF2B5EF4-FFF2-40B4-BE49-F238E27FC236}">
                <a16:creationId xmlns:a16="http://schemas.microsoft.com/office/drawing/2014/main" id="{CF845C3E-1D8A-82E7-221C-7E3CF778C04A}"/>
              </a:ext>
            </a:extLst>
          </p:cNvPr>
          <p:cNvSpPr/>
          <p:nvPr/>
        </p:nvSpPr>
        <p:spPr>
          <a:xfrm>
            <a:off x="0" y="2400300"/>
            <a:ext cx="3810000" cy="78867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7" name="TextBox 10">
            <a:extLst>
              <a:ext uri="{FF2B5EF4-FFF2-40B4-BE49-F238E27FC236}">
                <a16:creationId xmlns:a16="http://schemas.microsoft.com/office/drawing/2014/main" id="{D6E342A1-914A-4169-B59E-75A853E491F8}"/>
              </a:ext>
            </a:extLst>
          </p:cNvPr>
          <p:cNvSpPr txBox="1"/>
          <p:nvPr/>
        </p:nvSpPr>
        <p:spPr>
          <a:xfrm>
            <a:off x="4572000" y="475436"/>
            <a:ext cx="13549652" cy="1450397"/>
          </a:xfrm>
          <a:prstGeom prst="rect">
            <a:avLst/>
          </a:prstGeom>
        </p:spPr>
        <p:txBody>
          <a:bodyPr wrap="square" lIns="0" tIns="0" rIns="0" bIns="0" rtlCol="0" anchor="t">
            <a:spAutoFit/>
          </a:bodyPr>
          <a:lstStyle/>
          <a:p>
            <a:pPr>
              <a:lnSpc>
                <a:spcPct val="130000"/>
              </a:lnSpc>
              <a:spcBef>
                <a:spcPts val="600"/>
              </a:spcBef>
              <a:spcAft>
                <a:spcPts val="600"/>
              </a:spcAft>
            </a:pPr>
            <a:endParaRPr lang="en-US" sz="3600">
              <a:effectLst/>
              <a:latin typeface="Times New Roman" panose="02020603050405020304" pitchFamily="18" charset="0"/>
              <a:ea typeface="Times New Roman" panose="02020603050405020304" pitchFamily="18" charset="0"/>
            </a:endParaRPr>
          </a:p>
          <a:p>
            <a:pPr indent="0">
              <a:lnSpc>
                <a:spcPct val="130000"/>
              </a:lnSpc>
              <a:spcBef>
                <a:spcPts val="600"/>
              </a:spcBef>
              <a:spcAft>
                <a:spcPts val="600"/>
              </a:spcAft>
              <a:buNone/>
            </a:pPr>
            <a:endParaRPr lang="en-US" sz="3200" b="0" i="0">
              <a:solidFill>
                <a:schemeClr val="tx1"/>
              </a:solidFill>
              <a:effectLst/>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CD6C1A25-E1C9-47AA-B661-4754C6B2B62A}"/>
              </a:ext>
            </a:extLst>
          </p:cNvPr>
          <p:cNvSpPr txBox="1"/>
          <p:nvPr/>
        </p:nvSpPr>
        <p:spPr>
          <a:xfrm>
            <a:off x="762000" y="5697319"/>
            <a:ext cx="2286000" cy="646331"/>
          </a:xfrm>
          <a:prstGeom prst="rect">
            <a:avLst/>
          </a:prstGeom>
          <a:noFill/>
        </p:spPr>
        <p:txBody>
          <a:bodyPr wrap="square" rtlCol="0">
            <a:spAutoFit/>
          </a:bodyPr>
          <a:lstStyle/>
          <a:p>
            <a:r>
              <a:rPr lang="en-US" sz="3600">
                <a:latin typeface="Times New Roman" panose="02020603050405020304" pitchFamily="18" charset="0"/>
                <a:cs typeface="Times New Roman" panose="02020603050405020304" pitchFamily="18" charset="0"/>
              </a:rPr>
              <a:t> Đặt vấn đề</a:t>
            </a:r>
          </a:p>
        </p:txBody>
      </p:sp>
      <p:sp>
        <p:nvSpPr>
          <p:cNvPr id="18" name="TextBox 17">
            <a:extLst>
              <a:ext uri="{FF2B5EF4-FFF2-40B4-BE49-F238E27FC236}">
                <a16:creationId xmlns:a16="http://schemas.microsoft.com/office/drawing/2014/main" id="{D856F9AC-8221-498D-BA62-7BE8C782B142}"/>
              </a:ext>
            </a:extLst>
          </p:cNvPr>
          <p:cNvSpPr txBox="1"/>
          <p:nvPr/>
        </p:nvSpPr>
        <p:spPr>
          <a:xfrm>
            <a:off x="3810000" y="2453830"/>
            <a:ext cx="14249400" cy="5851602"/>
          </a:xfrm>
          <a:prstGeom prst="rect">
            <a:avLst/>
          </a:prstGeom>
          <a:noFill/>
        </p:spPr>
        <p:txBody>
          <a:bodyPr wrap="square" rtlCol="0">
            <a:spAutoFit/>
          </a:bodyPr>
          <a:lstStyle/>
          <a:p>
            <a:pPr marL="457200" indent="-457200">
              <a:lnSpc>
                <a:spcPct val="200000"/>
              </a:lnSpc>
              <a:buFont typeface="Arial" panose="020B0604020202020204" pitchFamily="34" charset="0"/>
              <a:buChar char="•"/>
            </a:pPr>
            <a:r>
              <a:rPr lang="vi-VN" sz="3200" dirty="0">
                <a:latin typeface="+mj-lt"/>
              </a:rPr>
              <a:t>Kinh tế số phát triển kéo theo nhu cầu chăm sóc</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làm</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đẹp</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và</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điều</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trị</a:t>
            </a:r>
            <a:r>
              <a:rPr lang="en-US" sz="3200" dirty="0">
                <a:latin typeface="+mj-lt"/>
              </a:rPr>
              <a:t> </a:t>
            </a:r>
            <a:r>
              <a:rPr lang="vi-VN" sz="3200" dirty="0">
                <a:latin typeface="+mj-lt"/>
              </a:rPr>
              <a:t>cho thú cưng tăng mạnh.</a:t>
            </a:r>
            <a:endParaRPr lang="en-US" sz="3200" dirty="0">
              <a:latin typeface="+mj-lt"/>
            </a:endParaRPr>
          </a:p>
          <a:p>
            <a:pPr marL="457200" indent="-457200">
              <a:lnSpc>
                <a:spcPct val="200000"/>
              </a:lnSpc>
              <a:buFont typeface="Arial" panose="020B0604020202020204" pitchFamily="34" charset="0"/>
              <a:buChar char="•"/>
            </a:pPr>
            <a:r>
              <a:rPr lang="en-US" sz="3200" dirty="0" err="1">
                <a:latin typeface="Times New Roman" panose="02020603050405020304" pitchFamily="18" charset="0"/>
                <a:cs typeface="Times New Roman" panose="02020603050405020304" pitchFamily="18" charset="0"/>
              </a:rPr>
              <a:t>Nhiều</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phòng</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khám</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vẫn</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đang</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vận</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hành</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thủ</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công</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thiếu</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tính</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đồng</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bộ</a:t>
            </a:r>
            <a:endParaRPr lang="en-US" sz="3200" dirty="0">
              <a:latin typeface="Times New Roman" panose="02020603050405020304" pitchFamily="18" charset="0"/>
              <a:cs typeface="Times New Roman" panose="02020603050405020304" pitchFamily="18" charset="0"/>
            </a:endParaRPr>
          </a:p>
          <a:p>
            <a:pPr marL="457200" indent="-457200" algn="l">
              <a:lnSpc>
                <a:spcPct val="200000"/>
              </a:lnSpc>
              <a:buFont typeface="Arial" panose="020B0604020202020204" pitchFamily="34" charset="0"/>
              <a:buChar char="•"/>
            </a:pPr>
            <a:r>
              <a:rPr lang="en-US" sz="3200" dirty="0" err="1">
                <a:latin typeface="Times New Roman" panose="02020603050405020304" pitchFamily="18" charset="0"/>
                <a:cs typeface="Times New Roman" panose="02020603050405020304" pitchFamily="18" charset="0"/>
              </a:rPr>
              <a:t>Khách</a:t>
            </a:r>
            <a:r>
              <a:rPr lang="en-US" sz="3200" dirty="0">
                <a:latin typeface="Times New Roman" panose="02020603050405020304" pitchFamily="18" charset="0"/>
                <a:cs typeface="Times New Roman" panose="02020603050405020304" pitchFamily="18" charset="0"/>
              </a:rPr>
              <a:t> hang </a:t>
            </a:r>
            <a:r>
              <a:rPr lang="en-US" sz="3200" dirty="0" err="1">
                <a:latin typeface="Times New Roman" panose="02020603050405020304" pitchFamily="18" charset="0"/>
                <a:cs typeface="Times New Roman" panose="02020603050405020304" pitchFamily="18" charset="0"/>
              </a:rPr>
              <a:t>tốn</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thời</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gian</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liên</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hệ</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khó</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theo</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dõi</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dịch</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vụ</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và</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lịch</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sử</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khám</a:t>
            </a:r>
            <a:endParaRPr lang="en-US" sz="3200" dirty="0">
              <a:latin typeface="Times New Roman" panose="02020603050405020304" pitchFamily="18" charset="0"/>
              <a:cs typeface="Times New Roman" panose="02020603050405020304" pitchFamily="18" charset="0"/>
            </a:endParaRPr>
          </a:p>
          <a:p>
            <a:pPr marL="457200" indent="-457200" algn="l">
              <a:lnSpc>
                <a:spcPct val="200000"/>
              </a:lnSpc>
              <a:buFont typeface="Arial" panose="020B0604020202020204" pitchFamily="34" charset="0"/>
              <a:buChar char="•"/>
            </a:pPr>
            <a:r>
              <a:rPr lang="en-US" sz="3200" dirty="0" err="1">
                <a:latin typeface="Times New Roman" panose="02020603050405020304" pitchFamily="18" charset="0"/>
                <a:cs typeface="Times New Roman" panose="02020603050405020304" pitchFamily="18" charset="0"/>
              </a:rPr>
              <a:t>Dẫn</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đến</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thiếu</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sự</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liên</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kết</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trong</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điều</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phối</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nhân</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sự</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khó</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kiểm</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soát</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doanh</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thu</a:t>
            </a:r>
            <a:endParaRPr lang="en-US" sz="3200" dirty="0">
              <a:latin typeface="Times New Roman" panose="02020603050405020304" pitchFamily="18" charset="0"/>
              <a:cs typeface="Times New Roman" panose="02020603050405020304" pitchFamily="18" charset="0"/>
            </a:endParaRPr>
          </a:p>
          <a:p>
            <a:pPr>
              <a:lnSpc>
                <a:spcPct val="200000"/>
              </a:lnSpc>
            </a:pPr>
            <a:r>
              <a:rPr lang="en-US" sz="3200" dirty="0">
                <a:latin typeface="Times New Roman" panose="02020603050405020304" pitchFamily="18" charset="0"/>
                <a:cs typeface="Times New Roman" panose="02020603050405020304" pitchFamily="18" charset="0"/>
              </a:rPr>
              <a:t>=&gt; </a:t>
            </a:r>
            <a:r>
              <a:rPr lang="en-US" sz="3200" dirty="0" err="1">
                <a:latin typeface="Times New Roman" panose="02020603050405020304" pitchFamily="18" charset="0"/>
                <a:cs typeface="Times New Roman" panose="02020603050405020304" pitchFamily="18" charset="0"/>
              </a:rPr>
              <a:t>Đề</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tài</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Xây</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dựng</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ứng</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dụng</a:t>
            </a:r>
            <a:r>
              <a:rPr lang="en-US" sz="3200" dirty="0">
                <a:latin typeface="Times New Roman" panose="02020603050405020304" pitchFamily="18" charset="0"/>
                <a:cs typeface="Times New Roman" panose="02020603050405020304" pitchFamily="18" charset="0"/>
              </a:rPr>
              <a:t> web </a:t>
            </a:r>
            <a:r>
              <a:rPr lang="en-US" sz="3200" dirty="0" err="1">
                <a:latin typeface="Times New Roman" panose="02020603050405020304" pitchFamily="18" charset="0"/>
                <a:cs typeface="Times New Roman" panose="02020603050405020304" pitchFamily="18" charset="0"/>
              </a:rPr>
              <a:t>quản</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lý</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phòng</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khám</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thú</a:t>
            </a:r>
            <a:r>
              <a:rPr lang="en-US" sz="3200" dirty="0">
                <a:latin typeface="Times New Roman" panose="02020603050405020304" pitchFamily="18" charset="0"/>
                <a:cs typeface="Times New Roman" panose="02020603050405020304" pitchFamily="18" charset="0"/>
              </a:rPr>
              <a:t> y”.</a:t>
            </a:r>
          </a:p>
        </p:txBody>
      </p:sp>
      <p:sp>
        <p:nvSpPr>
          <p:cNvPr id="16" name="TextBox 15">
            <a:extLst>
              <a:ext uri="{FF2B5EF4-FFF2-40B4-BE49-F238E27FC236}">
                <a16:creationId xmlns:a16="http://schemas.microsoft.com/office/drawing/2014/main" id="{6C6373B4-9F3A-197E-1C03-C2750DB2570F}"/>
              </a:ext>
            </a:extLst>
          </p:cNvPr>
          <p:cNvSpPr txBox="1"/>
          <p:nvPr/>
        </p:nvSpPr>
        <p:spPr>
          <a:xfrm>
            <a:off x="3858223" y="1463633"/>
            <a:ext cx="3321174" cy="646331"/>
          </a:xfrm>
          <a:prstGeom prst="rect">
            <a:avLst/>
          </a:prstGeom>
          <a:noFill/>
        </p:spPr>
        <p:txBody>
          <a:bodyPr wrap="square" rtlCol="0">
            <a:spAutoFit/>
          </a:bodyPr>
          <a:lstStyle/>
          <a:p>
            <a:r>
              <a:rPr lang="en-US" sz="3600">
                <a:solidFill>
                  <a:schemeClr val="bg1"/>
                </a:solidFill>
                <a:latin typeface="Times New Roman" panose="02020603050405020304" pitchFamily="18" charset="0"/>
                <a:cs typeface="Times New Roman" panose="02020603050405020304" pitchFamily="18" charset="0"/>
              </a:rPr>
              <a:t>1. GIỚI THIỆU</a:t>
            </a:r>
          </a:p>
        </p:txBody>
      </p:sp>
      <p:grpSp>
        <p:nvGrpSpPr>
          <p:cNvPr id="47" name="Group 46">
            <a:extLst>
              <a:ext uri="{FF2B5EF4-FFF2-40B4-BE49-F238E27FC236}">
                <a16:creationId xmlns:a16="http://schemas.microsoft.com/office/drawing/2014/main" id="{58562149-C21D-F280-50E1-FEE2B092765C}"/>
              </a:ext>
            </a:extLst>
          </p:cNvPr>
          <p:cNvGrpSpPr/>
          <p:nvPr/>
        </p:nvGrpSpPr>
        <p:grpSpPr>
          <a:xfrm>
            <a:off x="0" y="0"/>
            <a:ext cx="18360000" cy="1188944"/>
            <a:chOff x="0" y="0"/>
            <a:chExt cx="18360000" cy="1188944"/>
          </a:xfrm>
        </p:grpSpPr>
        <p:sp>
          <p:nvSpPr>
            <p:cNvPr id="48" name="Rectangle 47">
              <a:extLst>
                <a:ext uri="{FF2B5EF4-FFF2-40B4-BE49-F238E27FC236}">
                  <a16:creationId xmlns:a16="http://schemas.microsoft.com/office/drawing/2014/main" id="{9477C0DD-BC58-73E7-4542-11449E1A6C51}"/>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9" name="Rectangle 48">
              <a:extLst>
                <a:ext uri="{FF2B5EF4-FFF2-40B4-BE49-F238E27FC236}">
                  <a16:creationId xmlns:a16="http://schemas.microsoft.com/office/drawing/2014/main" id="{C9481650-D3AA-CAED-76C6-8921E2DE847F}"/>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0" name="Rectangle 49">
              <a:extLst>
                <a:ext uri="{FF2B5EF4-FFF2-40B4-BE49-F238E27FC236}">
                  <a16:creationId xmlns:a16="http://schemas.microsoft.com/office/drawing/2014/main" id="{E7B8E238-8172-403E-8A9F-E37A8D05799F}"/>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1" name="Rectangle 50">
              <a:extLst>
                <a:ext uri="{FF2B5EF4-FFF2-40B4-BE49-F238E27FC236}">
                  <a16:creationId xmlns:a16="http://schemas.microsoft.com/office/drawing/2014/main" id="{7B7CEB0C-BAED-5BB0-0DDF-D530DBA421F5}"/>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52" name="Oval 51">
            <a:extLst>
              <a:ext uri="{FF2B5EF4-FFF2-40B4-BE49-F238E27FC236}">
                <a16:creationId xmlns:a16="http://schemas.microsoft.com/office/drawing/2014/main" id="{DB235D1F-6BE1-5C40-AE4D-BEA063A58999}"/>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53" name="TextBox 52">
            <a:extLst>
              <a:ext uri="{FF2B5EF4-FFF2-40B4-BE49-F238E27FC236}">
                <a16:creationId xmlns:a16="http://schemas.microsoft.com/office/drawing/2014/main" id="{2C7E9D25-FA50-84F8-9CED-590B2D0B932E}"/>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54" name="Picture 53">
            <a:extLst>
              <a:ext uri="{FF2B5EF4-FFF2-40B4-BE49-F238E27FC236}">
                <a16:creationId xmlns:a16="http://schemas.microsoft.com/office/drawing/2014/main" id="{CC226E53-0A1C-40C7-3C3F-A4EB2324D88D}"/>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sp>
        <p:nvSpPr>
          <p:cNvPr id="55" name="Rectangle 54">
            <a:extLst>
              <a:ext uri="{FF2B5EF4-FFF2-40B4-BE49-F238E27FC236}">
                <a16:creationId xmlns:a16="http://schemas.microsoft.com/office/drawing/2014/main" id="{A38F54F0-A809-7969-47EC-2A7496550F1A}"/>
              </a:ext>
            </a:extLst>
          </p:cNvPr>
          <p:cNvSpPr/>
          <p:nvPr/>
        </p:nvSpPr>
        <p:spPr>
          <a:xfrm>
            <a:off x="-19050" y="10287000"/>
            <a:ext cx="3810000" cy="5136005"/>
          </a:xfrm>
          <a:prstGeom prst="rect">
            <a:avLst/>
          </a:prstGeom>
          <a:solidFill>
            <a:srgbClr val="A3CCC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Tree>
    <p:extLst>
      <p:ext uri="{BB962C8B-B14F-4D97-AF65-F5344CB8AC3E}">
        <p14:creationId xmlns:p14="http://schemas.microsoft.com/office/powerpoint/2010/main" val="3710347272"/>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1"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0-#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18">
                                            <p:txEl>
                                              <p:pRg st="0" end="0"/>
                                            </p:txEl>
                                          </p:spTgt>
                                        </p:tgtEl>
                                        <p:attrNameLst>
                                          <p:attrName>style.visibility</p:attrName>
                                        </p:attrNameLst>
                                      </p:cBhvr>
                                      <p:to>
                                        <p:strVal val="visible"/>
                                      </p:to>
                                    </p:set>
                                    <p:anim calcmode="lin" valueType="num">
                                      <p:cBhvr additive="base">
                                        <p:cTn id="11" dur="500" fill="hold"/>
                                        <p:tgtEl>
                                          <p:spTgt spid="18">
                                            <p:txEl>
                                              <p:pRg st="0" end="0"/>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18">
                                            <p:txEl>
                                              <p:pRg st="0" end="0"/>
                                            </p:txEl>
                                          </p:spTgt>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0"/>
                                  </p:stCondLst>
                                  <p:childTnLst>
                                    <p:set>
                                      <p:cBhvr>
                                        <p:cTn id="14" dur="1" fill="hold">
                                          <p:stCondLst>
                                            <p:cond delay="0"/>
                                          </p:stCondLst>
                                        </p:cTn>
                                        <p:tgtEl>
                                          <p:spTgt spid="18">
                                            <p:txEl>
                                              <p:pRg st="1" end="1"/>
                                            </p:txEl>
                                          </p:spTgt>
                                        </p:tgtEl>
                                        <p:attrNameLst>
                                          <p:attrName>style.visibility</p:attrName>
                                        </p:attrNameLst>
                                      </p:cBhvr>
                                      <p:to>
                                        <p:strVal val="visible"/>
                                      </p:to>
                                    </p:set>
                                    <p:anim calcmode="lin" valueType="num">
                                      <p:cBhvr additive="base">
                                        <p:cTn id="15" dur="500" fill="hold"/>
                                        <p:tgtEl>
                                          <p:spTgt spid="18">
                                            <p:txEl>
                                              <p:pRg st="1" end="1"/>
                                            </p:txEl>
                                          </p:spTgt>
                                        </p:tgtEl>
                                        <p:attrNameLst>
                                          <p:attrName>ppt_x</p:attrName>
                                        </p:attrNameLst>
                                      </p:cBhvr>
                                      <p:tavLst>
                                        <p:tav tm="0">
                                          <p:val>
                                            <p:strVal val="#ppt_x"/>
                                          </p:val>
                                        </p:tav>
                                        <p:tav tm="100000">
                                          <p:val>
                                            <p:strVal val="#ppt_x"/>
                                          </p:val>
                                        </p:tav>
                                      </p:tavLst>
                                    </p:anim>
                                    <p:anim calcmode="lin" valueType="num">
                                      <p:cBhvr additive="base">
                                        <p:cTn id="16" dur="500" fill="hold"/>
                                        <p:tgtEl>
                                          <p:spTgt spid="18">
                                            <p:txEl>
                                              <p:pRg st="1" end="1"/>
                                            </p:txEl>
                                          </p:spTgt>
                                        </p:tgtEl>
                                        <p:attrNameLst>
                                          <p:attrName>ppt_y</p:attrName>
                                        </p:attrNameLst>
                                      </p:cBhvr>
                                      <p:tavLst>
                                        <p:tav tm="0">
                                          <p:val>
                                            <p:strVal val="1+#ppt_h/2"/>
                                          </p:val>
                                        </p:tav>
                                        <p:tav tm="100000">
                                          <p:val>
                                            <p:strVal val="#ppt_y"/>
                                          </p:val>
                                        </p:tav>
                                      </p:tavLst>
                                    </p:anim>
                                  </p:childTnLst>
                                </p:cTn>
                              </p:par>
                              <p:par>
                                <p:cTn id="17" presetID="2" presetClass="entr" presetSubtype="4" fill="hold" grpId="0" nodeType="withEffect">
                                  <p:stCondLst>
                                    <p:cond delay="0"/>
                                  </p:stCondLst>
                                  <p:childTnLst>
                                    <p:set>
                                      <p:cBhvr>
                                        <p:cTn id="18" dur="1" fill="hold">
                                          <p:stCondLst>
                                            <p:cond delay="0"/>
                                          </p:stCondLst>
                                        </p:cTn>
                                        <p:tgtEl>
                                          <p:spTgt spid="18">
                                            <p:txEl>
                                              <p:pRg st="2" end="2"/>
                                            </p:txEl>
                                          </p:spTgt>
                                        </p:tgtEl>
                                        <p:attrNameLst>
                                          <p:attrName>style.visibility</p:attrName>
                                        </p:attrNameLst>
                                      </p:cBhvr>
                                      <p:to>
                                        <p:strVal val="visible"/>
                                      </p:to>
                                    </p:set>
                                    <p:anim calcmode="lin" valueType="num">
                                      <p:cBhvr additive="base">
                                        <p:cTn id="19" dur="500" fill="hold"/>
                                        <p:tgtEl>
                                          <p:spTgt spid="18">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18">
                                            <p:txEl>
                                              <p:pRg st="2" end="2"/>
                                            </p:txEl>
                                          </p:spTgt>
                                        </p:tgtEl>
                                        <p:attrNameLst>
                                          <p:attrName>ppt_y</p:attrName>
                                        </p:attrNameLst>
                                      </p:cBhvr>
                                      <p:tavLst>
                                        <p:tav tm="0">
                                          <p:val>
                                            <p:strVal val="1+#ppt_h/2"/>
                                          </p:val>
                                        </p:tav>
                                        <p:tav tm="100000">
                                          <p:val>
                                            <p:strVal val="#ppt_y"/>
                                          </p:val>
                                        </p:tav>
                                      </p:tavLst>
                                    </p:anim>
                                  </p:childTnLst>
                                </p:cTn>
                              </p:par>
                              <p:par>
                                <p:cTn id="21" presetID="2" presetClass="entr" presetSubtype="4" fill="hold" grpId="0" nodeType="withEffect">
                                  <p:stCondLst>
                                    <p:cond delay="0"/>
                                  </p:stCondLst>
                                  <p:childTnLst>
                                    <p:set>
                                      <p:cBhvr>
                                        <p:cTn id="22" dur="1" fill="hold">
                                          <p:stCondLst>
                                            <p:cond delay="0"/>
                                          </p:stCondLst>
                                        </p:cTn>
                                        <p:tgtEl>
                                          <p:spTgt spid="18">
                                            <p:txEl>
                                              <p:pRg st="3" end="3"/>
                                            </p:txEl>
                                          </p:spTgt>
                                        </p:tgtEl>
                                        <p:attrNameLst>
                                          <p:attrName>style.visibility</p:attrName>
                                        </p:attrNameLst>
                                      </p:cBhvr>
                                      <p:to>
                                        <p:strVal val="visible"/>
                                      </p:to>
                                    </p:set>
                                    <p:anim calcmode="lin" valueType="num">
                                      <p:cBhvr additive="base">
                                        <p:cTn id="23" dur="500" fill="hold"/>
                                        <p:tgtEl>
                                          <p:spTgt spid="18">
                                            <p:txEl>
                                              <p:pRg st="3" end="3"/>
                                            </p:txEl>
                                          </p:spTgt>
                                        </p:tgtEl>
                                        <p:attrNameLst>
                                          <p:attrName>ppt_x</p:attrName>
                                        </p:attrNameLst>
                                      </p:cBhvr>
                                      <p:tavLst>
                                        <p:tav tm="0">
                                          <p:val>
                                            <p:strVal val="#ppt_x"/>
                                          </p:val>
                                        </p:tav>
                                        <p:tav tm="100000">
                                          <p:val>
                                            <p:strVal val="#ppt_x"/>
                                          </p:val>
                                        </p:tav>
                                      </p:tavLst>
                                    </p:anim>
                                    <p:anim calcmode="lin" valueType="num">
                                      <p:cBhvr additive="base">
                                        <p:cTn id="24" dur="500" fill="hold"/>
                                        <p:tgtEl>
                                          <p:spTgt spid="18">
                                            <p:txEl>
                                              <p:pRg st="3" end="3"/>
                                            </p:txEl>
                                          </p:spTgt>
                                        </p:tgtEl>
                                        <p:attrNameLst>
                                          <p:attrName>ppt_y</p:attrName>
                                        </p:attrNameLst>
                                      </p:cBhvr>
                                      <p:tavLst>
                                        <p:tav tm="0">
                                          <p:val>
                                            <p:strVal val="1+#ppt_h/2"/>
                                          </p:val>
                                        </p:tav>
                                        <p:tav tm="100000">
                                          <p:val>
                                            <p:strVal val="#ppt_y"/>
                                          </p:val>
                                        </p:tav>
                                      </p:tavLst>
                                    </p:anim>
                                  </p:childTnLst>
                                </p:cTn>
                              </p:par>
                              <p:par>
                                <p:cTn id="25" presetID="2" presetClass="entr" presetSubtype="4" fill="hold" grpId="0" nodeType="withEffect">
                                  <p:stCondLst>
                                    <p:cond delay="0"/>
                                  </p:stCondLst>
                                  <p:childTnLst>
                                    <p:set>
                                      <p:cBhvr>
                                        <p:cTn id="26" dur="1" fill="hold">
                                          <p:stCondLst>
                                            <p:cond delay="0"/>
                                          </p:stCondLst>
                                        </p:cTn>
                                        <p:tgtEl>
                                          <p:spTgt spid="18">
                                            <p:txEl>
                                              <p:pRg st="4" end="4"/>
                                            </p:txEl>
                                          </p:spTgt>
                                        </p:tgtEl>
                                        <p:attrNameLst>
                                          <p:attrName>style.visibility</p:attrName>
                                        </p:attrNameLst>
                                      </p:cBhvr>
                                      <p:to>
                                        <p:strVal val="visible"/>
                                      </p:to>
                                    </p:set>
                                    <p:anim calcmode="lin" valueType="num">
                                      <p:cBhvr additive="base">
                                        <p:cTn id="27" dur="500" fill="hold"/>
                                        <p:tgtEl>
                                          <p:spTgt spid="18">
                                            <p:txEl>
                                              <p:pRg st="4" end="4"/>
                                            </p:txEl>
                                          </p:spTgt>
                                        </p:tgtEl>
                                        <p:attrNameLst>
                                          <p:attrName>ppt_x</p:attrName>
                                        </p:attrNameLst>
                                      </p:cBhvr>
                                      <p:tavLst>
                                        <p:tav tm="0">
                                          <p:val>
                                            <p:strVal val="#ppt_x"/>
                                          </p:val>
                                        </p:tav>
                                        <p:tav tm="100000">
                                          <p:val>
                                            <p:strVal val="#ppt_x"/>
                                          </p:val>
                                        </p:tav>
                                      </p:tavLst>
                                    </p:anim>
                                    <p:anim calcmode="lin" valueType="num">
                                      <p:cBhvr additive="base">
                                        <p:cTn id="28" dur="500" fill="hold"/>
                                        <p:tgtEl>
                                          <p:spTgt spid="18">
                                            <p:txEl>
                                              <p:pRg st="4" end="4"/>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uiExpand="1" build="allAtOnce"/>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DFB636-4512-4289-B916-84A204BF785E}"/>
            </a:ext>
          </a:extLst>
        </p:cNvPr>
        <p:cNvGrpSpPr/>
        <p:nvPr/>
      </p:nvGrpSpPr>
      <p:grpSpPr>
        <a:xfrm>
          <a:off x="0" y="0"/>
          <a:ext cx="0" cy="0"/>
          <a:chOff x="0" y="0"/>
          <a:chExt cx="0" cy="0"/>
        </a:xfrm>
      </p:grpSpPr>
      <p:sp>
        <p:nvSpPr>
          <p:cNvPr id="49" name="Rectangle 48">
            <a:extLst>
              <a:ext uri="{FF2B5EF4-FFF2-40B4-BE49-F238E27FC236}">
                <a16:creationId xmlns:a16="http://schemas.microsoft.com/office/drawing/2014/main" id="{76120C2E-FA40-440C-B4F4-15E188BEE433}"/>
              </a:ext>
            </a:extLst>
          </p:cNvPr>
          <p:cNvSpPr/>
          <p:nvPr/>
        </p:nvSpPr>
        <p:spPr>
          <a:xfrm>
            <a:off x="0" y="5150995"/>
            <a:ext cx="3810000" cy="5136005"/>
          </a:xfrm>
          <a:prstGeom prst="rect">
            <a:avLst/>
          </a:prstGeom>
          <a:solidFill>
            <a:srgbClr val="A3CCC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8" name="Rectangle 47">
            <a:extLst>
              <a:ext uri="{FF2B5EF4-FFF2-40B4-BE49-F238E27FC236}">
                <a16:creationId xmlns:a16="http://schemas.microsoft.com/office/drawing/2014/main" id="{1852F6B0-7793-17B8-3D18-2F43867A4379}"/>
              </a:ext>
            </a:extLst>
          </p:cNvPr>
          <p:cNvSpPr/>
          <p:nvPr/>
        </p:nvSpPr>
        <p:spPr>
          <a:xfrm>
            <a:off x="0" y="2400299"/>
            <a:ext cx="3810000" cy="2749749"/>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 name="TextBox 2">
            <a:extLst>
              <a:ext uri="{FF2B5EF4-FFF2-40B4-BE49-F238E27FC236}">
                <a16:creationId xmlns:a16="http://schemas.microsoft.com/office/drawing/2014/main" id="{3BA9A554-B603-48E9-FDCF-3FF6F085AD8F}"/>
              </a:ext>
            </a:extLst>
          </p:cNvPr>
          <p:cNvSpPr txBox="1"/>
          <p:nvPr/>
        </p:nvSpPr>
        <p:spPr>
          <a:xfrm>
            <a:off x="864705" y="3439900"/>
            <a:ext cx="1981201" cy="646331"/>
          </a:xfrm>
          <a:prstGeom prst="rect">
            <a:avLst/>
          </a:prstGeom>
          <a:noFill/>
        </p:spPr>
        <p:txBody>
          <a:bodyPr wrap="square" rtlCol="0">
            <a:spAutoFit/>
          </a:bodyPr>
          <a:lstStyle/>
          <a:p>
            <a:r>
              <a:rPr lang="en-US" sz="3600">
                <a:latin typeface="Times New Roman" panose="02020603050405020304" pitchFamily="18" charset="0"/>
                <a:cs typeface="Times New Roman" panose="02020603050405020304" pitchFamily="18" charset="0"/>
              </a:rPr>
              <a:t>Mục đích</a:t>
            </a:r>
            <a:endParaRPr lang="en-US" sz="3600" dirty="0">
              <a:latin typeface="Times New Roman" panose="02020603050405020304" pitchFamily="18" charset="0"/>
              <a:cs typeface="Times New Roman" panose="02020603050405020304" pitchFamily="18" charset="0"/>
            </a:endParaRPr>
          </a:p>
        </p:txBody>
      </p:sp>
      <p:sp>
        <p:nvSpPr>
          <p:cNvPr id="2" name="TextBox 1">
            <a:extLst>
              <a:ext uri="{FF2B5EF4-FFF2-40B4-BE49-F238E27FC236}">
                <a16:creationId xmlns:a16="http://schemas.microsoft.com/office/drawing/2014/main" id="{07E9D2AF-010B-CCC6-2C94-4EBD65BB3EA9}"/>
              </a:ext>
            </a:extLst>
          </p:cNvPr>
          <p:cNvSpPr txBox="1"/>
          <p:nvPr/>
        </p:nvSpPr>
        <p:spPr>
          <a:xfrm>
            <a:off x="864705" y="7401819"/>
            <a:ext cx="1752600" cy="646331"/>
          </a:xfrm>
          <a:prstGeom prst="rect">
            <a:avLst/>
          </a:prstGeom>
          <a:noFill/>
        </p:spPr>
        <p:txBody>
          <a:bodyPr wrap="square" rtlCol="0">
            <a:spAutoFit/>
          </a:bodyPr>
          <a:lstStyle/>
          <a:p>
            <a:r>
              <a:rPr lang="en-US" sz="3600">
                <a:latin typeface="Times New Roman" panose="02020603050405020304" pitchFamily="18" charset="0"/>
                <a:cs typeface="Times New Roman" panose="02020603050405020304" pitchFamily="18" charset="0"/>
              </a:rPr>
              <a:t>Yêu cầu</a:t>
            </a:r>
            <a:endParaRPr lang="en-US" sz="3600" dirty="0">
              <a:latin typeface="Times New Roman" panose="02020603050405020304" pitchFamily="18" charset="0"/>
              <a:cs typeface="Times New Roman" panose="02020603050405020304" pitchFamily="18" charset="0"/>
            </a:endParaRPr>
          </a:p>
        </p:txBody>
      </p:sp>
      <p:sp>
        <p:nvSpPr>
          <p:cNvPr id="4" name="TextBox 10">
            <a:extLst>
              <a:ext uri="{FF2B5EF4-FFF2-40B4-BE49-F238E27FC236}">
                <a16:creationId xmlns:a16="http://schemas.microsoft.com/office/drawing/2014/main" id="{E87176E6-85B2-3657-D831-9DD5B18C056A}"/>
              </a:ext>
            </a:extLst>
          </p:cNvPr>
          <p:cNvSpPr txBox="1"/>
          <p:nvPr/>
        </p:nvSpPr>
        <p:spPr>
          <a:xfrm>
            <a:off x="3858223" y="2488700"/>
            <a:ext cx="14201178" cy="2496837"/>
          </a:xfrm>
          <a:prstGeom prst="rect">
            <a:avLst/>
          </a:prstGeom>
        </p:spPr>
        <p:txBody>
          <a:bodyPr wrap="square" lIns="0" tIns="0" rIns="0" bIns="0" rtlCol="0" anchor="t">
            <a:spAutoFit/>
          </a:bodyPr>
          <a:lstStyle/>
          <a:p>
            <a:pPr indent="457200" algn="just">
              <a:lnSpc>
                <a:spcPct val="130000"/>
              </a:lnSpc>
              <a:spcAft>
                <a:spcPts val="800"/>
              </a:spcAft>
            </a:pPr>
            <a:r>
              <a:rPr lang="vi-VN" sz="3200" dirty="0">
                <a:latin typeface="Times New Roman" panose="02020603050405020304" pitchFamily="18" charset="0"/>
                <a:ea typeface="Times New Roman" panose="02020603050405020304" pitchFamily="18" charset="0"/>
              </a:rPr>
              <a:t>Tiến hành nghiên cứu và</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vận</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dụng</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các</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công</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nghệ</a:t>
            </a:r>
            <a:r>
              <a:rPr lang="en-US" sz="3200" dirty="0">
                <a:latin typeface="Times New Roman" panose="02020603050405020304" pitchFamily="18" charset="0"/>
                <a:ea typeface="Times New Roman" panose="02020603050405020304" pitchFamily="18" charset="0"/>
              </a:rPr>
              <a:t> </a:t>
            </a:r>
            <a:r>
              <a:rPr lang="vi-VN" sz="3200" dirty="0">
                <a:latin typeface="Times New Roman" panose="02020603050405020304" pitchFamily="18" charset="0"/>
                <a:ea typeface="Times New Roman" panose="02020603050405020304" pitchFamily="18" charset="0"/>
              </a:rPr>
              <a:t>hiện đại</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để</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xây</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dựng</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một</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hệ</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thống</a:t>
            </a:r>
            <a:r>
              <a:rPr lang="en-US" sz="3200" dirty="0">
                <a:latin typeface="Times New Roman" panose="02020603050405020304" pitchFamily="18" charset="0"/>
                <a:ea typeface="Times New Roman" panose="02020603050405020304" pitchFamily="18" charset="0"/>
              </a:rPr>
              <a:t> web </a:t>
            </a:r>
            <a:r>
              <a:rPr lang="en-US" sz="3200" dirty="0" err="1">
                <a:latin typeface="Times New Roman" panose="02020603050405020304" pitchFamily="18" charset="0"/>
                <a:ea typeface="Times New Roman" panose="02020603050405020304" pitchFamily="18" charset="0"/>
              </a:rPr>
              <a:t>quản</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lý</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phòng</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khám</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thú</a:t>
            </a:r>
            <a:r>
              <a:rPr lang="en-US" sz="3200" dirty="0">
                <a:latin typeface="Times New Roman" panose="02020603050405020304" pitchFamily="18" charset="0"/>
                <a:ea typeface="Times New Roman" panose="02020603050405020304" pitchFamily="18" charset="0"/>
              </a:rPr>
              <a:t> y </a:t>
            </a:r>
            <a:r>
              <a:rPr lang="en-US" sz="3200" dirty="0" err="1">
                <a:latin typeface="Times New Roman" panose="02020603050405020304" pitchFamily="18" charset="0"/>
                <a:ea typeface="Times New Roman" panose="02020603050405020304" pitchFamily="18" charset="0"/>
              </a:rPr>
              <a:t>thông</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minh</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Mục</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tiêu</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cốt</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lõi</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là</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số</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hóa</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quy</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trình</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vận</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hành</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giúp</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phòng</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khám</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nâng</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cao</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hiệu</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quả</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quản</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lý</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và</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mang</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lại</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trải</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nghiệm</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đặt</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lịch</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sử</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dụng</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dịch</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vụ</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tiện</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lợi</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nhất</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cho</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khách</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hàng</a:t>
            </a:r>
            <a:r>
              <a:rPr lang="en-US" sz="3200" dirty="0">
                <a:latin typeface="Times New Roman" panose="02020603050405020304" pitchFamily="18" charset="0"/>
                <a:ea typeface="Times New Roman" panose="02020603050405020304" pitchFamily="18" charset="0"/>
              </a:rPr>
              <a:t>.</a:t>
            </a:r>
            <a:endParaRPr lang="en-US" sz="2400" dirty="0">
              <a:latin typeface="Times New Roman" panose="02020603050405020304" pitchFamily="18" charset="0"/>
              <a:cs typeface="Times New Roman" panose="02020603050405020304" pitchFamily="18" charset="0"/>
            </a:endParaRPr>
          </a:p>
        </p:txBody>
      </p:sp>
      <p:sp>
        <p:nvSpPr>
          <p:cNvPr id="6" name="TextBox 5">
            <a:extLst>
              <a:ext uri="{FF2B5EF4-FFF2-40B4-BE49-F238E27FC236}">
                <a16:creationId xmlns:a16="http://schemas.microsoft.com/office/drawing/2014/main" id="{581D4500-9AAE-93DB-584C-32F5D50386AF}"/>
              </a:ext>
            </a:extLst>
          </p:cNvPr>
          <p:cNvSpPr txBox="1"/>
          <p:nvPr/>
        </p:nvSpPr>
        <p:spPr>
          <a:xfrm>
            <a:off x="3810000" y="5130800"/>
            <a:ext cx="14249401" cy="5016758"/>
          </a:xfrm>
          <a:prstGeom prst="rect">
            <a:avLst/>
          </a:prstGeom>
          <a:noFill/>
        </p:spPr>
        <p:txBody>
          <a:bodyPr wrap="square" rtlCol="0">
            <a:spAutoFit/>
          </a:bodyPr>
          <a:lstStyle/>
          <a:p>
            <a:pPr lvl="0" indent="457200" algn="just"/>
            <a:r>
              <a:rPr lang="en-US" sz="3200" dirty="0" err="1">
                <a:latin typeface="Times New Roman" panose="02020603050405020304" pitchFamily="18" charset="0"/>
                <a:ea typeface="SimSun" panose="02010600030101010101" pitchFamily="2" charset="-122"/>
              </a:rPr>
              <a:t>Hệ</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thống</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phải</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tự</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động</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hóa</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các</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luồng</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nghiệp</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vụ</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và</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đáp</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ứng</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đầy</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đủ</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tính</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năng</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cho</a:t>
            </a:r>
            <a:r>
              <a:rPr lang="en-US" sz="3200" dirty="0">
                <a:latin typeface="Times New Roman" panose="02020603050405020304" pitchFamily="18" charset="0"/>
                <a:ea typeface="SimSun" panose="02010600030101010101" pitchFamily="2" charset="-122"/>
              </a:rPr>
              <a:t> 4 </a:t>
            </a:r>
            <a:r>
              <a:rPr lang="en-US" sz="3200" dirty="0" err="1">
                <a:latin typeface="Times New Roman" panose="02020603050405020304" pitchFamily="18" charset="0"/>
                <a:ea typeface="SimSun" panose="02010600030101010101" pitchFamily="2" charset="-122"/>
              </a:rPr>
              <a:t>nhóm</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đối</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tượng</a:t>
            </a:r>
            <a:r>
              <a:rPr lang="en-US" sz="3200" dirty="0">
                <a:latin typeface="Times New Roman" panose="02020603050405020304" pitchFamily="18" charset="0"/>
                <a:ea typeface="SimSun" panose="02010600030101010101" pitchFamily="2" charset="-122"/>
              </a:rPr>
              <a:t>:</a:t>
            </a:r>
            <a:endParaRPr lang="vi-VN" sz="3200" dirty="0">
              <a:latin typeface="Times New Roman" panose="02020603050405020304" pitchFamily="18" charset="0"/>
              <a:ea typeface="SimSun" panose="02010600030101010101" pitchFamily="2" charset="-122"/>
            </a:endParaRPr>
          </a:p>
          <a:p>
            <a:pPr marL="457200" lvl="0" indent="-457200" algn="just">
              <a:buFontTx/>
              <a:buChar char="-"/>
            </a:pPr>
            <a:r>
              <a:rPr lang="en-US" sz="3200" dirty="0" err="1">
                <a:latin typeface="Times New Roman" panose="02020603050405020304" pitchFamily="18" charset="0"/>
                <a:ea typeface="SimSun" panose="02010600030101010101" pitchFamily="2" charset="-122"/>
              </a:rPr>
              <a:t>Khách</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hàng</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Đăng</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ký</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tài</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khoản</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chủ</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động</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đặt</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lịch</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theo</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dõi</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tiến</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trình</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dịch</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vụ</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của</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thú</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cưng</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và</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thanh</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toán</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trực</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tuyến</a:t>
            </a:r>
            <a:endParaRPr lang="en-US" sz="3200" dirty="0">
              <a:latin typeface="Times New Roman" panose="02020603050405020304" pitchFamily="18" charset="0"/>
              <a:ea typeface="SimSun" panose="02010600030101010101" pitchFamily="2" charset="-122"/>
            </a:endParaRPr>
          </a:p>
          <a:p>
            <a:pPr marL="457200" lvl="0" indent="-457200" algn="just">
              <a:buFontTx/>
              <a:buChar char="-"/>
            </a:pPr>
            <a:r>
              <a:rPr lang="en-US" sz="3200" dirty="0" err="1">
                <a:latin typeface="Times New Roman" panose="02020603050405020304" pitchFamily="18" charset="0"/>
                <a:ea typeface="SimSun" panose="02010600030101010101" pitchFamily="2" charset="-122"/>
              </a:rPr>
              <a:t>Lễ</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tân</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Tiếp</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nhận</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và</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đặt</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lịch</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trực</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tiếp</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tại</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quầy</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đăng</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ký</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và</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theo</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dõi</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lịch</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làm</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việc</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xử</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lý</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thanh</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toán</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và</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xuất</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hóa</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đơn</a:t>
            </a:r>
            <a:r>
              <a:rPr lang="en-US" sz="3200" dirty="0">
                <a:latin typeface="Times New Roman" panose="02020603050405020304" pitchFamily="18" charset="0"/>
                <a:ea typeface="SimSun" panose="02010600030101010101" pitchFamily="2" charset="-122"/>
              </a:rPr>
              <a:t>.</a:t>
            </a:r>
          </a:p>
          <a:p>
            <a:pPr marL="457200" lvl="0" indent="-457200" algn="just">
              <a:buFontTx/>
              <a:buChar char="-"/>
            </a:pPr>
            <a:r>
              <a:rPr lang="en-US" sz="3200" dirty="0" err="1">
                <a:latin typeface="Times New Roman" panose="02020603050405020304" pitchFamily="18" charset="0"/>
                <a:ea typeface="SimSun" panose="02010600030101010101" pitchFamily="2" charset="-122"/>
              </a:rPr>
              <a:t>Bác</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sĩ</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Nhân</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thông</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báo</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nhắc</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lịch</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đăng</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ký</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và</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quản</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lý</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lịch</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trực</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cá</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nhân</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và</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trực</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tiếp</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cập</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nhật</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hồ</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sơ</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bệnh</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án</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điện</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tử</a:t>
            </a:r>
            <a:endParaRPr lang="en-US" sz="3200" dirty="0">
              <a:latin typeface="Times New Roman" panose="02020603050405020304" pitchFamily="18" charset="0"/>
              <a:ea typeface="SimSun" panose="02010600030101010101" pitchFamily="2" charset="-122"/>
            </a:endParaRPr>
          </a:p>
          <a:p>
            <a:pPr marL="457200" lvl="0" indent="-457200" algn="just">
              <a:buFontTx/>
              <a:buChar char="-"/>
            </a:pPr>
            <a:r>
              <a:rPr lang="en-US" sz="3200" dirty="0">
                <a:latin typeface="Times New Roman" panose="02020603050405020304" pitchFamily="18" charset="0"/>
                <a:ea typeface="SimSun" panose="02010600030101010101" pitchFamily="2" charset="-122"/>
              </a:rPr>
              <a:t>Quản </a:t>
            </a:r>
            <a:r>
              <a:rPr lang="en-US" sz="3200" dirty="0" err="1">
                <a:latin typeface="Times New Roman" panose="02020603050405020304" pitchFamily="18" charset="0"/>
                <a:ea typeface="SimSun" panose="02010600030101010101" pitchFamily="2" charset="-122"/>
              </a:rPr>
              <a:t>trị</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viên</a:t>
            </a:r>
            <a:r>
              <a:rPr lang="en-US" sz="3200" dirty="0">
                <a:latin typeface="Times New Roman" panose="02020603050405020304" pitchFamily="18" charset="0"/>
                <a:ea typeface="SimSun" panose="02010600030101010101" pitchFamily="2" charset="-122"/>
              </a:rPr>
              <a:t>: Quản </a:t>
            </a:r>
            <a:r>
              <a:rPr lang="en-US" sz="3200" dirty="0" err="1">
                <a:latin typeface="Times New Roman" panose="02020603050405020304" pitchFamily="18" charset="0"/>
                <a:ea typeface="SimSun" panose="02010600030101010101" pitchFamily="2" charset="-122"/>
              </a:rPr>
              <a:t>lý</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người</a:t>
            </a:r>
            <a:r>
              <a:rPr lang="en-US" sz="3200" dirty="0">
                <a:latin typeface="Times New Roman" panose="02020603050405020304" pitchFamily="18" charset="0"/>
                <a:ea typeface="SimSun" panose="02010600030101010101" pitchFamily="2" charset="-122"/>
              </a:rPr>
              <a:t> dung, </a:t>
            </a:r>
            <a:r>
              <a:rPr lang="en-US" sz="3200" dirty="0" err="1">
                <a:latin typeface="Times New Roman" panose="02020603050405020304" pitchFamily="18" charset="0"/>
                <a:ea typeface="SimSun" panose="02010600030101010101" pitchFamily="2" charset="-122"/>
              </a:rPr>
              <a:t>quản</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lý</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dịch</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vụ</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điều</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phối</a:t>
            </a:r>
            <a:r>
              <a:rPr lang="en-US" sz="3200" dirty="0">
                <a:latin typeface="Times New Roman" panose="02020603050405020304" pitchFamily="18" charset="0"/>
                <a:ea typeface="SimSun" panose="02010600030101010101" pitchFamily="2" charset="-122"/>
              </a:rPr>
              <a:t> ca </a:t>
            </a:r>
            <a:r>
              <a:rPr lang="en-US" sz="3200" dirty="0" err="1">
                <a:latin typeface="Times New Roman" panose="02020603050405020304" pitchFamily="18" charset="0"/>
                <a:ea typeface="SimSun" panose="02010600030101010101" pitchFamily="2" charset="-122"/>
              </a:rPr>
              <a:t>làm</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việc</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và</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thống</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kê</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doanh</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thu</a:t>
            </a:r>
            <a:endParaRPr lang="en-US" sz="3200" dirty="0">
              <a:latin typeface="Times New Roman" panose="02020603050405020304" pitchFamily="18" charset="0"/>
              <a:ea typeface="SimSun" panose="02010600030101010101" pitchFamily="2" charset="-122"/>
            </a:endParaRPr>
          </a:p>
        </p:txBody>
      </p:sp>
      <p:cxnSp>
        <p:nvCxnSpPr>
          <p:cNvPr id="8" name="Straight Connector 7">
            <a:extLst>
              <a:ext uri="{FF2B5EF4-FFF2-40B4-BE49-F238E27FC236}">
                <a16:creationId xmlns:a16="http://schemas.microsoft.com/office/drawing/2014/main" id="{3F5C40E9-0CB4-C3CA-71A5-3BCF2AAE48E0}"/>
              </a:ext>
            </a:extLst>
          </p:cNvPr>
          <p:cNvCxnSpPr/>
          <p:nvPr/>
        </p:nvCxnSpPr>
        <p:spPr>
          <a:xfrm>
            <a:off x="5041757" y="5150995"/>
            <a:ext cx="10204065" cy="0"/>
          </a:xfrm>
          <a:prstGeom prst="line">
            <a:avLst/>
          </a:prstGeom>
        </p:spPr>
        <p:style>
          <a:lnRef idx="1">
            <a:schemeClr val="dk1"/>
          </a:lnRef>
          <a:fillRef idx="0">
            <a:schemeClr val="dk1"/>
          </a:fillRef>
          <a:effectRef idx="0">
            <a:schemeClr val="dk1"/>
          </a:effectRef>
          <a:fontRef idx="minor">
            <a:schemeClr val="tx1"/>
          </a:fontRef>
        </p:style>
      </p:cxnSp>
      <p:grpSp>
        <p:nvGrpSpPr>
          <p:cNvPr id="30" name="Group 29">
            <a:extLst>
              <a:ext uri="{FF2B5EF4-FFF2-40B4-BE49-F238E27FC236}">
                <a16:creationId xmlns:a16="http://schemas.microsoft.com/office/drawing/2014/main" id="{1ED20D53-AF62-87B4-4BC8-C3E200391E73}"/>
              </a:ext>
            </a:extLst>
          </p:cNvPr>
          <p:cNvGrpSpPr/>
          <p:nvPr/>
        </p:nvGrpSpPr>
        <p:grpSpPr>
          <a:xfrm>
            <a:off x="0" y="0"/>
            <a:ext cx="18360000" cy="1188944"/>
            <a:chOff x="0" y="0"/>
            <a:chExt cx="18360000" cy="1188944"/>
          </a:xfrm>
        </p:grpSpPr>
        <p:grpSp>
          <p:nvGrpSpPr>
            <p:cNvPr id="31" name="Group 30">
              <a:extLst>
                <a:ext uri="{FF2B5EF4-FFF2-40B4-BE49-F238E27FC236}">
                  <a16:creationId xmlns:a16="http://schemas.microsoft.com/office/drawing/2014/main" id="{DC2F8B75-33A2-5D63-F0B4-182CD3975014}"/>
                </a:ext>
              </a:extLst>
            </p:cNvPr>
            <p:cNvGrpSpPr/>
            <p:nvPr/>
          </p:nvGrpSpPr>
          <p:grpSpPr>
            <a:xfrm>
              <a:off x="0" y="0"/>
              <a:ext cx="18360000" cy="1188944"/>
              <a:chOff x="0" y="0"/>
              <a:chExt cx="18360000" cy="1188944"/>
            </a:xfrm>
          </p:grpSpPr>
          <p:sp>
            <p:nvSpPr>
              <p:cNvPr id="40" name="Rectangle 39">
                <a:extLst>
                  <a:ext uri="{FF2B5EF4-FFF2-40B4-BE49-F238E27FC236}">
                    <a16:creationId xmlns:a16="http://schemas.microsoft.com/office/drawing/2014/main" id="{5AA3526A-C906-0887-5A86-E0C9C40D00C0}"/>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1" name="Rectangle 40">
                <a:extLst>
                  <a:ext uri="{FF2B5EF4-FFF2-40B4-BE49-F238E27FC236}">
                    <a16:creationId xmlns:a16="http://schemas.microsoft.com/office/drawing/2014/main" id="{005733A5-DB99-80D0-2304-27223948790E}"/>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2" name="Rectangle 41">
                <a:extLst>
                  <a:ext uri="{FF2B5EF4-FFF2-40B4-BE49-F238E27FC236}">
                    <a16:creationId xmlns:a16="http://schemas.microsoft.com/office/drawing/2014/main" id="{F9A8D0AB-CB1F-B0B9-A5C4-B8B6B29D257A}"/>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3" name="Rectangle 42">
                <a:extLst>
                  <a:ext uri="{FF2B5EF4-FFF2-40B4-BE49-F238E27FC236}">
                    <a16:creationId xmlns:a16="http://schemas.microsoft.com/office/drawing/2014/main" id="{357205C9-129B-1878-C14E-D6700F078089}"/>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36" name="Oval 35">
              <a:extLst>
                <a:ext uri="{FF2B5EF4-FFF2-40B4-BE49-F238E27FC236}">
                  <a16:creationId xmlns:a16="http://schemas.microsoft.com/office/drawing/2014/main" id="{38B4483E-F0BC-B246-F49E-9489EDA07EA9}"/>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38" name="TextBox 37">
              <a:extLst>
                <a:ext uri="{FF2B5EF4-FFF2-40B4-BE49-F238E27FC236}">
                  <a16:creationId xmlns:a16="http://schemas.microsoft.com/office/drawing/2014/main" id="{3F52BD86-C8CA-A681-545C-EAF958049026}"/>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39" name="Picture 38">
              <a:extLst>
                <a:ext uri="{FF2B5EF4-FFF2-40B4-BE49-F238E27FC236}">
                  <a16:creationId xmlns:a16="http://schemas.microsoft.com/office/drawing/2014/main" id="{2C42FD78-0B0A-00B2-9DD4-DE99B6C173F0}"/>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grpSp>
      <p:sp>
        <p:nvSpPr>
          <p:cNvPr id="51" name="Rectangle 50">
            <a:extLst>
              <a:ext uri="{FF2B5EF4-FFF2-40B4-BE49-F238E27FC236}">
                <a16:creationId xmlns:a16="http://schemas.microsoft.com/office/drawing/2014/main" id="{51BEAAD8-A270-554D-CE62-750265668415}"/>
              </a:ext>
            </a:extLst>
          </p:cNvPr>
          <p:cNvSpPr/>
          <p:nvPr/>
        </p:nvSpPr>
        <p:spPr>
          <a:xfrm>
            <a:off x="3810000" y="1188000"/>
            <a:ext cx="14478000" cy="1204805"/>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2" name="Rectangle: Rounded Corners 51">
            <a:extLst>
              <a:ext uri="{FF2B5EF4-FFF2-40B4-BE49-F238E27FC236}">
                <a16:creationId xmlns:a16="http://schemas.microsoft.com/office/drawing/2014/main" id="{41533482-7773-7F63-B51F-FB1B2F843DF8}"/>
              </a:ext>
            </a:extLst>
          </p:cNvPr>
          <p:cNvSpPr/>
          <p:nvPr/>
        </p:nvSpPr>
        <p:spPr>
          <a:xfrm>
            <a:off x="3858223" y="1275813"/>
            <a:ext cx="12192000" cy="1020412"/>
          </a:xfrm>
          <a:prstGeom prst="roundRect">
            <a:avLst/>
          </a:prstGeom>
          <a:solidFill>
            <a:srgbClr val="288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3" name="TextBox 52">
            <a:extLst>
              <a:ext uri="{FF2B5EF4-FFF2-40B4-BE49-F238E27FC236}">
                <a16:creationId xmlns:a16="http://schemas.microsoft.com/office/drawing/2014/main" id="{84B2B7B0-2A00-6C52-08F4-0808EA0973FC}"/>
              </a:ext>
            </a:extLst>
          </p:cNvPr>
          <p:cNvSpPr txBox="1"/>
          <p:nvPr/>
        </p:nvSpPr>
        <p:spPr>
          <a:xfrm>
            <a:off x="3858223" y="1463633"/>
            <a:ext cx="3321174" cy="646331"/>
          </a:xfrm>
          <a:prstGeom prst="rect">
            <a:avLst/>
          </a:prstGeom>
          <a:noFill/>
        </p:spPr>
        <p:txBody>
          <a:bodyPr wrap="square" rtlCol="0">
            <a:spAutoFit/>
          </a:bodyPr>
          <a:lstStyle/>
          <a:p>
            <a:r>
              <a:rPr lang="en-US" sz="3600">
                <a:solidFill>
                  <a:schemeClr val="bg1"/>
                </a:solidFill>
                <a:latin typeface="Times New Roman" panose="02020603050405020304" pitchFamily="18" charset="0"/>
                <a:cs typeface="Times New Roman" panose="02020603050405020304" pitchFamily="18" charset="0"/>
              </a:rPr>
              <a:t>1. GIỚI THIỆU</a:t>
            </a:r>
          </a:p>
        </p:txBody>
      </p:sp>
    </p:spTree>
    <p:extLst>
      <p:ext uri="{BB962C8B-B14F-4D97-AF65-F5344CB8AC3E}">
        <p14:creationId xmlns:p14="http://schemas.microsoft.com/office/powerpoint/2010/main" val="2387200982"/>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with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 calcmode="lin" valueType="num">
                                      <p:cBhvr additive="base">
                                        <p:cTn id="7" dur="750" fill="hold"/>
                                        <p:tgtEl>
                                          <p:spTgt spid="2">
                                            <p:txEl>
                                              <p:pRg st="0" end="0"/>
                                            </p:txEl>
                                          </p:spTgt>
                                        </p:tgtEl>
                                        <p:attrNameLst>
                                          <p:attrName>ppt_x</p:attrName>
                                        </p:attrNameLst>
                                      </p:cBhvr>
                                      <p:tavLst>
                                        <p:tav tm="0">
                                          <p:val>
                                            <p:strVal val="#ppt_x"/>
                                          </p:val>
                                        </p:tav>
                                        <p:tav tm="100000">
                                          <p:val>
                                            <p:strVal val="#ppt_x"/>
                                          </p:val>
                                        </p:tav>
                                      </p:tavLst>
                                    </p:anim>
                                    <p:anim calcmode="lin" valueType="num">
                                      <p:cBhvr additive="base">
                                        <p:cTn id="8" dur="750" fill="hold"/>
                                        <p:tgtEl>
                                          <p:spTgt spid="2">
                                            <p:txEl>
                                              <p:pRg st="0" end="0"/>
                                            </p:txEl>
                                          </p:spTgt>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 calcmode="lin" valueType="num">
                                      <p:cBhvr additive="base">
                                        <p:cTn id="11" dur="75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12" dur="750" fill="hold"/>
                                        <p:tgtEl>
                                          <p:spTgt spid="3">
                                            <p:txEl>
                                              <p:pRg st="0" end="0"/>
                                            </p:txEl>
                                          </p:spTgt>
                                        </p:tgtEl>
                                        <p:attrNameLst>
                                          <p:attrName>ppt_y</p:attrName>
                                        </p:attrNameLst>
                                      </p:cBhvr>
                                      <p:tavLst>
                                        <p:tav tm="0">
                                          <p:val>
                                            <p:strVal val="1+#ppt_h/2"/>
                                          </p:val>
                                        </p:tav>
                                        <p:tav tm="100000">
                                          <p:val>
                                            <p:strVal val="#ppt_y"/>
                                          </p:val>
                                        </p:tav>
                                      </p:tavLst>
                                    </p:anim>
                                  </p:childTnLst>
                                </p:cTn>
                              </p:par>
                              <p:par>
                                <p:cTn id="13" presetID="2" presetClass="entr" presetSubtype="4" fill="hold" nodeType="withEffect">
                                  <p:stCondLst>
                                    <p:cond delay="0"/>
                                  </p:stCondLst>
                                  <p:childTnLst>
                                    <p:set>
                                      <p:cBhvr>
                                        <p:cTn id="14" dur="1" fill="hold">
                                          <p:stCondLst>
                                            <p:cond delay="0"/>
                                          </p:stCondLst>
                                        </p:cTn>
                                        <p:tgtEl>
                                          <p:spTgt spid="6">
                                            <p:txEl>
                                              <p:pRg st="0" end="0"/>
                                            </p:txEl>
                                          </p:spTgt>
                                        </p:tgtEl>
                                        <p:attrNameLst>
                                          <p:attrName>style.visibility</p:attrName>
                                        </p:attrNameLst>
                                      </p:cBhvr>
                                      <p:to>
                                        <p:strVal val="visible"/>
                                      </p:to>
                                    </p:set>
                                    <p:anim calcmode="lin" valueType="num">
                                      <p:cBhvr additive="base">
                                        <p:cTn id="15" dur="500" fill="hold"/>
                                        <p:tgtEl>
                                          <p:spTgt spid="6">
                                            <p:txEl>
                                              <p:pRg st="0" end="0"/>
                                            </p:txEl>
                                          </p:spTgt>
                                        </p:tgtEl>
                                        <p:attrNameLst>
                                          <p:attrName>ppt_x</p:attrName>
                                        </p:attrNameLst>
                                      </p:cBhvr>
                                      <p:tavLst>
                                        <p:tav tm="0">
                                          <p:val>
                                            <p:strVal val="#ppt_x"/>
                                          </p:val>
                                        </p:tav>
                                        <p:tav tm="100000">
                                          <p:val>
                                            <p:strVal val="#ppt_x"/>
                                          </p:val>
                                        </p:tav>
                                      </p:tavLst>
                                    </p:anim>
                                    <p:anim calcmode="lin" valueType="num">
                                      <p:cBhvr additive="base">
                                        <p:cTn id="16" dur="500" fill="hold"/>
                                        <p:tgtEl>
                                          <p:spTgt spid="6">
                                            <p:txEl>
                                              <p:pRg st="0" end="0"/>
                                            </p:txEl>
                                          </p:spTgt>
                                        </p:tgtEl>
                                        <p:attrNameLst>
                                          <p:attrName>ppt_y</p:attrName>
                                        </p:attrNameLst>
                                      </p:cBhvr>
                                      <p:tavLst>
                                        <p:tav tm="0">
                                          <p:val>
                                            <p:strVal val="1+#ppt_h/2"/>
                                          </p:val>
                                        </p:tav>
                                        <p:tav tm="100000">
                                          <p:val>
                                            <p:strVal val="#ppt_y"/>
                                          </p:val>
                                        </p:tav>
                                      </p:tavLst>
                                    </p:anim>
                                  </p:childTnLst>
                                </p:cTn>
                              </p:par>
                              <p:par>
                                <p:cTn id="17" presetID="2" presetClass="entr" presetSubtype="4" fill="hold" nodeType="withEffect">
                                  <p:stCondLst>
                                    <p:cond delay="0"/>
                                  </p:stCondLst>
                                  <p:childTnLst>
                                    <p:set>
                                      <p:cBhvr>
                                        <p:cTn id="18" dur="1" fill="hold">
                                          <p:stCondLst>
                                            <p:cond delay="0"/>
                                          </p:stCondLst>
                                        </p:cTn>
                                        <p:tgtEl>
                                          <p:spTgt spid="6">
                                            <p:txEl>
                                              <p:pRg st="1" end="1"/>
                                            </p:txEl>
                                          </p:spTgt>
                                        </p:tgtEl>
                                        <p:attrNameLst>
                                          <p:attrName>style.visibility</p:attrName>
                                        </p:attrNameLst>
                                      </p:cBhvr>
                                      <p:to>
                                        <p:strVal val="visible"/>
                                      </p:to>
                                    </p:set>
                                    <p:anim calcmode="lin" valueType="num">
                                      <p:cBhvr additive="base">
                                        <p:cTn id="19" dur="500" fill="hold"/>
                                        <p:tgtEl>
                                          <p:spTgt spid="6">
                                            <p:txEl>
                                              <p:pRg st="1" end="1"/>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6">
                                            <p:txEl>
                                              <p:pRg st="1" end="1"/>
                                            </p:txEl>
                                          </p:spTgt>
                                        </p:tgtEl>
                                        <p:attrNameLst>
                                          <p:attrName>ppt_y</p:attrName>
                                        </p:attrNameLst>
                                      </p:cBhvr>
                                      <p:tavLst>
                                        <p:tav tm="0">
                                          <p:val>
                                            <p:strVal val="1+#ppt_h/2"/>
                                          </p:val>
                                        </p:tav>
                                        <p:tav tm="100000">
                                          <p:val>
                                            <p:strVal val="#ppt_y"/>
                                          </p:val>
                                        </p:tav>
                                      </p:tavLst>
                                    </p:anim>
                                  </p:childTnLst>
                                </p:cTn>
                              </p:par>
                              <p:par>
                                <p:cTn id="21" presetID="2" presetClass="entr" presetSubtype="4" fill="hold" nodeType="withEffect">
                                  <p:stCondLst>
                                    <p:cond delay="0"/>
                                  </p:stCondLst>
                                  <p:childTnLst>
                                    <p:set>
                                      <p:cBhvr>
                                        <p:cTn id="22" dur="1" fill="hold">
                                          <p:stCondLst>
                                            <p:cond delay="0"/>
                                          </p:stCondLst>
                                        </p:cTn>
                                        <p:tgtEl>
                                          <p:spTgt spid="6">
                                            <p:txEl>
                                              <p:pRg st="2" end="2"/>
                                            </p:txEl>
                                          </p:spTgt>
                                        </p:tgtEl>
                                        <p:attrNameLst>
                                          <p:attrName>style.visibility</p:attrName>
                                        </p:attrNameLst>
                                      </p:cBhvr>
                                      <p:to>
                                        <p:strVal val="visible"/>
                                      </p:to>
                                    </p:set>
                                    <p:anim calcmode="lin" valueType="num">
                                      <p:cBhvr additive="base">
                                        <p:cTn id="23" dur="500" fill="hold"/>
                                        <p:tgtEl>
                                          <p:spTgt spid="6">
                                            <p:txEl>
                                              <p:pRg st="2" end="2"/>
                                            </p:txEl>
                                          </p:spTgt>
                                        </p:tgtEl>
                                        <p:attrNameLst>
                                          <p:attrName>ppt_x</p:attrName>
                                        </p:attrNameLst>
                                      </p:cBhvr>
                                      <p:tavLst>
                                        <p:tav tm="0">
                                          <p:val>
                                            <p:strVal val="#ppt_x"/>
                                          </p:val>
                                        </p:tav>
                                        <p:tav tm="100000">
                                          <p:val>
                                            <p:strVal val="#ppt_x"/>
                                          </p:val>
                                        </p:tav>
                                      </p:tavLst>
                                    </p:anim>
                                    <p:anim calcmode="lin" valueType="num">
                                      <p:cBhvr additive="base">
                                        <p:cTn id="24" dur="500" fill="hold"/>
                                        <p:tgtEl>
                                          <p:spTgt spid="6">
                                            <p:txEl>
                                              <p:pRg st="2" end="2"/>
                                            </p:txEl>
                                          </p:spTgt>
                                        </p:tgtEl>
                                        <p:attrNameLst>
                                          <p:attrName>ppt_y</p:attrName>
                                        </p:attrNameLst>
                                      </p:cBhvr>
                                      <p:tavLst>
                                        <p:tav tm="0">
                                          <p:val>
                                            <p:strVal val="1+#ppt_h/2"/>
                                          </p:val>
                                        </p:tav>
                                        <p:tav tm="100000">
                                          <p:val>
                                            <p:strVal val="#ppt_y"/>
                                          </p:val>
                                        </p:tav>
                                      </p:tavLst>
                                    </p:anim>
                                  </p:childTnLst>
                                </p:cTn>
                              </p:par>
                              <p:par>
                                <p:cTn id="25" presetID="2" presetClass="entr" presetSubtype="4" fill="hold" nodeType="withEffect">
                                  <p:stCondLst>
                                    <p:cond delay="0"/>
                                  </p:stCondLst>
                                  <p:childTnLst>
                                    <p:set>
                                      <p:cBhvr>
                                        <p:cTn id="26" dur="1" fill="hold">
                                          <p:stCondLst>
                                            <p:cond delay="0"/>
                                          </p:stCondLst>
                                        </p:cTn>
                                        <p:tgtEl>
                                          <p:spTgt spid="6">
                                            <p:txEl>
                                              <p:pRg st="3" end="3"/>
                                            </p:txEl>
                                          </p:spTgt>
                                        </p:tgtEl>
                                        <p:attrNameLst>
                                          <p:attrName>style.visibility</p:attrName>
                                        </p:attrNameLst>
                                      </p:cBhvr>
                                      <p:to>
                                        <p:strVal val="visible"/>
                                      </p:to>
                                    </p:set>
                                    <p:anim calcmode="lin" valueType="num">
                                      <p:cBhvr additive="base">
                                        <p:cTn id="27" dur="500" fill="hold"/>
                                        <p:tgtEl>
                                          <p:spTgt spid="6">
                                            <p:txEl>
                                              <p:pRg st="3" end="3"/>
                                            </p:txEl>
                                          </p:spTgt>
                                        </p:tgtEl>
                                        <p:attrNameLst>
                                          <p:attrName>ppt_x</p:attrName>
                                        </p:attrNameLst>
                                      </p:cBhvr>
                                      <p:tavLst>
                                        <p:tav tm="0">
                                          <p:val>
                                            <p:strVal val="#ppt_x"/>
                                          </p:val>
                                        </p:tav>
                                        <p:tav tm="100000">
                                          <p:val>
                                            <p:strVal val="#ppt_x"/>
                                          </p:val>
                                        </p:tav>
                                      </p:tavLst>
                                    </p:anim>
                                    <p:anim calcmode="lin" valueType="num">
                                      <p:cBhvr additive="base">
                                        <p:cTn id="28" dur="500" fill="hold"/>
                                        <p:tgtEl>
                                          <p:spTgt spid="6">
                                            <p:txEl>
                                              <p:pRg st="3" end="3"/>
                                            </p:txEl>
                                          </p:spTgt>
                                        </p:tgtEl>
                                        <p:attrNameLst>
                                          <p:attrName>ppt_y</p:attrName>
                                        </p:attrNameLst>
                                      </p:cBhvr>
                                      <p:tavLst>
                                        <p:tav tm="0">
                                          <p:val>
                                            <p:strVal val="1+#ppt_h/2"/>
                                          </p:val>
                                        </p:tav>
                                        <p:tav tm="100000">
                                          <p:val>
                                            <p:strVal val="#ppt_y"/>
                                          </p:val>
                                        </p:tav>
                                      </p:tavLst>
                                    </p:anim>
                                  </p:childTnLst>
                                </p:cTn>
                              </p:par>
                              <p:par>
                                <p:cTn id="29" presetID="2" presetClass="entr" presetSubtype="4" fill="hold" nodeType="withEffect">
                                  <p:stCondLst>
                                    <p:cond delay="0"/>
                                  </p:stCondLst>
                                  <p:childTnLst>
                                    <p:set>
                                      <p:cBhvr>
                                        <p:cTn id="30" dur="1" fill="hold">
                                          <p:stCondLst>
                                            <p:cond delay="0"/>
                                          </p:stCondLst>
                                        </p:cTn>
                                        <p:tgtEl>
                                          <p:spTgt spid="6">
                                            <p:txEl>
                                              <p:pRg st="4" end="4"/>
                                            </p:txEl>
                                          </p:spTgt>
                                        </p:tgtEl>
                                        <p:attrNameLst>
                                          <p:attrName>style.visibility</p:attrName>
                                        </p:attrNameLst>
                                      </p:cBhvr>
                                      <p:to>
                                        <p:strVal val="visible"/>
                                      </p:to>
                                    </p:set>
                                    <p:anim calcmode="lin" valueType="num">
                                      <p:cBhvr additive="base">
                                        <p:cTn id="31" dur="500" fill="hold"/>
                                        <p:tgtEl>
                                          <p:spTgt spid="6">
                                            <p:txEl>
                                              <p:pRg st="4" end="4"/>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6">
                                            <p:txEl>
                                              <p:pRg st="4" end="4"/>
                                            </p:txEl>
                                          </p:spTgt>
                                        </p:tgtEl>
                                        <p:attrNameLst>
                                          <p:attrName>ppt_y</p:attrName>
                                        </p:attrNameLst>
                                      </p:cBhvr>
                                      <p:tavLst>
                                        <p:tav tm="0">
                                          <p:val>
                                            <p:strVal val="1+#ppt_h/2"/>
                                          </p:val>
                                        </p:tav>
                                        <p:tav tm="100000">
                                          <p:val>
                                            <p:strVal val="#ppt_y"/>
                                          </p:val>
                                        </p:tav>
                                      </p:tavLst>
                                    </p:anim>
                                  </p:childTnLst>
                                </p:cTn>
                              </p:par>
                              <p:par>
                                <p:cTn id="33" presetID="2" presetClass="entr" presetSubtype="4" fill="hold" nodeType="withEffect">
                                  <p:stCondLst>
                                    <p:cond delay="0"/>
                                  </p:stCondLst>
                                  <p:childTnLst>
                                    <p:set>
                                      <p:cBhvr>
                                        <p:cTn id="34" dur="1" fill="hold">
                                          <p:stCondLst>
                                            <p:cond delay="0"/>
                                          </p:stCondLst>
                                        </p:cTn>
                                        <p:tgtEl>
                                          <p:spTgt spid="4">
                                            <p:txEl>
                                              <p:pRg st="0" end="0"/>
                                            </p:txEl>
                                          </p:spTgt>
                                        </p:tgtEl>
                                        <p:attrNameLst>
                                          <p:attrName>style.visibility</p:attrName>
                                        </p:attrNameLst>
                                      </p:cBhvr>
                                      <p:to>
                                        <p:strVal val="visible"/>
                                      </p:to>
                                    </p:set>
                                    <p:anim calcmode="lin" valueType="num">
                                      <p:cBhvr additive="base">
                                        <p:cTn id="35" dur="500" fill="hold"/>
                                        <p:tgtEl>
                                          <p:spTgt spid="4">
                                            <p:txEl>
                                              <p:pRg st="0" end="0"/>
                                            </p:txEl>
                                          </p:spTgt>
                                        </p:tgtEl>
                                        <p:attrNameLst>
                                          <p:attrName>ppt_x</p:attrName>
                                        </p:attrNameLst>
                                      </p:cBhvr>
                                      <p:tavLst>
                                        <p:tav tm="0">
                                          <p:val>
                                            <p:strVal val="#ppt_x"/>
                                          </p:val>
                                        </p:tav>
                                        <p:tav tm="100000">
                                          <p:val>
                                            <p:strVal val="#ppt_x"/>
                                          </p:val>
                                        </p:tav>
                                      </p:tavLst>
                                    </p:anim>
                                    <p:anim calcmode="lin" valueType="num">
                                      <p:cBhvr additive="base">
                                        <p:cTn id="36" dur="500" fill="hold"/>
                                        <p:tgtEl>
                                          <p:spTgt spid="4">
                                            <p:txEl>
                                              <p:pRg st="0" end="0"/>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DE46B9-A6CE-E2D9-EB6C-D8D055173DFD}"/>
            </a:ext>
          </a:extLst>
        </p:cNvPr>
        <p:cNvGrpSpPr/>
        <p:nvPr/>
      </p:nvGrpSpPr>
      <p:grpSpPr>
        <a:xfrm>
          <a:off x="0" y="0"/>
          <a:ext cx="0" cy="0"/>
          <a:chOff x="0" y="0"/>
          <a:chExt cx="0" cy="0"/>
        </a:xfrm>
      </p:grpSpPr>
      <p:sp>
        <p:nvSpPr>
          <p:cNvPr id="20" name="Rectangle 19">
            <a:extLst>
              <a:ext uri="{FF2B5EF4-FFF2-40B4-BE49-F238E27FC236}">
                <a16:creationId xmlns:a16="http://schemas.microsoft.com/office/drawing/2014/main" id="{67159ABA-508E-C736-7CE5-C829B7FA6A65}"/>
              </a:ext>
            </a:extLst>
          </p:cNvPr>
          <p:cNvSpPr/>
          <p:nvPr/>
        </p:nvSpPr>
        <p:spPr>
          <a:xfrm>
            <a:off x="3810000" y="2400300"/>
            <a:ext cx="14478000" cy="7878236"/>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21" name="Rectangle 20">
            <a:extLst>
              <a:ext uri="{FF2B5EF4-FFF2-40B4-BE49-F238E27FC236}">
                <a16:creationId xmlns:a16="http://schemas.microsoft.com/office/drawing/2014/main" id="{BB17EE4F-6CDF-C2E3-6FDC-E95813CD829F}"/>
              </a:ext>
            </a:extLst>
          </p:cNvPr>
          <p:cNvSpPr/>
          <p:nvPr/>
        </p:nvSpPr>
        <p:spPr>
          <a:xfrm>
            <a:off x="0" y="1186334"/>
            <a:ext cx="3810000" cy="1213966"/>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23" name="Rectangle: Rounded Corners 22">
            <a:extLst>
              <a:ext uri="{FF2B5EF4-FFF2-40B4-BE49-F238E27FC236}">
                <a16:creationId xmlns:a16="http://schemas.microsoft.com/office/drawing/2014/main" id="{E5A61425-B101-8DA6-430E-6D70870A31DB}"/>
              </a:ext>
            </a:extLst>
          </p:cNvPr>
          <p:cNvSpPr/>
          <p:nvPr/>
        </p:nvSpPr>
        <p:spPr>
          <a:xfrm>
            <a:off x="3886200" y="2622850"/>
            <a:ext cx="12192000" cy="1020412"/>
          </a:xfrm>
          <a:prstGeom prst="roundRect">
            <a:avLst/>
          </a:prstGeom>
          <a:solidFill>
            <a:srgbClr val="288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24" name="TextBox 23">
            <a:extLst>
              <a:ext uri="{FF2B5EF4-FFF2-40B4-BE49-F238E27FC236}">
                <a16:creationId xmlns:a16="http://schemas.microsoft.com/office/drawing/2014/main" id="{83ED775B-E31D-C808-158B-F181E74647CD}"/>
              </a:ext>
            </a:extLst>
          </p:cNvPr>
          <p:cNvSpPr txBox="1"/>
          <p:nvPr/>
        </p:nvSpPr>
        <p:spPr>
          <a:xfrm>
            <a:off x="288004" y="1325218"/>
            <a:ext cx="3217196"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NỘI DUNG</a:t>
            </a:r>
          </a:p>
        </p:txBody>
      </p:sp>
      <p:sp>
        <p:nvSpPr>
          <p:cNvPr id="26" name="TextBox 25">
            <a:extLst>
              <a:ext uri="{FF2B5EF4-FFF2-40B4-BE49-F238E27FC236}">
                <a16:creationId xmlns:a16="http://schemas.microsoft.com/office/drawing/2014/main" id="{3E4094A3-C39F-9C4B-D06F-562A7BFCE7E5}"/>
              </a:ext>
            </a:extLst>
          </p:cNvPr>
          <p:cNvSpPr txBox="1"/>
          <p:nvPr/>
        </p:nvSpPr>
        <p:spPr>
          <a:xfrm>
            <a:off x="3810000" y="2412254"/>
            <a:ext cx="11734800" cy="5603930"/>
          </a:xfrm>
          <a:prstGeom prst="rect">
            <a:avLst/>
          </a:prstGeom>
          <a:noFill/>
          <a:ln>
            <a:noFill/>
          </a:ln>
        </p:spPr>
        <p:txBody>
          <a:bodyPr wrap="square" rtlCol="0">
            <a:spAutoFit/>
          </a:bodyPr>
          <a:lstStyle/>
          <a:p>
            <a:pPr marL="742950" indent="-742950">
              <a:lnSpc>
                <a:spcPct val="200000"/>
              </a:lnSpc>
              <a:buAutoNum type="arabicPeriod"/>
            </a:pPr>
            <a:r>
              <a:rPr lang="en-US" sz="3600">
                <a:solidFill>
                  <a:schemeClr val="bg1"/>
                </a:solidFill>
                <a:latin typeface="Times New Roman" panose="02020603050405020304" pitchFamily="18" charset="0"/>
                <a:cs typeface="Times New Roman" panose="02020603050405020304" pitchFamily="18" charset="0"/>
              </a:rPr>
              <a:t>GIỚI THIỆU</a:t>
            </a:r>
          </a:p>
          <a:p>
            <a:pPr marL="742950" indent="-742950">
              <a:lnSpc>
                <a:spcPct val="200000"/>
              </a:lnSpc>
              <a:buFontTx/>
              <a:buAutoNum type="arabicPeriod"/>
            </a:pPr>
            <a:r>
              <a:rPr lang="en-US" sz="3600">
                <a:latin typeface="Times New Roman" panose="02020603050405020304" pitchFamily="18" charset="0"/>
                <a:cs typeface="Times New Roman" panose="02020603050405020304" pitchFamily="18" charset="0"/>
              </a:rPr>
              <a:t>TÌNH HÌNH NGHIÊN CỨU TRONG VÀ NGOÀI NƯỚC</a:t>
            </a:r>
          </a:p>
          <a:p>
            <a:pPr marL="742950" indent="-742950">
              <a:lnSpc>
                <a:spcPct val="200000"/>
              </a:lnSpc>
              <a:buFontTx/>
              <a:buAutoNum type="arabicPeriod"/>
            </a:pPr>
            <a:r>
              <a:rPr lang="en-US" sz="3600">
                <a:latin typeface="Times New Roman" panose="02020603050405020304" pitchFamily="18" charset="0"/>
                <a:cs typeface="Times New Roman" panose="02020603050405020304" pitchFamily="18" charset="0"/>
              </a:rPr>
              <a:t>NỘI DUNG VÀ PHƯƠNG PHÁP NGHIÊN CỨU</a:t>
            </a:r>
          </a:p>
          <a:p>
            <a:pPr marL="742950" indent="-742950">
              <a:lnSpc>
                <a:spcPct val="200000"/>
              </a:lnSpc>
              <a:buFontTx/>
              <a:buAutoNum type="arabicPeriod"/>
            </a:pPr>
            <a:r>
              <a:rPr lang="en-US" sz="3600">
                <a:latin typeface="Times New Roman" panose="02020603050405020304" pitchFamily="18" charset="0"/>
                <a:cs typeface="Times New Roman" panose="02020603050405020304" pitchFamily="18" charset="0"/>
              </a:rPr>
              <a:t>KẾT QUẢ VÀ THẢO LUẬN</a:t>
            </a:r>
          </a:p>
          <a:p>
            <a:pPr marL="742950" indent="-742950">
              <a:lnSpc>
                <a:spcPct val="200000"/>
              </a:lnSpc>
              <a:buFontTx/>
              <a:buAutoNum type="arabicPeriod"/>
            </a:pPr>
            <a:r>
              <a:rPr lang="en-US" sz="3600">
                <a:latin typeface="Times New Roman" panose="02020603050405020304" pitchFamily="18" charset="0"/>
                <a:cs typeface="Times New Roman" panose="02020603050405020304" pitchFamily="18" charset="0"/>
              </a:rPr>
              <a:t>KẾT LUẬN VÀ ĐỀ NGHỊ</a:t>
            </a:r>
          </a:p>
        </p:txBody>
      </p:sp>
      <p:grpSp>
        <p:nvGrpSpPr>
          <p:cNvPr id="27" name="Group 26">
            <a:extLst>
              <a:ext uri="{FF2B5EF4-FFF2-40B4-BE49-F238E27FC236}">
                <a16:creationId xmlns:a16="http://schemas.microsoft.com/office/drawing/2014/main" id="{97A9C706-5B35-785E-574F-0D5D068B721E}"/>
              </a:ext>
            </a:extLst>
          </p:cNvPr>
          <p:cNvGrpSpPr/>
          <p:nvPr/>
        </p:nvGrpSpPr>
        <p:grpSpPr>
          <a:xfrm>
            <a:off x="0" y="0"/>
            <a:ext cx="18360000" cy="1188944"/>
            <a:chOff x="0" y="0"/>
            <a:chExt cx="18360000" cy="1188944"/>
          </a:xfrm>
        </p:grpSpPr>
        <p:sp>
          <p:nvSpPr>
            <p:cNvPr id="28" name="Rectangle 27">
              <a:extLst>
                <a:ext uri="{FF2B5EF4-FFF2-40B4-BE49-F238E27FC236}">
                  <a16:creationId xmlns:a16="http://schemas.microsoft.com/office/drawing/2014/main" id="{EA97263C-529E-58E3-4AAB-4F491C62503B}"/>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29" name="Rectangle 28">
              <a:extLst>
                <a:ext uri="{FF2B5EF4-FFF2-40B4-BE49-F238E27FC236}">
                  <a16:creationId xmlns:a16="http://schemas.microsoft.com/office/drawing/2014/main" id="{90B5CC90-6D36-99F6-B4B9-704060C8ECF1}"/>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0" name="Rectangle 29">
              <a:extLst>
                <a:ext uri="{FF2B5EF4-FFF2-40B4-BE49-F238E27FC236}">
                  <a16:creationId xmlns:a16="http://schemas.microsoft.com/office/drawing/2014/main" id="{B4EBA779-E666-398F-9D55-94BDD727C492}"/>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1" name="Rectangle 30">
              <a:extLst>
                <a:ext uri="{FF2B5EF4-FFF2-40B4-BE49-F238E27FC236}">
                  <a16:creationId xmlns:a16="http://schemas.microsoft.com/office/drawing/2014/main" id="{D29EA114-CB74-AB03-86FD-8A2CD717689B}"/>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32" name="Oval 31">
            <a:extLst>
              <a:ext uri="{FF2B5EF4-FFF2-40B4-BE49-F238E27FC236}">
                <a16:creationId xmlns:a16="http://schemas.microsoft.com/office/drawing/2014/main" id="{9E7C6DDC-FEE4-449D-32BC-F0E47EACD753}"/>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33" name="TextBox 32">
            <a:extLst>
              <a:ext uri="{FF2B5EF4-FFF2-40B4-BE49-F238E27FC236}">
                <a16:creationId xmlns:a16="http://schemas.microsoft.com/office/drawing/2014/main" id="{F2184C48-E4D9-9C06-7243-A320C7464EF7}"/>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34" name="Picture 33">
            <a:extLst>
              <a:ext uri="{FF2B5EF4-FFF2-40B4-BE49-F238E27FC236}">
                <a16:creationId xmlns:a16="http://schemas.microsoft.com/office/drawing/2014/main" id="{8C3B5862-5E0D-85A4-5EA9-E5875877A6A5}"/>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spTree>
    <p:extLst>
      <p:ext uri="{BB962C8B-B14F-4D97-AF65-F5344CB8AC3E}">
        <p14:creationId xmlns:p14="http://schemas.microsoft.com/office/powerpoint/2010/main" val="1325519766"/>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ACA64D-173E-B4DE-65A3-94CCC6726C92}"/>
            </a:ext>
          </a:extLst>
        </p:cNvPr>
        <p:cNvGrpSpPr/>
        <p:nvPr/>
      </p:nvGrpSpPr>
      <p:grpSpPr>
        <a:xfrm>
          <a:off x="0" y="0"/>
          <a:ext cx="0" cy="0"/>
          <a:chOff x="0" y="0"/>
          <a:chExt cx="0" cy="0"/>
        </a:xfrm>
      </p:grpSpPr>
      <p:sp>
        <p:nvSpPr>
          <p:cNvPr id="20" name="Rectangle 19">
            <a:extLst>
              <a:ext uri="{FF2B5EF4-FFF2-40B4-BE49-F238E27FC236}">
                <a16:creationId xmlns:a16="http://schemas.microsoft.com/office/drawing/2014/main" id="{C4B67823-FA9C-1DAB-0DA5-50C0A1004FCB}"/>
              </a:ext>
            </a:extLst>
          </p:cNvPr>
          <p:cNvSpPr/>
          <p:nvPr/>
        </p:nvSpPr>
        <p:spPr>
          <a:xfrm>
            <a:off x="3810000" y="2400300"/>
            <a:ext cx="14478000" cy="7878236"/>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21" name="Rectangle 20">
            <a:extLst>
              <a:ext uri="{FF2B5EF4-FFF2-40B4-BE49-F238E27FC236}">
                <a16:creationId xmlns:a16="http://schemas.microsoft.com/office/drawing/2014/main" id="{37902C54-2963-E88B-35D8-B7FD3C21CD99}"/>
              </a:ext>
            </a:extLst>
          </p:cNvPr>
          <p:cNvSpPr/>
          <p:nvPr/>
        </p:nvSpPr>
        <p:spPr>
          <a:xfrm>
            <a:off x="0" y="1186334"/>
            <a:ext cx="3810000" cy="1213966"/>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23" name="Rectangle: Rounded Corners 22">
            <a:extLst>
              <a:ext uri="{FF2B5EF4-FFF2-40B4-BE49-F238E27FC236}">
                <a16:creationId xmlns:a16="http://schemas.microsoft.com/office/drawing/2014/main" id="{A9C6CE53-E926-36B9-6148-2626670C565C}"/>
              </a:ext>
            </a:extLst>
          </p:cNvPr>
          <p:cNvSpPr/>
          <p:nvPr/>
        </p:nvSpPr>
        <p:spPr>
          <a:xfrm>
            <a:off x="3886200" y="3695700"/>
            <a:ext cx="12192000" cy="1020412"/>
          </a:xfrm>
          <a:prstGeom prst="roundRect">
            <a:avLst/>
          </a:prstGeom>
          <a:solidFill>
            <a:srgbClr val="288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24" name="TextBox 23">
            <a:extLst>
              <a:ext uri="{FF2B5EF4-FFF2-40B4-BE49-F238E27FC236}">
                <a16:creationId xmlns:a16="http://schemas.microsoft.com/office/drawing/2014/main" id="{473C4C68-0523-30B6-4756-FDA259CF19FB}"/>
              </a:ext>
            </a:extLst>
          </p:cNvPr>
          <p:cNvSpPr txBox="1"/>
          <p:nvPr/>
        </p:nvSpPr>
        <p:spPr>
          <a:xfrm>
            <a:off x="288004" y="1325218"/>
            <a:ext cx="3217196"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NỘI DUNG</a:t>
            </a:r>
          </a:p>
        </p:txBody>
      </p:sp>
      <p:sp>
        <p:nvSpPr>
          <p:cNvPr id="26" name="TextBox 25">
            <a:extLst>
              <a:ext uri="{FF2B5EF4-FFF2-40B4-BE49-F238E27FC236}">
                <a16:creationId xmlns:a16="http://schemas.microsoft.com/office/drawing/2014/main" id="{57B8303A-FFCD-588F-73A1-5FE69E19F370}"/>
              </a:ext>
            </a:extLst>
          </p:cNvPr>
          <p:cNvSpPr txBox="1"/>
          <p:nvPr/>
        </p:nvSpPr>
        <p:spPr>
          <a:xfrm>
            <a:off x="3810000" y="2412254"/>
            <a:ext cx="11734800" cy="5603930"/>
          </a:xfrm>
          <a:prstGeom prst="rect">
            <a:avLst/>
          </a:prstGeom>
          <a:noFill/>
          <a:ln>
            <a:noFill/>
          </a:ln>
        </p:spPr>
        <p:txBody>
          <a:bodyPr wrap="square" rtlCol="0">
            <a:spAutoFit/>
          </a:bodyPr>
          <a:lstStyle/>
          <a:p>
            <a:pPr marL="742950" indent="-742950">
              <a:lnSpc>
                <a:spcPct val="200000"/>
              </a:lnSpc>
              <a:buAutoNum type="arabicPeriod"/>
            </a:pPr>
            <a:r>
              <a:rPr lang="en-US" sz="3600">
                <a:latin typeface="Times New Roman" panose="02020603050405020304" pitchFamily="18" charset="0"/>
                <a:cs typeface="Times New Roman" panose="02020603050405020304" pitchFamily="18" charset="0"/>
              </a:rPr>
              <a:t>GIỚI THIỆU</a:t>
            </a:r>
          </a:p>
          <a:p>
            <a:pPr marL="742950" indent="-742950">
              <a:lnSpc>
                <a:spcPct val="200000"/>
              </a:lnSpc>
              <a:buFontTx/>
              <a:buAutoNum type="arabicPeriod"/>
            </a:pPr>
            <a:r>
              <a:rPr lang="en-US" sz="3600">
                <a:solidFill>
                  <a:schemeClr val="bg1"/>
                </a:solidFill>
                <a:latin typeface="Times New Roman" panose="02020603050405020304" pitchFamily="18" charset="0"/>
                <a:cs typeface="Times New Roman" panose="02020603050405020304" pitchFamily="18" charset="0"/>
              </a:rPr>
              <a:t>TÌNH HÌNH NGHIÊN CỨU TRONG VÀ NGOÀI NƯỚC</a:t>
            </a:r>
          </a:p>
          <a:p>
            <a:pPr marL="742950" indent="-742950">
              <a:lnSpc>
                <a:spcPct val="200000"/>
              </a:lnSpc>
              <a:buFontTx/>
              <a:buAutoNum type="arabicPeriod"/>
            </a:pPr>
            <a:r>
              <a:rPr lang="en-US" sz="3600">
                <a:latin typeface="Times New Roman" panose="02020603050405020304" pitchFamily="18" charset="0"/>
                <a:cs typeface="Times New Roman" panose="02020603050405020304" pitchFamily="18" charset="0"/>
              </a:rPr>
              <a:t>NỘI DUNG VÀ PHƯƠNG PHÁP NGHIÊN CỨU</a:t>
            </a:r>
          </a:p>
          <a:p>
            <a:pPr marL="742950" indent="-742950">
              <a:lnSpc>
                <a:spcPct val="200000"/>
              </a:lnSpc>
              <a:buFontTx/>
              <a:buAutoNum type="arabicPeriod"/>
            </a:pPr>
            <a:r>
              <a:rPr lang="en-US" sz="3600">
                <a:latin typeface="Times New Roman" panose="02020603050405020304" pitchFamily="18" charset="0"/>
                <a:cs typeface="Times New Roman" panose="02020603050405020304" pitchFamily="18" charset="0"/>
              </a:rPr>
              <a:t>KẾT QUẢ VÀ THẢO LUẬN</a:t>
            </a:r>
          </a:p>
          <a:p>
            <a:pPr marL="742950" indent="-742950">
              <a:lnSpc>
                <a:spcPct val="200000"/>
              </a:lnSpc>
              <a:buFontTx/>
              <a:buAutoNum type="arabicPeriod"/>
            </a:pPr>
            <a:r>
              <a:rPr lang="en-US" sz="3600">
                <a:latin typeface="Times New Roman" panose="02020603050405020304" pitchFamily="18" charset="0"/>
                <a:cs typeface="Times New Roman" panose="02020603050405020304" pitchFamily="18" charset="0"/>
              </a:rPr>
              <a:t>KẾT LUẬN VÀ ĐỀ NGHỊ</a:t>
            </a:r>
          </a:p>
        </p:txBody>
      </p:sp>
      <p:grpSp>
        <p:nvGrpSpPr>
          <p:cNvPr id="27" name="Group 26">
            <a:extLst>
              <a:ext uri="{FF2B5EF4-FFF2-40B4-BE49-F238E27FC236}">
                <a16:creationId xmlns:a16="http://schemas.microsoft.com/office/drawing/2014/main" id="{892DF14A-609D-BD96-58E8-0C252072B8C1}"/>
              </a:ext>
            </a:extLst>
          </p:cNvPr>
          <p:cNvGrpSpPr/>
          <p:nvPr/>
        </p:nvGrpSpPr>
        <p:grpSpPr>
          <a:xfrm>
            <a:off x="0" y="0"/>
            <a:ext cx="18360000" cy="1188944"/>
            <a:chOff x="0" y="0"/>
            <a:chExt cx="18360000" cy="1188944"/>
          </a:xfrm>
        </p:grpSpPr>
        <p:sp>
          <p:nvSpPr>
            <p:cNvPr id="28" name="Rectangle 27">
              <a:extLst>
                <a:ext uri="{FF2B5EF4-FFF2-40B4-BE49-F238E27FC236}">
                  <a16:creationId xmlns:a16="http://schemas.microsoft.com/office/drawing/2014/main" id="{35FCCC40-A365-68FD-9425-7CC4E5DD300F}"/>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29" name="Rectangle 28">
              <a:extLst>
                <a:ext uri="{FF2B5EF4-FFF2-40B4-BE49-F238E27FC236}">
                  <a16:creationId xmlns:a16="http://schemas.microsoft.com/office/drawing/2014/main" id="{82BED92B-159E-9047-3C6F-799E499C636B}"/>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0" name="Rectangle 29">
              <a:extLst>
                <a:ext uri="{FF2B5EF4-FFF2-40B4-BE49-F238E27FC236}">
                  <a16:creationId xmlns:a16="http://schemas.microsoft.com/office/drawing/2014/main" id="{AA35B4B3-B5A3-C58A-12B0-1B3035E55C40}"/>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1" name="Rectangle 30">
              <a:extLst>
                <a:ext uri="{FF2B5EF4-FFF2-40B4-BE49-F238E27FC236}">
                  <a16:creationId xmlns:a16="http://schemas.microsoft.com/office/drawing/2014/main" id="{CC6ABABF-A683-3241-EE2D-2197F64B3ACA}"/>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32" name="Oval 31">
            <a:extLst>
              <a:ext uri="{FF2B5EF4-FFF2-40B4-BE49-F238E27FC236}">
                <a16:creationId xmlns:a16="http://schemas.microsoft.com/office/drawing/2014/main" id="{2A8CBC7A-B6F0-C18C-3A5F-BCC33AC73633}"/>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33" name="TextBox 32">
            <a:extLst>
              <a:ext uri="{FF2B5EF4-FFF2-40B4-BE49-F238E27FC236}">
                <a16:creationId xmlns:a16="http://schemas.microsoft.com/office/drawing/2014/main" id="{E22F0E52-25F8-D440-CD44-DDBE29D376B4}"/>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34" name="Picture 33">
            <a:extLst>
              <a:ext uri="{FF2B5EF4-FFF2-40B4-BE49-F238E27FC236}">
                <a16:creationId xmlns:a16="http://schemas.microsoft.com/office/drawing/2014/main" id="{FBE12268-0430-2B05-0293-40C51120EBBF}"/>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spTree>
    <p:extLst>
      <p:ext uri="{BB962C8B-B14F-4D97-AF65-F5344CB8AC3E}">
        <p14:creationId xmlns:p14="http://schemas.microsoft.com/office/powerpoint/2010/main" val="1240533754"/>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97008A-EF23-78C1-7B66-3214A3CFF551}"/>
            </a:ext>
          </a:extLst>
        </p:cNvPr>
        <p:cNvGrpSpPr/>
        <p:nvPr/>
      </p:nvGrpSpPr>
      <p:grpSpPr>
        <a:xfrm>
          <a:off x="0" y="0"/>
          <a:ext cx="0" cy="0"/>
          <a:chOff x="0" y="0"/>
          <a:chExt cx="0" cy="0"/>
        </a:xfrm>
      </p:grpSpPr>
      <p:sp>
        <p:nvSpPr>
          <p:cNvPr id="45" name="Rectangle 44">
            <a:extLst>
              <a:ext uri="{FF2B5EF4-FFF2-40B4-BE49-F238E27FC236}">
                <a16:creationId xmlns:a16="http://schemas.microsoft.com/office/drawing/2014/main" id="{DF208607-1E15-009E-BF63-0586C9371F21}"/>
              </a:ext>
            </a:extLst>
          </p:cNvPr>
          <p:cNvSpPr/>
          <p:nvPr/>
        </p:nvSpPr>
        <p:spPr>
          <a:xfrm>
            <a:off x="3810000" y="1188000"/>
            <a:ext cx="14478000" cy="1204805"/>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6" name="Rectangle: Rounded Corners 45">
            <a:extLst>
              <a:ext uri="{FF2B5EF4-FFF2-40B4-BE49-F238E27FC236}">
                <a16:creationId xmlns:a16="http://schemas.microsoft.com/office/drawing/2014/main" id="{4D30A807-C999-BF51-4304-E65E9D01F9E1}"/>
              </a:ext>
            </a:extLst>
          </p:cNvPr>
          <p:cNvSpPr/>
          <p:nvPr/>
        </p:nvSpPr>
        <p:spPr>
          <a:xfrm>
            <a:off x="3858223" y="1275813"/>
            <a:ext cx="12192000" cy="1020412"/>
          </a:xfrm>
          <a:prstGeom prst="roundRect">
            <a:avLst/>
          </a:prstGeom>
          <a:solidFill>
            <a:srgbClr val="288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4" name="Rectangle 43">
            <a:extLst>
              <a:ext uri="{FF2B5EF4-FFF2-40B4-BE49-F238E27FC236}">
                <a16:creationId xmlns:a16="http://schemas.microsoft.com/office/drawing/2014/main" id="{B90CCF0E-9A6C-088D-35BF-186600BA3775}"/>
              </a:ext>
            </a:extLst>
          </p:cNvPr>
          <p:cNvSpPr/>
          <p:nvPr/>
        </p:nvSpPr>
        <p:spPr>
          <a:xfrm>
            <a:off x="0" y="2400300"/>
            <a:ext cx="3810000" cy="78867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7" name="TextBox 10">
            <a:extLst>
              <a:ext uri="{FF2B5EF4-FFF2-40B4-BE49-F238E27FC236}">
                <a16:creationId xmlns:a16="http://schemas.microsoft.com/office/drawing/2014/main" id="{355E6D72-8210-C626-9C17-9DCA75DD30B5}"/>
              </a:ext>
            </a:extLst>
          </p:cNvPr>
          <p:cNvSpPr txBox="1"/>
          <p:nvPr/>
        </p:nvSpPr>
        <p:spPr>
          <a:xfrm>
            <a:off x="4572000" y="475436"/>
            <a:ext cx="13549652" cy="1450397"/>
          </a:xfrm>
          <a:prstGeom prst="rect">
            <a:avLst/>
          </a:prstGeom>
        </p:spPr>
        <p:txBody>
          <a:bodyPr wrap="square" lIns="0" tIns="0" rIns="0" bIns="0" rtlCol="0" anchor="t">
            <a:spAutoFit/>
          </a:bodyPr>
          <a:lstStyle/>
          <a:p>
            <a:pPr>
              <a:lnSpc>
                <a:spcPct val="130000"/>
              </a:lnSpc>
              <a:spcBef>
                <a:spcPts val="600"/>
              </a:spcBef>
              <a:spcAft>
                <a:spcPts val="600"/>
              </a:spcAft>
            </a:pPr>
            <a:endParaRPr lang="en-US" sz="3600">
              <a:effectLst/>
              <a:latin typeface="Times New Roman" panose="02020603050405020304" pitchFamily="18" charset="0"/>
              <a:ea typeface="Times New Roman" panose="02020603050405020304" pitchFamily="18" charset="0"/>
            </a:endParaRPr>
          </a:p>
          <a:p>
            <a:pPr indent="0">
              <a:lnSpc>
                <a:spcPct val="130000"/>
              </a:lnSpc>
              <a:spcBef>
                <a:spcPts val="600"/>
              </a:spcBef>
              <a:spcAft>
                <a:spcPts val="600"/>
              </a:spcAft>
              <a:buNone/>
            </a:pPr>
            <a:endParaRPr lang="en-US" sz="3200" b="0" i="0">
              <a:solidFill>
                <a:schemeClr val="tx1"/>
              </a:solidFill>
              <a:effectLst/>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72F87701-413D-7F54-24E4-6BAAA8DDF363}"/>
              </a:ext>
            </a:extLst>
          </p:cNvPr>
          <p:cNvSpPr txBox="1"/>
          <p:nvPr/>
        </p:nvSpPr>
        <p:spPr>
          <a:xfrm>
            <a:off x="762000" y="5697319"/>
            <a:ext cx="2362200" cy="646331"/>
          </a:xfrm>
          <a:prstGeom prst="rect">
            <a:avLst/>
          </a:prstGeom>
          <a:noFill/>
        </p:spPr>
        <p:txBody>
          <a:bodyPr wrap="square" rtlCol="0">
            <a:spAutoFit/>
          </a:bodyPr>
          <a:lstStyle/>
          <a:p>
            <a:r>
              <a:rPr lang="vi-VN" sz="3600">
                <a:latin typeface="Times New Roman" panose="02020603050405020304" pitchFamily="18" charset="0"/>
                <a:cs typeface="Times New Roman" panose="02020603050405020304" pitchFamily="18" charset="0"/>
              </a:rPr>
              <a:t>Trong nước</a:t>
            </a:r>
            <a:endParaRPr lang="en-US" sz="3600">
              <a:latin typeface="Times New Roman" panose="02020603050405020304" pitchFamily="18" charset="0"/>
              <a:cs typeface="Times New Roman" panose="02020603050405020304" pitchFamily="18" charset="0"/>
            </a:endParaRPr>
          </a:p>
        </p:txBody>
      </p:sp>
      <p:sp>
        <p:nvSpPr>
          <p:cNvPr id="18" name="TextBox 17">
            <a:extLst>
              <a:ext uri="{FF2B5EF4-FFF2-40B4-BE49-F238E27FC236}">
                <a16:creationId xmlns:a16="http://schemas.microsoft.com/office/drawing/2014/main" id="{BB880925-57D4-1F74-1AC8-05398DDF8E5C}"/>
              </a:ext>
            </a:extLst>
          </p:cNvPr>
          <p:cNvSpPr txBox="1"/>
          <p:nvPr/>
        </p:nvSpPr>
        <p:spPr>
          <a:xfrm>
            <a:off x="3886200" y="3342828"/>
            <a:ext cx="14249400" cy="6001643"/>
          </a:xfrm>
          <a:prstGeom prst="rect">
            <a:avLst/>
          </a:prstGeom>
          <a:noFill/>
        </p:spPr>
        <p:txBody>
          <a:bodyPr wrap="square" rtlCol="0">
            <a:spAutoFit/>
          </a:bodyPr>
          <a:lstStyle/>
          <a:p>
            <a:pPr marL="457200" lvl="0" indent="-457200" eaLnBrk="0" fontAlgn="base" hangingPunct="0">
              <a:spcBef>
                <a:spcPct val="0"/>
              </a:spcBef>
              <a:spcAft>
                <a:spcPct val="0"/>
              </a:spcAft>
              <a:buFont typeface="Arial" panose="020B0604020202020204" pitchFamily="34" charset="0"/>
              <a:buChar char="•"/>
            </a:pPr>
            <a:r>
              <a:rPr lang="en-US" altLang="en-US" sz="3200" b="1" dirty="0" err="1">
                <a:latin typeface="Times New Roman" panose="02020603050405020304" pitchFamily="18" charset="0"/>
                <a:cs typeface="Times New Roman" panose="02020603050405020304" pitchFamily="18" charset="0"/>
              </a:rPr>
              <a:t>Thực</a:t>
            </a:r>
            <a:r>
              <a:rPr lang="en-US" altLang="en-US" sz="3200" b="1" dirty="0">
                <a:latin typeface="Times New Roman" panose="02020603050405020304" pitchFamily="18" charset="0"/>
                <a:cs typeface="Times New Roman" panose="02020603050405020304" pitchFamily="18" charset="0"/>
              </a:rPr>
              <a:t> </a:t>
            </a:r>
            <a:r>
              <a:rPr lang="en-US" altLang="en-US" sz="3200" b="1" dirty="0" err="1">
                <a:latin typeface="Times New Roman" panose="02020603050405020304" pitchFamily="18" charset="0"/>
                <a:cs typeface="Times New Roman" panose="02020603050405020304" pitchFamily="18" charset="0"/>
              </a:rPr>
              <a:t>trạng</a:t>
            </a:r>
            <a:r>
              <a:rPr lang="en-US" altLang="en-US" sz="3200" b="1" dirty="0">
                <a:latin typeface="Times New Roman" panose="02020603050405020304" pitchFamily="18" charset="0"/>
                <a:cs typeface="Times New Roman" panose="02020603050405020304" pitchFamily="18" charset="0"/>
              </a:rPr>
              <a:t> </a:t>
            </a:r>
            <a:r>
              <a:rPr lang="en-US" altLang="en-US" sz="3200" b="1" dirty="0" err="1">
                <a:latin typeface="Times New Roman" panose="02020603050405020304" pitchFamily="18" charset="0"/>
                <a:cs typeface="Times New Roman" panose="02020603050405020304" pitchFamily="18" charset="0"/>
              </a:rPr>
              <a:t>chung</a:t>
            </a:r>
            <a:r>
              <a:rPr lang="en-US" altLang="en-US" sz="3200" b="1" dirty="0">
                <a:latin typeface="Times New Roman" panose="02020603050405020304" pitchFamily="18" charset="0"/>
                <a:cs typeface="Times New Roman" panose="02020603050405020304" pitchFamily="18" charset="0"/>
              </a:rPr>
              <a:t>: </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Đã</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bắt</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đầu</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ứng</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dụng</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phần</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mềm</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nội</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bộ</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hoặc</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ứng</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dụng</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đơn</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giản</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để</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lưu</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trữ</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và</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quản</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lý</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lịch</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khám</a:t>
            </a:r>
            <a:endParaRPr lang="en-US" altLang="en-US" sz="3200" dirty="0">
              <a:latin typeface="Times New Roman" panose="02020603050405020304" pitchFamily="18" charset="0"/>
              <a:cs typeface="Times New Roman" panose="02020603050405020304" pitchFamily="18" charset="0"/>
            </a:endParaRPr>
          </a:p>
          <a:p>
            <a:pPr marL="457200" lvl="0" indent="-457200" eaLnBrk="0" fontAlgn="base" hangingPunct="0">
              <a:spcBef>
                <a:spcPct val="0"/>
              </a:spcBef>
              <a:spcAft>
                <a:spcPct val="0"/>
              </a:spcAft>
              <a:buFont typeface="Arial" panose="020B0604020202020204" pitchFamily="34" charset="0"/>
              <a:buChar char="•"/>
            </a:pPr>
            <a:r>
              <a:rPr lang="en-US" altLang="en-US" sz="3200" b="1" dirty="0" err="1">
                <a:latin typeface="Times New Roman" panose="02020603050405020304" pitchFamily="18" charset="0"/>
                <a:cs typeface="Times New Roman" panose="02020603050405020304" pitchFamily="18" charset="0"/>
              </a:rPr>
              <a:t>Ưu</a:t>
            </a:r>
            <a:r>
              <a:rPr lang="en-US" altLang="en-US" sz="3200" b="1" dirty="0">
                <a:latin typeface="Times New Roman" panose="02020603050405020304" pitchFamily="18" charset="0"/>
                <a:cs typeface="Times New Roman" panose="02020603050405020304" pitchFamily="18" charset="0"/>
              </a:rPr>
              <a:t> </a:t>
            </a:r>
            <a:r>
              <a:rPr lang="en-US" altLang="en-US" sz="3200" b="1" dirty="0" err="1">
                <a:latin typeface="Times New Roman" panose="02020603050405020304" pitchFamily="18" charset="0"/>
                <a:cs typeface="Times New Roman" panose="02020603050405020304" pitchFamily="18" charset="0"/>
              </a:rPr>
              <a:t>điểm</a:t>
            </a:r>
            <a:r>
              <a:rPr lang="en-US" altLang="en-US" sz="3200" b="1" dirty="0">
                <a:latin typeface="Times New Roman" panose="02020603050405020304" pitchFamily="18" charset="0"/>
                <a:cs typeface="Times New Roman" panose="02020603050405020304" pitchFamily="18" charset="0"/>
              </a:rPr>
              <a:t>:</a:t>
            </a:r>
          </a:p>
          <a:p>
            <a:pPr marL="914400" lvl="1" indent="-457200" eaLnBrk="0" fontAlgn="base" hangingPunct="0">
              <a:spcBef>
                <a:spcPct val="0"/>
              </a:spcBef>
              <a:spcAft>
                <a:spcPct val="0"/>
              </a:spcAft>
              <a:buFont typeface="Arial" panose="020B0604020202020204" pitchFamily="34" charset="0"/>
              <a:buChar char="•"/>
            </a:pPr>
            <a:r>
              <a:rPr lang="en-US" altLang="en-US" sz="3200" dirty="0" err="1">
                <a:latin typeface="Times New Roman" panose="02020603050405020304" pitchFamily="18" charset="0"/>
                <a:cs typeface="Times New Roman" panose="02020603050405020304" pitchFamily="18" charset="0"/>
              </a:rPr>
              <a:t>Phù</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hợp</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với</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quy</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mô</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hoạt</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động</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của</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các</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phòng</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khám</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tại</a:t>
            </a:r>
            <a:r>
              <a:rPr lang="en-US" altLang="en-US" sz="3200" dirty="0">
                <a:latin typeface="Times New Roman" panose="02020603050405020304" pitchFamily="18" charset="0"/>
                <a:cs typeface="Times New Roman" panose="02020603050405020304" pitchFamily="18" charset="0"/>
              </a:rPr>
              <a:t> Việt Nam</a:t>
            </a:r>
          </a:p>
          <a:p>
            <a:pPr marL="914400" lvl="1" indent="-457200" eaLnBrk="0" fontAlgn="base" hangingPunct="0">
              <a:spcBef>
                <a:spcPct val="0"/>
              </a:spcBef>
              <a:spcAft>
                <a:spcPct val="0"/>
              </a:spcAft>
              <a:buFont typeface="Arial" panose="020B0604020202020204" pitchFamily="34" charset="0"/>
              <a:buChar char="•"/>
            </a:pPr>
            <a:r>
              <a:rPr lang="en-US" altLang="en-US" sz="3200" dirty="0">
                <a:latin typeface="Times New Roman" panose="02020603050405020304" pitchFamily="18" charset="0"/>
                <a:cs typeface="Times New Roman" panose="02020603050405020304" pitchFamily="18" charset="0"/>
              </a:rPr>
              <a:t>Giao </a:t>
            </a:r>
            <a:r>
              <a:rPr lang="en-US" altLang="en-US" sz="3200" dirty="0" err="1">
                <a:latin typeface="Times New Roman" panose="02020603050405020304" pitchFamily="18" charset="0"/>
                <a:cs typeface="Times New Roman" panose="02020603050405020304" pitchFamily="18" charset="0"/>
              </a:rPr>
              <a:t>diện</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quy</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trình</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đơn</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giản</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dễ</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tiếp</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cận</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cho</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nhân</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viên</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và</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khách</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hàng</a:t>
            </a:r>
            <a:endParaRPr lang="en-US" altLang="en-US" sz="3200" dirty="0">
              <a:latin typeface="Times New Roman" panose="02020603050405020304" pitchFamily="18" charset="0"/>
              <a:cs typeface="Times New Roman" panose="02020603050405020304" pitchFamily="18" charset="0"/>
            </a:endParaRPr>
          </a:p>
          <a:p>
            <a:pPr marL="914400" lvl="1" indent="-457200" eaLnBrk="0" fontAlgn="base" hangingPunct="0">
              <a:spcBef>
                <a:spcPct val="0"/>
              </a:spcBef>
              <a:spcAft>
                <a:spcPct val="0"/>
              </a:spcAft>
              <a:buFont typeface="Arial" panose="020B0604020202020204" pitchFamily="34" charset="0"/>
              <a:buChar char="•"/>
            </a:pPr>
            <a:r>
              <a:rPr lang="en-US" altLang="en-US" sz="3200" dirty="0">
                <a:latin typeface="Times New Roman" panose="02020603050405020304" pitchFamily="18" charset="0"/>
                <a:cs typeface="Times New Roman" panose="02020603050405020304" pitchFamily="18" charset="0"/>
              </a:rPr>
              <a:t>Chi </a:t>
            </a:r>
            <a:r>
              <a:rPr lang="en-US" altLang="en-US" sz="3200" dirty="0" err="1">
                <a:latin typeface="Times New Roman" panose="02020603050405020304" pitchFamily="18" charset="0"/>
                <a:cs typeface="Times New Roman" panose="02020603050405020304" pitchFamily="18" charset="0"/>
              </a:rPr>
              <a:t>phí</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triển</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khai</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thấp</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đáp</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ứng</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tốt</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các</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nhu</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cầu</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quản</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lý</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cơ</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bản</a:t>
            </a:r>
            <a:endParaRPr lang="en-US" altLang="en-US" sz="3200" dirty="0">
              <a:latin typeface="Times New Roman" panose="02020603050405020304" pitchFamily="18" charset="0"/>
              <a:cs typeface="Times New Roman" panose="02020603050405020304" pitchFamily="18" charset="0"/>
            </a:endParaRPr>
          </a:p>
          <a:p>
            <a:pPr marL="457200" indent="-457200" eaLnBrk="0" fontAlgn="base" hangingPunct="0">
              <a:spcBef>
                <a:spcPct val="0"/>
              </a:spcBef>
              <a:spcAft>
                <a:spcPct val="0"/>
              </a:spcAft>
              <a:buFont typeface="Arial" panose="020B0604020202020204" pitchFamily="34" charset="0"/>
              <a:buChar char="•"/>
            </a:pPr>
            <a:r>
              <a:rPr lang="en-US" altLang="en-US" sz="3200" b="1" dirty="0" err="1">
                <a:latin typeface="Times New Roman" panose="02020603050405020304" pitchFamily="18" charset="0"/>
                <a:cs typeface="Times New Roman" panose="02020603050405020304" pitchFamily="18" charset="0"/>
              </a:rPr>
              <a:t>Hạn</a:t>
            </a:r>
            <a:r>
              <a:rPr lang="en-US" altLang="en-US" sz="3200" b="1" dirty="0">
                <a:latin typeface="Times New Roman" panose="02020603050405020304" pitchFamily="18" charset="0"/>
                <a:cs typeface="Times New Roman" panose="02020603050405020304" pitchFamily="18" charset="0"/>
              </a:rPr>
              <a:t> </a:t>
            </a:r>
            <a:r>
              <a:rPr lang="en-US" altLang="en-US" sz="3200" b="1" dirty="0" err="1">
                <a:latin typeface="Times New Roman" panose="02020603050405020304" pitchFamily="18" charset="0"/>
                <a:cs typeface="Times New Roman" panose="02020603050405020304" pitchFamily="18" charset="0"/>
              </a:rPr>
              <a:t>chế</a:t>
            </a:r>
            <a:r>
              <a:rPr lang="en-US" altLang="en-US" sz="3200" b="1" dirty="0">
                <a:latin typeface="Times New Roman" panose="02020603050405020304" pitchFamily="18" charset="0"/>
                <a:cs typeface="Times New Roman" panose="02020603050405020304" pitchFamily="18" charset="0"/>
              </a:rPr>
              <a:t> </a:t>
            </a:r>
            <a:r>
              <a:rPr lang="en-US" altLang="en-US" sz="3200" b="1" dirty="0" err="1">
                <a:latin typeface="Times New Roman" panose="02020603050405020304" pitchFamily="18" charset="0"/>
                <a:cs typeface="Times New Roman" panose="02020603050405020304" pitchFamily="18" charset="0"/>
              </a:rPr>
              <a:t>và</a:t>
            </a:r>
            <a:r>
              <a:rPr lang="en-US" altLang="en-US" sz="3200" b="1" dirty="0">
                <a:latin typeface="Times New Roman" panose="02020603050405020304" pitchFamily="18" charset="0"/>
                <a:cs typeface="Times New Roman" panose="02020603050405020304" pitchFamily="18" charset="0"/>
              </a:rPr>
              <a:t> </a:t>
            </a:r>
            <a:r>
              <a:rPr lang="en-US" altLang="en-US" sz="3200" b="1" dirty="0" err="1">
                <a:latin typeface="Times New Roman" panose="02020603050405020304" pitchFamily="18" charset="0"/>
                <a:cs typeface="Times New Roman" panose="02020603050405020304" pitchFamily="18" charset="0"/>
              </a:rPr>
              <a:t>thách</a:t>
            </a:r>
            <a:r>
              <a:rPr lang="en-US" altLang="en-US" sz="3200" b="1" dirty="0">
                <a:latin typeface="Times New Roman" panose="02020603050405020304" pitchFamily="18" charset="0"/>
                <a:cs typeface="Times New Roman" panose="02020603050405020304" pitchFamily="18" charset="0"/>
              </a:rPr>
              <a:t> </a:t>
            </a:r>
            <a:r>
              <a:rPr lang="en-US" altLang="en-US" sz="3200" b="1" dirty="0" err="1">
                <a:latin typeface="Times New Roman" panose="02020603050405020304" pitchFamily="18" charset="0"/>
                <a:cs typeface="Times New Roman" panose="02020603050405020304" pitchFamily="18" charset="0"/>
              </a:rPr>
              <a:t>thức</a:t>
            </a:r>
            <a:r>
              <a:rPr lang="en-US" altLang="en-US" sz="3200" b="1" dirty="0">
                <a:latin typeface="Times New Roman" panose="02020603050405020304" pitchFamily="18" charset="0"/>
                <a:cs typeface="Times New Roman" panose="02020603050405020304" pitchFamily="18" charset="0"/>
              </a:rPr>
              <a:t>:</a:t>
            </a:r>
          </a:p>
          <a:p>
            <a:pPr marL="914400" lvl="1" indent="-457200" eaLnBrk="0" fontAlgn="base" hangingPunct="0">
              <a:spcBef>
                <a:spcPct val="0"/>
              </a:spcBef>
              <a:spcAft>
                <a:spcPct val="0"/>
              </a:spcAft>
              <a:buFont typeface="Arial" panose="020B0604020202020204" pitchFamily="34" charset="0"/>
              <a:buChar char="•"/>
            </a:pPr>
            <a:r>
              <a:rPr lang="en-US" altLang="en-US" sz="3200" dirty="0" err="1">
                <a:latin typeface="Times New Roman" panose="02020603050405020304" pitchFamily="18" charset="0"/>
                <a:cs typeface="Times New Roman" panose="02020603050405020304" pitchFamily="18" charset="0"/>
              </a:rPr>
              <a:t>Thiếu</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động</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bộ</a:t>
            </a:r>
            <a:r>
              <a:rPr lang="en-US" altLang="en-US" sz="3200" dirty="0">
                <a:latin typeface="Times New Roman" panose="02020603050405020304" pitchFamily="18" charset="0"/>
                <a:cs typeface="Times New Roman" panose="02020603050405020304" pitchFamily="18" charset="0"/>
              </a:rPr>
              <a:t>: Các </a:t>
            </a:r>
            <a:r>
              <a:rPr lang="en-US" altLang="en-US" sz="3200" dirty="0" err="1">
                <a:latin typeface="Times New Roman" panose="02020603050405020304" pitchFamily="18" charset="0"/>
                <a:cs typeface="Times New Roman" panose="02020603050405020304" pitchFamily="18" charset="0"/>
              </a:rPr>
              <a:t>hệ</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thống</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rời</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rạc</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chưa</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liên</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kết</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chặt</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chẽ</a:t>
            </a:r>
            <a:endParaRPr lang="en-US" altLang="en-US" sz="3200" dirty="0">
              <a:latin typeface="Times New Roman" panose="02020603050405020304" pitchFamily="18" charset="0"/>
              <a:cs typeface="Times New Roman" panose="02020603050405020304" pitchFamily="18" charset="0"/>
            </a:endParaRPr>
          </a:p>
          <a:p>
            <a:pPr marL="914400" lvl="1" indent="-457200" eaLnBrk="0" fontAlgn="base" hangingPunct="0">
              <a:spcBef>
                <a:spcPct val="0"/>
              </a:spcBef>
              <a:spcAft>
                <a:spcPct val="0"/>
              </a:spcAft>
              <a:buFont typeface="Arial" panose="020B0604020202020204" pitchFamily="34" charset="0"/>
              <a:buChar char="•"/>
            </a:pPr>
            <a:r>
              <a:rPr lang="vi-VN" sz="3200" b="1" dirty="0">
                <a:latin typeface="+mj-lt"/>
              </a:rPr>
              <a:t>Trải nghiệm khách hàng:</a:t>
            </a:r>
            <a:r>
              <a:rPr lang="vi-VN" sz="3200" dirty="0">
                <a:latin typeface="+mj-lt"/>
              </a:rPr>
              <a:t> Chưa chú trọng tiện ích trực tuyến (đặt lịch, theo dõi dịch vụ).</a:t>
            </a:r>
            <a:endParaRPr lang="en-US" sz="3200" dirty="0">
              <a:latin typeface="+mj-lt"/>
            </a:endParaRPr>
          </a:p>
          <a:p>
            <a:pPr marL="914400" lvl="1" indent="-457200" eaLnBrk="0" fontAlgn="base" hangingPunct="0">
              <a:spcBef>
                <a:spcPct val="0"/>
              </a:spcBef>
              <a:spcAft>
                <a:spcPct val="0"/>
              </a:spcAft>
              <a:buFont typeface="Arial" panose="020B0604020202020204" pitchFamily="34" charset="0"/>
              <a:buChar char="•"/>
            </a:pPr>
            <a:r>
              <a:rPr lang="vi-VN" sz="3200" b="1" dirty="0">
                <a:latin typeface="+mj-lt"/>
              </a:rPr>
              <a:t>Hạn chế công nghệ:</a:t>
            </a:r>
            <a:r>
              <a:rPr lang="vi-VN" sz="3200" dirty="0">
                <a:latin typeface="+mj-lt"/>
              </a:rPr>
              <a:t> Chưa áp dụng kiến trúc và design pattern hiện đại, gây khó khăn cho việc bảo trì và mở rộng khi phòng khám phát triển.</a:t>
            </a:r>
            <a:endParaRPr lang="en-US" altLang="en-US" sz="3200" dirty="0">
              <a:latin typeface="+mj-lt"/>
              <a:cs typeface="Times New Roman" panose="02020603050405020304" pitchFamily="18" charset="0"/>
            </a:endParaRPr>
          </a:p>
        </p:txBody>
      </p:sp>
      <p:sp>
        <p:nvSpPr>
          <p:cNvPr id="16" name="TextBox 15">
            <a:extLst>
              <a:ext uri="{FF2B5EF4-FFF2-40B4-BE49-F238E27FC236}">
                <a16:creationId xmlns:a16="http://schemas.microsoft.com/office/drawing/2014/main" id="{6CFD5CB9-6E00-CDFA-5522-61B4CECEE619}"/>
              </a:ext>
            </a:extLst>
          </p:cNvPr>
          <p:cNvSpPr txBox="1"/>
          <p:nvPr/>
        </p:nvSpPr>
        <p:spPr>
          <a:xfrm>
            <a:off x="3858222" y="1463633"/>
            <a:ext cx="11457977" cy="646331"/>
          </a:xfrm>
          <a:prstGeom prst="rect">
            <a:avLst/>
          </a:prstGeom>
          <a:noFill/>
        </p:spPr>
        <p:txBody>
          <a:bodyPr wrap="square" rtlCol="0">
            <a:spAutoFit/>
          </a:bodyPr>
          <a:lstStyle/>
          <a:p>
            <a:r>
              <a:rPr lang="en-US" sz="3600">
                <a:solidFill>
                  <a:schemeClr val="bg1"/>
                </a:solidFill>
                <a:latin typeface="Times New Roman" panose="02020603050405020304" pitchFamily="18" charset="0"/>
                <a:cs typeface="Times New Roman" panose="02020603050405020304" pitchFamily="18" charset="0"/>
              </a:rPr>
              <a:t>2. TÌNH HÌNH NGHIÊN CỨU TRONG VÀ NGOÀI NƯỚC</a:t>
            </a:r>
            <a:endParaRPr lang="en-US" sz="3600" dirty="0">
              <a:solidFill>
                <a:schemeClr val="bg1"/>
              </a:solidFill>
              <a:latin typeface="Times New Roman" panose="02020603050405020304" pitchFamily="18" charset="0"/>
              <a:cs typeface="Times New Roman" panose="02020603050405020304" pitchFamily="18" charset="0"/>
            </a:endParaRPr>
          </a:p>
        </p:txBody>
      </p:sp>
      <p:grpSp>
        <p:nvGrpSpPr>
          <p:cNvPr id="47" name="Group 46">
            <a:extLst>
              <a:ext uri="{FF2B5EF4-FFF2-40B4-BE49-F238E27FC236}">
                <a16:creationId xmlns:a16="http://schemas.microsoft.com/office/drawing/2014/main" id="{9378FA1B-22E6-691A-7353-0E95A8E0425C}"/>
              </a:ext>
            </a:extLst>
          </p:cNvPr>
          <p:cNvGrpSpPr/>
          <p:nvPr/>
        </p:nvGrpSpPr>
        <p:grpSpPr>
          <a:xfrm>
            <a:off x="0" y="0"/>
            <a:ext cx="18360000" cy="1188944"/>
            <a:chOff x="0" y="0"/>
            <a:chExt cx="18360000" cy="1188944"/>
          </a:xfrm>
        </p:grpSpPr>
        <p:sp>
          <p:nvSpPr>
            <p:cNvPr id="48" name="Rectangle 47">
              <a:extLst>
                <a:ext uri="{FF2B5EF4-FFF2-40B4-BE49-F238E27FC236}">
                  <a16:creationId xmlns:a16="http://schemas.microsoft.com/office/drawing/2014/main" id="{DF998919-F2DF-E08F-7D47-BBD9A82A0AC2}"/>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9" name="Rectangle 48">
              <a:extLst>
                <a:ext uri="{FF2B5EF4-FFF2-40B4-BE49-F238E27FC236}">
                  <a16:creationId xmlns:a16="http://schemas.microsoft.com/office/drawing/2014/main" id="{DDA785B4-B796-4E2B-B78A-41145628A0E5}"/>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0" name="Rectangle 49">
              <a:extLst>
                <a:ext uri="{FF2B5EF4-FFF2-40B4-BE49-F238E27FC236}">
                  <a16:creationId xmlns:a16="http://schemas.microsoft.com/office/drawing/2014/main" id="{A7A2D5E5-8139-AF09-0DE5-E62DF473D4C6}"/>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1" name="Rectangle 50">
              <a:extLst>
                <a:ext uri="{FF2B5EF4-FFF2-40B4-BE49-F238E27FC236}">
                  <a16:creationId xmlns:a16="http://schemas.microsoft.com/office/drawing/2014/main" id="{D022026E-40D1-BF53-BED1-A1423AD7034F}"/>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52" name="Oval 51">
            <a:extLst>
              <a:ext uri="{FF2B5EF4-FFF2-40B4-BE49-F238E27FC236}">
                <a16:creationId xmlns:a16="http://schemas.microsoft.com/office/drawing/2014/main" id="{5FC7E4EB-D941-4FA4-86F9-B608960E722E}"/>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53" name="TextBox 52">
            <a:extLst>
              <a:ext uri="{FF2B5EF4-FFF2-40B4-BE49-F238E27FC236}">
                <a16:creationId xmlns:a16="http://schemas.microsoft.com/office/drawing/2014/main" id="{CDE4A42D-9EA0-8D13-6F90-4266180FA319}"/>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54" name="Picture 53">
            <a:extLst>
              <a:ext uri="{FF2B5EF4-FFF2-40B4-BE49-F238E27FC236}">
                <a16:creationId xmlns:a16="http://schemas.microsoft.com/office/drawing/2014/main" id="{B217F375-98A5-244E-3B72-B4EA78A5CEEC}"/>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spTree>
    <p:extLst>
      <p:ext uri="{BB962C8B-B14F-4D97-AF65-F5344CB8AC3E}">
        <p14:creationId xmlns:p14="http://schemas.microsoft.com/office/powerpoint/2010/main" val="2414760712"/>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1"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0-#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18">
                                            <p:txEl>
                                              <p:pRg st="0" end="0"/>
                                            </p:txEl>
                                          </p:spTgt>
                                        </p:tgtEl>
                                        <p:attrNameLst>
                                          <p:attrName>style.visibility</p:attrName>
                                        </p:attrNameLst>
                                      </p:cBhvr>
                                      <p:to>
                                        <p:strVal val="visible"/>
                                      </p:to>
                                    </p:set>
                                    <p:anim calcmode="lin" valueType="num">
                                      <p:cBhvr additive="base">
                                        <p:cTn id="11" dur="500" fill="hold"/>
                                        <p:tgtEl>
                                          <p:spTgt spid="18">
                                            <p:txEl>
                                              <p:pRg st="0" end="0"/>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18">
                                            <p:txEl>
                                              <p:pRg st="0" end="0"/>
                                            </p:txEl>
                                          </p:spTgt>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0"/>
                                  </p:stCondLst>
                                  <p:childTnLst>
                                    <p:set>
                                      <p:cBhvr>
                                        <p:cTn id="14" dur="1" fill="hold">
                                          <p:stCondLst>
                                            <p:cond delay="0"/>
                                          </p:stCondLst>
                                        </p:cTn>
                                        <p:tgtEl>
                                          <p:spTgt spid="18">
                                            <p:txEl>
                                              <p:pRg st="1" end="1"/>
                                            </p:txEl>
                                          </p:spTgt>
                                        </p:tgtEl>
                                        <p:attrNameLst>
                                          <p:attrName>style.visibility</p:attrName>
                                        </p:attrNameLst>
                                      </p:cBhvr>
                                      <p:to>
                                        <p:strVal val="visible"/>
                                      </p:to>
                                    </p:set>
                                    <p:anim calcmode="lin" valueType="num">
                                      <p:cBhvr additive="base">
                                        <p:cTn id="15" dur="500" fill="hold"/>
                                        <p:tgtEl>
                                          <p:spTgt spid="18">
                                            <p:txEl>
                                              <p:pRg st="1" end="1"/>
                                            </p:txEl>
                                          </p:spTgt>
                                        </p:tgtEl>
                                        <p:attrNameLst>
                                          <p:attrName>ppt_x</p:attrName>
                                        </p:attrNameLst>
                                      </p:cBhvr>
                                      <p:tavLst>
                                        <p:tav tm="0">
                                          <p:val>
                                            <p:strVal val="#ppt_x"/>
                                          </p:val>
                                        </p:tav>
                                        <p:tav tm="100000">
                                          <p:val>
                                            <p:strVal val="#ppt_x"/>
                                          </p:val>
                                        </p:tav>
                                      </p:tavLst>
                                    </p:anim>
                                    <p:anim calcmode="lin" valueType="num">
                                      <p:cBhvr additive="base">
                                        <p:cTn id="16" dur="500" fill="hold"/>
                                        <p:tgtEl>
                                          <p:spTgt spid="18">
                                            <p:txEl>
                                              <p:pRg st="1" end="1"/>
                                            </p:txEl>
                                          </p:spTgt>
                                        </p:tgtEl>
                                        <p:attrNameLst>
                                          <p:attrName>ppt_y</p:attrName>
                                        </p:attrNameLst>
                                      </p:cBhvr>
                                      <p:tavLst>
                                        <p:tav tm="0">
                                          <p:val>
                                            <p:strVal val="1+#ppt_h/2"/>
                                          </p:val>
                                        </p:tav>
                                        <p:tav tm="100000">
                                          <p:val>
                                            <p:strVal val="#ppt_y"/>
                                          </p:val>
                                        </p:tav>
                                      </p:tavLst>
                                    </p:anim>
                                  </p:childTnLst>
                                </p:cTn>
                              </p:par>
                              <p:par>
                                <p:cTn id="17" presetID="2" presetClass="entr" presetSubtype="4" fill="hold" grpId="0" nodeType="withEffect">
                                  <p:stCondLst>
                                    <p:cond delay="0"/>
                                  </p:stCondLst>
                                  <p:childTnLst>
                                    <p:set>
                                      <p:cBhvr>
                                        <p:cTn id="18" dur="1" fill="hold">
                                          <p:stCondLst>
                                            <p:cond delay="0"/>
                                          </p:stCondLst>
                                        </p:cTn>
                                        <p:tgtEl>
                                          <p:spTgt spid="18">
                                            <p:txEl>
                                              <p:pRg st="2" end="2"/>
                                            </p:txEl>
                                          </p:spTgt>
                                        </p:tgtEl>
                                        <p:attrNameLst>
                                          <p:attrName>style.visibility</p:attrName>
                                        </p:attrNameLst>
                                      </p:cBhvr>
                                      <p:to>
                                        <p:strVal val="visible"/>
                                      </p:to>
                                    </p:set>
                                    <p:anim calcmode="lin" valueType="num">
                                      <p:cBhvr additive="base">
                                        <p:cTn id="19" dur="500" fill="hold"/>
                                        <p:tgtEl>
                                          <p:spTgt spid="18">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18">
                                            <p:txEl>
                                              <p:pRg st="2" end="2"/>
                                            </p:txEl>
                                          </p:spTgt>
                                        </p:tgtEl>
                                        <p:attrNameLst>
                                          <p:attrName>ppt_y</p:attrName>
                                        </p:attrNameLst>
                                      </p:cBhvr>
                                      <p:tavLst>
                                        <p:tav tm="0">
                                          <p:val>
                                            <p:strVal val="1+#ppt_h/2"/>
                                          </p:val>
                                        </p:tav>
                                        <p:tav tm="100000">
                                          <p:val>
                                            <p:strVal val="#ppt_y"/>
                                          </p:val>
                                        </p:tav>
                                      </p:tavLst>
                                    </p:anim>
                                  </p:childTnLst>
                                </p:cTn>
                              </p:par>
                              <p:par>
                                <p:cTn id="21" presetID="2" presetClass="entr" presetSubtype="4" fill="hold" grpId="0" nodeType="withEffect">
                                  <p:stCondLst>
                                    <p:cond delay="0"/>
                                  </p:stCondLst>
                                  <p:childTnLst>
                                    <p:set>
                                      <p:cBhvr>
                                        <p:cTn id="22" dur="1" fill="hold">
                                          <p:stCondLst>
                                            <p:cond delay="0"/>
                                          </p:stCondLst>
                                        </p:cTn>
                                        <p:tgtEl>
                                          <p:spTgt spid="18">
                                            <p:txEl>
                                              <p:pRg st="3" end="3"/>
                                            </p:txEl>
                                          </p:spTgt>
                                        </p:tgtEl>
                                        <p:attrNameLst>
                                          <p:attrName>style.visibility</p:attrName>
                                        </p:attrNameLst>
                                      </p:cBhvr>
                                      <p:to>
                                        <p:strVal val="visible"/>
                                      </p:to>
                                    </p:set>
                                    <p:anim calcmode="lin" valueType="num">
                                      <p:cBhvr additive="base">
                                        <p:cTn id="23" dur="500" fill="hold"/>
                                        <p:tgtEl>
                                          <p:spTgt spid="18">
                                            <p:txEl>
                                              <p:pRg st="3" end="3"/>
                                            </p:txEl>
                                          </p:spTgt>
                                        </p:tgtEl>
                                        <p:attrNameLst>
                                          <p:attrName>ppt_x</p:attrName>
                                        </p:attrNameLst>
                                      </p:cBhvr>
                                      <p:tavLst>
                                        <p:tav tm="0">
                                          <p:val>
                                            <p:strVal val="#ppt_x"/>
                                          </p:val>
                                        </p:tav>
                                        <p:tav tm="100000">
                                          <p:val>
                                            <p:strVal val="#ppt_x"/>
                                          </p:val>
                                        </p:tav>
                                      </p:tavLst>
                                    </p:anim>
                                    <p:anim calcmode="lin" valueType="num">
                                      <p:cBhvr additive="base">
                                        <p:cTn id="24" dur="500" fill="hold"/>
                                        <p:tgtEl>
                                          <p:spTgt spid="18">
                                            <p:txEl>
                                              <p:pRg st="3" end="3"/>
                                            </p:txEl>
                                          </p:spTgt>
                                        </p:tgtEl>
                                        <p:attrNameLst>
                                          <p:attrName>ppt_y</p:attrName>
                                        </p:attrNameLst>
                                      </p:cBhvr>
                                      <p:tavLst>
                                        <p:tav tm="0">
                                          <p:val>
                                            <p:strVal val="1+#ppt_h/2"/>
                                          </p:val>
                                        </p:tav>
                                        <p:tav tm="100000">
                                          <p:val>
                                            <p:strVal val="#ppt_y"/>
                                          </p:val>
                                        </p:tav>
                                      </p:tavLst>
                                    </p:anim>
                                  </p:childTnLst>
                                </p:cTn>
                              </p:par>
                              <p:par>
                                <p:cTn id="25" presetID="2" presetClass="entr" presetSubtype="4" fill="hold" grpId="0" nodeType="withEffect">
                                  <p:stCondLst>
                                    <p:cond delay="0"/>
                                  </p:stCondLst>
                                  <p:childTnLst>
                                    <p:set>
                                      <p:cBhvr>
                                        <p:cTn id="26" dur="1" fill="hold">
                                          <p:stCondLst>
                                            <p:cond delay="0"/>
                                          </p:stCondLst>
                                        </p:cTn>
                                        <p:tgtEl>
                                          <p:spTgt spid="18">
                                            <p:txEl>
                                              <p:pRg st="4" end="4"/>
                                            </p:txEl>
                                          </p:spTgt>
                                        </p:tgtEl>
                                        <p:attrNameLst>
                                          <p:attrName>style.visibility</p:attrName>
                                        </p:attrNameLst>
                                      </p:cBhvr>
                                      <p:to>
                                        <p:strVal val="visible"/>
                                      </p:to>
                                    </p:set>
                                    <p:anim calcmode="lin" valueType="num">
                                      <p:cBhvr additive="base">
                                        <p:cTn id="27" dur="500" fill="hold"/>
                                        <p:tgtEl>
                                          <p:spTgt spid="18">
                                            <p:txEl>
                                              <p:pRg st="4" end="4"/>
                                            </p:txEl>
                                          </p:spTgt>
                                        </p:tgtEl>
                                        <p:attrNameLst>
                                          <p:attrName>ppt_x</p:attrName>
                                        </p:attrNameLst>
                                      </p:cBhvr>
                                      <p:tavLst>
                                        <p:tav tm="0">
                                          <p:val>
                                            <p:strVal val="#ppt_x"/>
                                          </p:val>
                                        </p:tav>
                                        <p:tav tm="100000">
                                          <p:val>
                                            <p:strVal val="#ppt_x"/>
                                          </p:val>
                                        </p:tav>
                                      </p:tavLst>
                                    </p:anim>
                                    <p:anim calcmode="lin" valueType="num">
                                      <p:cBhvr additive="base">
                                        <p:cTn id="28" dur="500" fill="hold"/>
                                        <p:tgtEl>
                                          <p:spTgt spid="18">
                                            <p:txEl>
                                              <p:pRg st="4" end="4"/>
                                            </p:txEl>
                                          </p:spTgt>
                                        </p:tgtEl>
                                        <p:attrNameLst>
                                          <p:attrName>ppt_y</p:attrName>
                                        </p:attrNameLst>
                                      </p:cBhvr>
                                      <p:tavLst>
                                        <p:tav tm="0">
                                          <p:val>
                                            <p:strVal val="1+#ppt_h/2"/>
                                          </p:val>
                                        </p:tav>
                                        <p:tav tm="100000">
                                          <p:val>
                                            <p:strVal val="#ppt_y"/>
                                          </p:val>
                                        </p:tav>
                                      </p:tavLst>
                                    </p:anim>
                                  </p:childTnLst>
                                </p:cTn>
                              </p:par>
                              <p:par>
                                <p:cTn id="29" presetID="2" presetClass="entr" presetSubtype="4" fill="hold" grpId="0" nodeType="withEffect">
                                  <p:stCondLst>
                                    <p:cond delay="0"/>
                                  </p:stCondLst>
                                  <p:childTnLst>
                                    <p:set>
                                      <p:cBhvr>
                                        <p:cTn id="30" dur="1" fill="hold">
                                          <p:stCondLst>
                                            <p:cond delay="0"/>
                                          </p:stCondLst>
                                        </p:cTn>
                                        <p:tgtEl>
                                          <p:spTgt spid="18">
                                            <p:txEl>
                                              <p:pRg st="5" end="5"/>
                                            </p:txEl>
                                          </p:spTgt>
                                        </p:tgtEl>
                                        <p:attrNameLst>
                                          <p:attrName>style.visibility</p:attrName>
                                        </p:attrNameLst>
                                      </p:cBhvr>
                                      <p:to>
                                        <p:strVal val="visible"/>
                                      </p:to>
                                    </p:set>
                                    <p:anim calcmode="lin" valueType="num">
                                      <p:cBhvr additive="base">
                                        <p:cTn id="31" dur="500" fill="hold"/>
                                        <p:tgtEl>
                                          <p:spTgt spid="18">
                                            <p:txEl>
                                              <p:pRg st="5" end="5"/>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18">
                                            <p:txEl>
                                              <p:pRg st="5" end="5"/>
                                            </p:txEl>
                                          </p:spTgt>
                                        </p:tgtEl>
                                        <p:attrNameLst>
                                          <p:attrName>ppt_y</p:attrName>
                                        </p:attrNameLst>
                                      </p:cBhvr>
                                      <p:tavLst>
                                        <p:tav tm="0">
                                          <p:val>
                                            <p:strVal val="1+#ppt_h/2"/>
                                          </p:val>
                                        </p:tav>
                                        <p:tav tm="100000">
                                          <p:val>
                                            <p:strVal val="#ppt_y"/>
                                          </p:val>
                                        </p:tav>
                                      </p:tavLst>
                                    </p:anim>
                                  </p:childTnLst>
                                </p:cTn>
                              </p:par>
                              <p:par>
                                <p:cTn id="33" presetID="2" presetClass="entr" presetSubtype="4" fill="hold" grpId="0" nodeType="withEffect">
                                  <p:stCondLst>
                                    <p:cond delay="0"/>
                                  </p:stCondLst>
                                  <p:childTnLst>
                                    <p:set>
                                      <p:cBhvr>
                                        <p:cTn id="34" dur="1" fill="hold">
                                          <p:stCondLst>
                                            <p:cond delay="0"/>
                                          </p:stCondLst>
                                        </p:cTn>
                                        <p:tgtEl>
                                          <p:spTgt spid="18">
                                            <p:txEl>
                                              <p:pRg st="6" end="6"/>
                                            </p:txEl>
                                          </p:spTgt>
                                        </p:tgtEl>
                                        <p:attrNameLst>
                                          <p:attrName>style.visibility</p:attrName>
                                        </p:attrNameLst>
                                      </p:cBhvr>
                                      <p:to>
                                        <p:strVal val="visible"/>
                                      </p:to>
                                    </p:set>
                                    <p:anim calcmode="lin" valueType="num">
                                      <p:cBhvr additive="base">
                                        <p:cTn id="35" dur="500" fill="hold"/>
                                        <p:tgtEl>
                                          <p:spTgt spid="18">
                                            <p:txEl>
                                              <p:pRg st="6" end="6"/>
                                            </p:txEl>
                                          </p:spTgt>
                                        </p:tgtEl>
                                        <p:attrNameLst>
                                          <p:attrName>ppt_x</p:attrName>
                                        </p:attrNameLst>
                                      </p:cBhvr>
                                      <p:tavLst>
                                        <p:tav tm="0">
                                          <p:val>
                                            <p:strVal val="#ppt_x"/>
                                          </p:val>
                                        </p:tav>
                                        <p:tav tm="100000">
                                          <p:val>
                                            <p:strVal val="#ppt_x"/>
                                          </p:val>
                                        </p:tav>
                                      </p:tavLst>
                                    </p:anim>
                                    <p:anim calcmode="lin" valueType="num">
                                      <p:cBhvr additive="base">
                                        <p:cTn id="36" dur="500" fill="hold"/>
                                        <p:tgtEl>
                                          <p:spTgt spid="18">
                                            <p:txEl>
                                              <p:pRg st="6" end="6"/>
                                            </p:txEl>
                                          </p:spTgt>
                                        </p:tgtEl>
                                        <p:attrNameLst>
                                          <p:attrName>ppt_y</p:attrName>
                                        </p:attrNameLst>
                                      </p:cBhvr>
                                      <p:tavLst>
                                        <p:tav tm="0">
                                          <p:val>
                                            <p:strVal val="1+#ppt_h/2"/>
                                          </p:val>
                                        </p:tav>
                                        <p:tav tm="100000">
                                          <p:val>
                                            <p:strVal val="#ppt_y"/>
                                          </p:val>
                                        </p:tav>
                                      </p:tavLst>
                                    </p:anim>
                                  </p:childTnLst>
                                </p:cTn>
                              </p:par>
                              <p:par>
                                <p:cTn id="37" presetID="2" presetClass="entr" presetSubtype="4" fill="hold" grpId="0" nodeType="withEffect">
                                  <p:stCondLst>
                                    <p:cond delay="0"/>
                                  </p:stCondLst>
                                  <p:childTnLst>
                                    <p:set>
                                      <p:cBhvr>
                                        <p:cTn id="38" dur="1" fill="hold">
                                          <p:stCondLst>
                                            <p:cond delay="0"/>
                                          </p:stCondLst>
                                        </p:cTn>
                                        <p:tgtEl>
                                          <p:spTgt spid="18">
                                            <p:txEl>
                                              <p:pRg st="7" end="7"/>
                                            </p:txEl>
                                          </p:spTgt>
                                        </p:tgtEl>
                                        <p:attrNameLst>
                                          <p:attrName>style.visibility</p:attrName>
                                        </p:attrNameLst>
                                      </p:cBhvr>
                                      <p:to>
                                        <p:strVal val="visible"/>
                                      </p:to>
                                    </p:set>
                                    <p:anim calcmode="lin" valueType="num">
                                      <p:cBhvr additive="base">
                                        <p:cTn id="39" dur="500" fill="hold"/>
                                        <p:tgtEl>
                                          <p:spTgt spid="18">
                                            <p:txEl>
                                              <p:pRg st="7" end="7"/>
                                            </p:txEl>
                                          </p:spTgt>
                                        </p:tgtEl>
                                        <p:attrNameLst>
                                          <p:attrName>ppt_x</p:attrName>
                                        </p:attrNameLst>
                                      </p:cBhvr>
                                      <p:tavLst>
                                        <p:tav tm="0">
                                          <p:val>
                                            <p:strVal val="#ppt_x"/>
                                          </p:val>
                                        </p:tav>
                                        <p:tav tm="100000">
                                          <p:val>
                                            <p:strVal val="#ppt_x"/>
                                          </p:val>
                                        </p:tav>
                                      </p:tavLst>
                                    </p:anim>
                                    <p:anim calcmode="lin" valueType="num">
                                      <p:cBhvr additive="base">
                                        <p:cTn id="40" dur="500" fill="hold"/>
                                        <p:tgtEl>
                                          <p:spTgt spid="18">
                                            <p:txEl>
                                              <p:pRg st="7" end="7"/>
                                            </p:txEl>
                                          </p:spTgt>
                                        </p:tgtEl>
                                        <p:attrNameLst>
                                          <p:attrName>ppt_y</p:attrName>
                                        </p:attrNameLst>
                                      </p:cBhvr>
                                      <p:tavLst>
                                        <p:tav tm="0">
                                          <p:val>
                                            <p:strVal val="1+#ppt_h/2"/>
                                          </p:val>
                                        </p:tav>
                                        <p:tav tm="100000">
                                          <p:val>
                                            <p:strVal val="#ppt_y"/>
                                          </p:val>
                                        </p:tav>
                                      </p:tavLst>
                                    </p:anim>
                                  </p:childTnLst>
                                </p:cTn>
                              </p:par>
                              <p:par>
                                <p:cTn id="41" presetID="2" presetClass="entr" presetSubtype="4" fill="hold" grpId="0" nodeType="withEffect">
                                  <p:stCondLst>
                                    <p:cond delay="0"/>
                                  </p:stCondLst>
                                  <p:childTnLst>
                                    <p:set>
                                      <p:cBhvr>
                                        <p:cTn id="42" dur="1" fill="hold">
                                          <p:stCondLst>
                                            <p:cond delay="0"/>
                                          </p:stCondLst>
                                        </p:cTn>
                                        <p:tgtEl>
                                          <p:spTgt spid="18">
                                            <p:txEl>
                                              <p:pRg st="8" end="8"/>
                                            </p:txEl>
                                          </p:spTgt>
                                        </p:tgtEl>
                                        <p:attrNameLst>
                                          <p:attrName>style.visibility</p:attrName>
                                        </p:attrNameLst>
                                      </p:cBhvr>
                                      <p:to>
                                        <p:strVal val="visible"/>
                                      </p:to>
                                    </p:set>
                                    <p:anim calcmode="lin" valueType="num">
                                      <p:cBhvr additive="base">
                                        <p:cTn id="43" dur="500" fill="hold"/>
                                        <p:tgtEl>
                                          <p:spTgt spid="18">
                                            <p:txEl>
                                              <p:pRg st="8" end="8"/>
                                            </p:txEl>
                                          </p:spTgt>
                                        </p:tgtEl>
                                        <p:attrNameLst>
                                          <p:attrName>ppt_x</p:attrName>
                                        </p:attrNameLst>
                                      </p:cBhvr>
                                      <p:tavLst>
                                        <p:tav tm="0">
                                          <p:val>
                                            <p:strVal val="#ppt_x"/>
                                          </p:val>
                                        </p:tav>
                                        <p:tav tm="100000">
                                          <p:val>
                                            <p:strVal val="#ppt_x"/>
                                          </p:val>
                                        </p:tav>
                                      </p:tavLst>
                                    </p:anim>
                                    <p:anim calcmode="lin" valueType="num">
                                      <p:cBhvr additive="base">
                                        <p:cTn id="44" dur="500" fill="hold"/>
                                        <p:tgtEl>
                                          <p:spTgt spid="18">
                                            <p:txEl>
                                              <p:pRg st="8" end="8"/>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uiExpand="1" build="allAtOnce"/>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F41B82-2CF1-311C-2482-066AB1550F6E}"/>
            </a:ext>
          </a:extLst>
        </p:cNvPr>
        <p:cNvGrpSpPr/>
        <p:nvPr/>
      </p:nvGrpSpPr>
      <p:grpSpPr>
        <a:xfrm>
          <a:off x="0" y="0"/>
          <a:ext cx="0" cy="0"/>
          <a:chOff x="0" y="0"/>
          <a:chExt cx="0" cy="0"/>
        </a:xfrm>
      </p:grpSpPr>
      <p:sp>
        <p:nvSpPr>
          <p:cNvPr id="45" name="Rectangle 44">
            <a:extLst>
              <a:ext uri="{FF2B5EF4-FFF2-40B4-BE49-F238E27FC236}">
                <a16:creationId xmlns:a16="http://schemas.microsoft.com/office/drawing/2014/main" id="{C5F220DC-C62D-8033-9426-4F3071AEEB55}"/>
              </a:ext>
            </a:extLst>
          </p:cNvPr>
          <p:cNvSpPr/>
          <p:nvPr/>
        </p:nvSpPr>
        <p:spPr>
          <a:xfrm>
            <a:off x="3810000" y="1188000"/>
            <a:ext cx="14478000" cy="1204805"/>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6" name="Rectangle: Rounded Corners 45">
            <a:extLst>
              <a:ext uri="{FF2B5EF4-FFF2-40B4-BE49-F238E27FC236}">
                <a16:creationId xmlns:a16="http://schemas.microsoft.com/office/drawing/2014/main" id="{BE2112D1-94AF-524D-EAB1-80F743890699}"/>
              </a:ext>
            </a:extLst>
          </p:cNvPr>
          <p:cNvSpPr/>
          <p:nvPr/>
        </p:nvSpPr>
        <p:spPr>
          <a:xfrm>
            <a:off x="3858223" y="1275813"/>
            <a:ext cx="12192000" cy="1020412"/>
          </a:xfrm>
          <a:prstGeom prst="roundRect">
            <a:avLst/>
          </a:prstGeom>
          <a:solidFill>
            <a:srgbClr val="288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4" name="Rectangle 43">
            <a:extLst>
              <a:ext uri="{FF2B5EF4-FFF2-40B4-BE49-F238E27FC236}">
                <a16:creationId xmlns:a16="http://schemas.microsoft.com/office/drawing/2014/main" id="{E7775189-9342-43BA-81BB-8DB12316FDF1}"/>
              </a:ext>
            </a:extLst>
          </p:cNvPr>
          <p:cNvSpPr/>
          <p:nvPr/>
        </p:nvSpPr>
        <p:spPr>
          <a:xfrm>
            <a:off x="0" y="2400300"/>
            <a:ext cx="3810000" cy="78867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7" name="TextBox 10">
            <a:extLst>
              <a:ext uri="{FF2B5EF4-FFF2-40B4-BE49-F238E27FC236}">
                <a16:creationId xmlns:a16="http://schemas.microsoft.com/office/drawing/2014/main" id="{4D106601-ADDC-8F94-1A21-E47D3A394543}"/>
              </a:ext>
            </a:extLst>
          </p:cNvPr>
          <p:cNvSpPr txBox="1"/>
          <p:nvPr/>
        </p:nvSpPr>
        <p:spPr>
          <a:xfrm>
            <a:off x="4572000" y="475436"/>
            <a:ext cx="13549652" cy="1450397"/>
          </a:xfrm>
          <a:prstGeom prst="rect">
            <a:avLst/>
          </a:prstGeom>
        </p:spPr>
        <p:txBody>
          <a:bodyPr wrap="square" lIns="0" tIns="0" rIns="0" bIns="0" rtlCol="0" anchor="t">
            <a:spAutoFit/>
          </a:bodyPr>
          <a:lstStyle/>
          <a:p>
            <a:pPr>
              <a:lnSpc>
                <a:spcPct val="130000"/>
              </a:lnSpc>
              <a:spcBef>
                <a:spcPts val="600"/>
              </a:spcBef>
              <a:spcAft>
                <a:spcPts val="600"/>
              </a:spcAft>
            </a:pPr>
            <a:endParaRPr lang="en-US" sz="3600">
              <a:effectLst/>
              <a:latin typeface="Times New Roman" panose="02020603050405020304" pitchFamily="18" charset="0"/>
              <a:ea typeface="Times New Roman" panose="02020603050405020304" pitchFamily="18" charset="0"/>
            </a:endParaRPr>
          </a:p>
          <a:p>
            <a:pPr indent="0">
              <a:lnSpc>
                <a:spcPct val="130000"/>
              </a:lnSpc>
              <a:spcBef>
                <a:spcPts val="600"/>
              </a:spcBef>
              <a:spcAft>
                <a:spcPts val="600"/>
              </a:spcAft>
              <a:buNone/>
            </a:pPr>
            <a:endParaRPr lang="en-US" sz="3200" b="0" i="0">
              <a:solidFill>
                <a:schemeClr val="tx1"/>
              </a:solidFill>
              <a:effectLst/>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B61E55BE-D96D-6FC1-B2F0-444DDA46AA32}"/>
              </a:ext>
            </a:extLst>
          </p:cNvPr>
          <p:cNvSpPr txBox="1"/>
          <p:nvPr/>
        </p:nvSpPr>
        <p:spPr>
          <a:xfrm>
            <a:off x="762000" y="5697319"/>
            <a:ext cx="2514600" cy="646331"/>
          </a:xfrm>
          <a:prstGeom prst="rect">
            <a:avLst/>
          </a:prstGeom>
          <a:noFill/>
        </p:spPr>
        <p:txBody>
          <a:bodyPr wrap="square" rtlCol="0">
            <a:spAutoFit/>
          </a:bodyPr>
          <a:lstStyle/>
          <a:p>
            <a:r>
              <a:rPr lang="vi-VN" sz="3600">
                <a:latin typeface="Times New Roman" panose="02020603050405020304" pitchFamily="18" charset="0"/>
                <a:cs typeface="Times New Roman" panose="02020603050405020304" pitchFamily="18" charset="0"/>
              </a:rPr>
              <a:t>Ngoài nước</a:t>
            </a:r>
            <a:endParaRPr lang="en-US" sz="3600">
              <a:latin typeface="Times New Roman" panose="02020603050405020304" pitchFamily="18" charset="0"/>
              <a:cs typeface="Times New Roman" panose="02020603050405020304" pitchFamily="18" charset="0"/>
            </a:endParaRPr>
          </a:p>
        </p:txBody>
      </p:sp>
      <p:sp>
        <p:nvSpPr>
          <p:cNvPr id="18" name="TextBox 17">
            <a:extLst>
              <a:ext uri="{FF2B5EF4-FFF2-40B4-BE49-F238E27FC236}">
                <a16:creationId xmlns:a16="http://schemas.microsoft.com/office/drawing/2014/main" id="{A43249D0-548A-C088-22E4-5515DDCE8256}"/>
              </a:ext>
            </a:extLst>
          </p:cNvPr>
          <p:cNvSpPr txBox="1"/>
          <p:nvPr/>
        </p:nvSpPr>
        <p:spPr>
          <a:xfrm>
            <a:off x="3810000" y="3188131"/>
            <a:ext cx="14249400" cy="5861156"/>
          </a:xfrm>
          <a:prstGeom prst="rect">
            <a:avLst/>
          </a:prstGeom>
          <a:noFill/>
        </p:spPr>
        <p:txBody>
          <a:bodyPr wrap="square" rtlCol="0">
            <a:spAutoFit/>
          </a:bodyPr>
          <a:lstStyle/>
          <a:p>
            <a:pPr>
              <a:lnSpc>
                <a:spcPct val="200000"/>
              </a:lnSpc>
            </a:pPr>
            <a:r>
              <a:rPr lang="pt-BR" sz="3200" dirty="0">
                <a:latin typeface="Times New Roman" panose="02020603050405020304" pitchFamily="18" charset="0"/>
                <a:ea typeface="SimSun" panose="02010600030101010101" pitchFamily="2" charset="-122"/>
                <a:cs typeface="Times New Roman" panose="02020603050405020304" pitchFamily="18" charset="0"/>
              </a:rPr>
              <a:t>	Trên thế giới, các hệ thống phòng khám thú y trực tuyến đang được ứng dụng rộng rãi tại các quốc gia có ngành thú y phát triển (Mỹ, Úc, Anh,...), tích hợp toàn diện giữa quản lý nội bộ và tiện ích trực tuyến cho khách hàng (Đặt lịch, nhắc lịch, thanh toán). </a:t>
            </a:r>
            <a:r>
              <a:rPr lang="vi-VN" sz="3200" dirty="0">
                <a:latin typeface="+mj-lt"/>
              </a:rPr>
              <a:t>Sự đồng bộ dữ liệu theo thời gian thực giúp duy trì sợi dây liên kết liên tục giữa bác sĩ thú y và người nuôi. Khách hàng hoàn toàn chủ động theo dõi lịch sử y tế của thú cưng mọi lúc, mọi nơi thông qua nền tảng web hoặc ứng dụng di động</a:t>
            </a:r>
            <a:endParaRPr lang="en-US" sz="3200" dirty="0">
              <a:latin typeface="+mj-lt"/>
              <a:cs typeface="Times New Roman" panose="02020603050405020304" pitchFamily="18" charset="0"/>
            </a:endParaRPr>
          </a:p>
        </p:txBody>
      </p:sp>
      <p:sp>
        <p:nvSpPr>
          <p:cNvPr id="16" name="TextBox 15">
            <a:extLst>
              <a:ext uri="{FF2B5EF4-FFF2-40B4-BE49-F238E27FC236}">
                <a16:creationId xmlns:a16="http://schemas.microsoft.com/office/drawing/2014/main" id="{3F218F22-29B4-19AB-84F3-0AFD1B5E185C}"/>
              </a:ext>
            </a:extLst>
          </p:cNvPr>
          <p:cNvSpPr txBox="1"/>
          <p:nvPr/>
        </p:nvSpPr>
        <p:spPr>
          <a:xfrm>
            <a:off x="3858222" y="1463633"/>
            <a:ext cx="11534177" cy="646331"/>
          </a:xfrm>
          <a:prstGeom prst="rect">
            <a:avLst/>
          </a:prstGeom>
          <a:noFill/>
        </p:spPr>
        <p:txBody>
          <a:bodyPr wrap="square" rtlCol="0">
            <a:spAutoFit/>
          </a:bodyPr>
          <a:lstStyle/>
          <a:p>
            <a:r>
              <a:rPr lang="en-US" sz="3600">
                <a:solidFill>
                  <a:schemeClr val="bg1"/>
                </a:solidFill>
                <a:latin typeface="Times New Roman" panose="02020603050405020304" pitchFamily="18" charset="0"/>
                <a:cs typeface="Times New Roman" panose="02020603050405020304" pitchFamily="18" charset="0"/>
              </a:rPr>
              <a:t>2. TÌNH HÌNH NGHIÊN CỨU TRONG VÀ NGOÀI NƯỚC</a:t>
            </a:r>
            <a:endParaRPr lang="en-US" sz="3600" dirty="0">
              <a:solidFill>
                <a:schemeClr val="bg1"/>
              </a:solidFill>
              <a:latin typeface="Times New Roman" panose="02020603050405020304" pitchFamily="18" charset="0"/>
              <a:cs typeface="Times New Roman" panose="02020603050405020304" pitchFamily="18" charset="0"/>
            </a:endParaRPr>
          </a:p>
        </p:txBody>
      </p:sp>
      <p:grpSp>
        <p:nvGrpSpPr>
          <p:cNvPr id="47" name="Group 46">
            <a:extLst>
              <a:ext uri="{FF2B5EF4-FFF2-40B4-BE49-F238E27FC236}">
                <a16:creationId xmlns:a16="http://schemas.microsoft.com/office/drawing/2014/main" id="{16E11FE6-85F6-3788-F7D3-8246D19E97CB}"/>
              </a:ext>
            </a:extLst>
          </p:cNvPr>
          <p:cNvGrpSpPr/>
          <p:nvPr/>
        </p:nvGrpSpPr>
        <p:grpSpPr>
          <a:xfrm>
            <a:off x="0" y="0"/>
            <a:ext cx="18360000" cy="1188944"/>
            <a:chOff x="0" y="0"/>
            <a:chExt cx="18360000" cy="1188944"/>
          </a:xfrm>
        </p:grpSpPr>
        <p:sp>
          <p:nvSpPr>
            <p:cNvPr id="48" name="Rectangle 47">
              <a:extLst>
                <a:ext uri="{FF2B5EF4-FFF2-40B4-BE49-F238E27FC236}">
                  <a16:creationId xmlns:a16="http://schemas.microsoft.com/office/drawing/2014/main" id="{81C10372-06A5-A274-CD74-CC56B1735C92}"/>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9" name="Rectangle 48">
              <a:extLst>
                <a:ext uri="{FF2B5EF4-FFF2-40B4-BE49-F238E27FC236}">
                  <a16:creationId xmlns:a16="http://schemas.microsoft.com/office/drawing/2014/main" id="{4B480615-C59F-D227-08E9-DE7F3E35949B}"/>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0" name="Rectangle 49">
              <a:extLst>
                <a:ext uri="{FF2B5EF4-FFF2-40B4-BE49-F238E27FC236}">
                  <a16:creationId xmlns:a16="http://schemas.microsoft.com/office/drawing/2014/main" id="{92411EFF-021C-D234-DAC4-70B9DAD601C6}"/>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1" name="Rectangle 50">
              <a:extLst>
                <a:ext uri="{FF2B5EF4-FFF2-40B4-BE49-F238E27FC236}">
                  <a16:creationId xmlns:a16="http://schemas.microsoft.com/office/drawing/2014/main" id="{9840088D-EB62-92DE-67BB-0830E08FA3B1}"/>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52" name="Oval 51">
            <a:extLst>
              <a:ext uri="{FF2B5EF4-FFF2-40B4-BE49-F238E27FC236}">
                <a16:creationId xmlns:a16="http://schemas.microsoft.com/office/drawing/2014/main" id="{CFDC6A27-0CC8-F0FF-4F7A-5ADA5A668AE9}"/>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53" name="TextBox 52">
            <a:extLst>
              <a:ext uri="{FF2B5EF4-FFF2-40B4-BE49-F238E27FC236}">
                <a16:creationId xmlns:a16="http://schemas.microsoft.com/office/drawing/2014/main" id="{552C96C0-D233-F632-AACC-998CD662AE45}"/>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54" name="Picture 53">
            <a:extLst>
              <a:ext uri="{FF2B5EF4-FFF2-40B4-BE49-F238E27FC236}">
                <a16:creationId xmlns:a16="http://schemas.microsoft.com/office/drawing/2014/main" id="{55F3867A-AC1D-681F-A05C-A89242CE185C}"/>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spTree>
    <p:extLst>
      <p:ext uri="{BB962C8B-B14F-4D97-AF65-F5344CB8AC3E}">
        <p14:creationId xmlns:p14="http://schemas.microsoft.com/office/powerpoint/2010/main" val="2815332446"/>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1"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0-#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18">
                                            <p:txEl>
                                              <p:pRg st="0" end="0"/>
                                            </p:txEl>
                                          </p:spTgt>
                                        </p:tgtEl>
                                        <p:attrNameLst>
                                          <p:attrName>style.visibility</p:attrName>
                                        </p:attrNameLst>
                                      </p:cBhvr>
                                      <p:to>
                                        <p:strVal val="visible"/>
                                      </p:to>
                                    </p:set>
                                    <p:anim calcmode="lin" valueType="num">
                                      <p:cBhvr additive="base">
                                        <p:cTn id="11" dur="500" fill="hold"/>
                                        <p:tgtEl>
                                          <p:spTgt spid="18">
                                            <p:txEl>
                                              <p:pRg st="0" end="0"/>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18">
                                            <p:txEl>
                                              <p:pRg st="0" end="0"/>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uiExpand="1" build="allAtOnce"/>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FD30A3-DD8B-78E0-7716-A7CC8D075A76}"/>
            </a:ext>
          </a:extLst>
        </p:cNvPr>
        <p:cNvGrpSpPr/>
        <p:nvPr/>
      </p:nvGrpSpPr>
      <p:grpSpPr>
        <a:xfrm>
          <a:off x="0" y="0"/>
          <a:ext cx="0" cy="0"/>
          <a:chOff x="0" y="0"/>
          <a:chExt cx="0" cy="0"/>
        </a:xfrm>
      </p:grpSpPr>
      <p:sp>
        <p:nvSpPr>
          <p:cNvPr id="45" name="Rectangle 44">
            <a:extLst>
              <a:ext uri="{FF2B5EF4-FFF2-40B4-BE49-F238E27FC236}">
                <a16:creationId xmlns:a16="http://schemas.microsoft.com/office/drawing/2014/main" id="{5E2F5734-76CF-18F4-BEE7-4F9CC0305CF1}"/>
              </a:ext>
            </a:extLst>
          </p:cNvPr>
          <p:cNvSpPr/>
          <p:nvPr/>
        </p:nvSpPr>
        <p:spPr>
          <a:xfrm>
            <a:off x="3810000" y="1188000"/>
            <a:ext cx="14478000" cy="1204805"/>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6" name="Rectangle: Rounded Corners 45">
            <a:extLst>
              <a:ext uri="{FF2B5EF4-FFF2-40B4-BE49-F238E27FC236}">
                <a16:creationId xmlns:a16="http://schemas.microsoft.com/office/drawing/2014/main" id="{0602AB4E-46B2-2B4D-0D96-19CA77B955E4}"/>
              </a:ext>
            </a:extLst>
          </p:cNvPr>
          <p:cNvSpPr/>
          <p:nvPr/>
        </p:nvSpPr>
        <p:spPr>
          <a:xfrm>
            <a:off x="3858223" y="1275813"/>
            <a:ext cx="12192000" cy="1020412"/>
          </a:xfrm>
          <a:prstGeom prst="roundRect">
            <a:avLst/>
          </a:prstGeom>
          <a:solidFill>
            <a:srgbClr val="288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4" name="Rectangle 43">
            <a:extLst>
              <a:ext uri="{FF2B5EF4-FFF2-40B4-BE49-F238E27FC236}">
                <a16:creationId xmlns:a16="http://schemas.microsoft.com/office/drawing/2014/main" id="{72CD359A-FFF8-9E95-EF3F-7FF81B4BF7A4}"/>
              </a:ext>
            </a:extLst>
          </p:cNvPr>
          <p:cNvSpPr/>
          <p:nvPr/>
        </p:nvSpPr>
        <p:spPr>
          <a:xfrm>
            <a:off x="0" y="2400300"/>
            <a:ext cx="3810000" cy="78867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7" name="TextBox 10">
            <a:extLst>
              <a:ext uri="{FF2B5EF4-FFF2-40B4-BE49-F238E27FC236}">
                <a16:creationId xmlns:a16="http://schemas.microsoft.com/office/drawing/2014/main" id="{5C4F707A-EFB0-B442-7E62-A3568FD2869F}"/>
              </a:ext>
            </a:extLst>
          </p:cNvPr>
          <p:cNvSpPr txBox="1"/>
          <p:nvPr/>
        </p:nvSpPr>
        <p:spPr>
          <a:xfrm>
            <a:off x="4572000" y="475436"/>
            <a:ext cx="13549652" cy="1450397"/>
          </a:xfrm>
          <a:prstGeom prst="rect">
            <a:avLst/>
          </a:prstGeom>
        </p:spPr>
        <p:txBody>
          <a:bodyPr wrap="square" lIns="0" tIns="0" rIns="0" bIns="0" rtlCol="0" anchor="t">
            <a:spAutoFit/>
          </a:bodyPr>
          <a:lstStyle/>
          <a:p>
            <a:pPr>
              <a:lnSpc>
                <a:spcPct val="130000"/>
              </a:lnSpc>
              <a:spcBef>
                <a:spcPts val="600"/>
              </a:spcBef>
              <a:spcAft>
                <a:spcPts val="600"/>
              </a:spcAft>
            </a:pPr>
            <a:endParaRPr lang="en-US" sz="3600">
              <a:effectLst/>
              <a:latin typeface="Times New Roman" panose="02020603050405020304" pitchFamily="18" charset="0"/>
              <a:ea typeface="Times New Roman" panose="02020603050405020304" pitchFamily="18" charset="0"/>
            </a:endParaRPr>
          </a:p>
          <a:p>
            <a:pPr indent="0">
              <a:lnSpc>
                <a:spcPct val="130000"/>
              </a:lnSpc>
              <a:spcBef>
                <a:spcPts val="600"/>
              </a:spcBef>
              <a:spcAft>
                <a:spcPts val="600"/>
              </a:spcAft>
              <a:buNone/>
            </a:pPr>
            <a:endParaRPr lang="en-US" sz="3200" b="0" i="0">
              <a:solidFill>
                <a:schemeClr val="tx1"/>
              </a:solidFill>
              <a:effectLst/>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5C761753-8EE8-786F-E473-FD501DD338AD}"/>
              </a:ext>
            </a:extLst>
          </p:cNvPr>
          <p:cNvSpPr txBox="1"/>
          <p:nvPr/>
        </p:nvSpPr>
        <p:spPr>
          <a:xfrm>
            <a:off x="762000" y="5697319"/>
            <a:ext cx="2895600" cy="1200329"/>
          </a:xfrm>
          <a:prstGeom prst="rect">
            <a:avLst/>
          </a:prstGeom>
          <a:noFill/>
        </p:spPr>
        <p:txBody>
          <a:bodyPr wrap="square" rtlCol="0">
            <a:spAutoFit/>
          </a:bodyPr>
          <a:lstStyle/>
          <a:p>
            <a:r>
              <a:rPr lang="en-US" sz="3600">
                <a:latin typeface="Times New Roman" panose="02020603050405020304" pitchFamily="18" charset="0"/>
                <a:cs typeface="Times New Roman" panose="02020603050405020304" pitchFamily="18" charset="0"/>
              </a:rPr>
              <a:t>Một số trang web phổ biến</a:t>
            </a:r>
          </a:p>
        </p:txBody>
      </p:sp>
      <p:sp>
        <p:nvSpPr>
          <p:cNvPr id="18" name="TextBox 17">
            <a:extLst>
              <a:ext uri="{FF2B5EF4-FFF2-40B4-BE49-F238E27FC236}">
                <a16:creationId xmlns:a16="http://schemas.microsoft.com/office/drawing/2014/main" id="{4C386072-3CDB-F8EA-B4DD-9417063F3651}"/>
              </a:ext>
            </a:extLst>
          </p:cNvPr>
          <p:cNvSpPr txBox="1"/>
          <p:nvPr/>
        </p:nvSpPr>
        <p:spPr>
          <a:xfrm>
            <a:off x="3800475" y="4000500"/>
            <a:ext cx="14249400" cy="4382482"/>
          </a:xfrm>
          <a:prstGeom prst="rect">
            <a:avLst/>
          </a:prstGeom>
          <a:noFill/>
        </p:spPr>
        <p:txBody>
          <a:bodyPr wrap="square" rtlCol="0">
            <a:spAutoFit/>
          </a:bodyPr>
          <a:lstStyle/>
          <a:p>
            <a:pPr marL="457200" indent="-457200" algn="just">
              <a:lnSpc>
                <a:spcPct val="130000"/>
              </a:lnSpc>
              <a:spcAft>
                <a:spcPts val="800"/>
              </a:spcAft>
              <a:buFont typeface="Arial" panose="020B0604020202020204" pitchFamily="34" charset="0"/>
              <a:buChar char="•"/>
            </a:pPr>
            <a:r>
              <a:rPr lang="en-US" sz="3200" b="1" dirty="0" err="1">
                <a:latin typeface="Times New Roman" panose="02020603050405020304" pitchFamily="18" charset="0"/>
                <a:ea typeface="SimSun" panose="02010600030101010101" pitchFamily="2" charset="-122"/>
              </a:rPr>
              <a:t>Bệnh</a:t>
            </a:r>
            <a:r>
              <a:rPr lang="en-US" sz="3200" b="1" dirty="0">
                <a:latin typeface="Times New Roman" panose="02020603050405020304" pitchFamily="18" charset="0"/>
                <a:ea typeface="SimSun" panose="02010600030101010101" pitchFamily="2" charset="-122"/>
              </a:rPr>
              <a:t> </a:t>
            </a:r>
            <a:r>
              <a:rPr lang="en-US" sz="3200" b="1" dirty="0" err="1">
                <a:latin typeface="Times New Roman" panose="02020603050405020304" pitchFamily="18" charset="0"/>
                <a:ea typeface="SimSun" panose="02010600030101010101" pitchFamily="2" charset="-122"/>
              </a:rPr>
              <a:t>viện</a:t>
            </a:r>
            <a:r>
              <a:rPr lang="en-US" sz="3200" b="1" dirty="0">
                <a:latin typeface="Times New Roman" panose="02020603050405020304" pitchFamily="18" charset="0"/>
                <a:ea typeface="SimSun" panose="02010600030101010101" pitchFamily="2" charset="-122"/>
              </a:rPr>
              <a:t> </a:t>
            </a:r>
            <a:r>
              <a:rPr lang="en-US" sz="3200" b="1" dirty="0" err="1">
                <a:latin typeface="Times New Roman" panose="02020603050405020304" pitchFamily="18" charset="0"/>
                <a:ea typeface="SimSun" panose="02010600030101010101" pitchFamily="2" charset="-122"/>
              </a:rPr>
              <a:t>thú</a:t>
            </a:r>
            <a:r>
              <a:rPr lang="en-US" sz="3200" b="1" dirty="0">
                <a:latin typeface="Times New Roman" panose="02020603050405020304" pitchFamily="18" charset="0"/>
                <a:ea typeface="SimSun" panose="02010600030101010101" pitchFamily="2" charset="-122"/>
              </a:rPr>
              <a:t> y VNUA</a:t>
            </a:r>
            <a:r>
              <a:rPr lang="vi-VN" sz="3200" b="1" dirty="0">
                <a:latin typeface="Times New Roman" panose="02020603050405020304" pitchFamily="18" charset="0"/>
                <a:ea typeface="SimSun" panose="02010600030101010101" pitchFamily="2" charset="-122"/>
              </a:rPr>
              <a:t> (</a:t>
            </a:r>
            <a:r>
              <a:rPr lang="vi-VN" sz="3200" u="sng" dirty="0">
                <a:solidFill>
                  <a:srgbClr val="0000FF"/>
                </a:solidFill>
                <a:latin typeface="Times New Roman" panose="02020603050405020304" pitchFamily="18" charset="0"/>
                <a:ea typeface="SimSun" panose="02010600030101010101" pitchFamily="2" charset="-122"/>
              </a:rPr>
              <a:t>https://vethospital.vnua.edu.vn/</a:t>
            </a:r>
            <a:r>
              <a:rPr lang="vi-VN" sz="3200" b="1" dirty="0">
                <a:latin typeface="Times New Roman" panose="02020603050405020304" pitchFamily="18" charset="0"/>
                <a:ea typeface="SimSun" panose="02010600030101010101" pitchFamily="2" charset="-122"/>
              </a:rPr>
              <a:t>)</a:t>
            </a:r>
            <a:endParaRPr lang="en-US" sz="3200" b="1" dirty="0">
              <a:latin typeface="Times New Roman" panose="02020603050405020304" pitchFamily="18" charset="0"/>
              <a:ea typeface="SimSun" panose="02010600030101010101" pitchFamily="2" charset="-122"/>
            </a:endParaRPr>
          </a:p>
          <a:p>
            <a:pPr marL="457200" indent="-457200" algn="just">
              <a:lnSpc>
                <a:spcPct val="130000"/>
              </a:lnSpc>
              <a:spcAft>
                <a:spcPts val="800"/>
              </a:spcAft>
              <a:buFont typeface="Arial" panose="020B0604020202020204" pitchFamily="34" charset="0"/>
              <a:buChar char="•"/>
            </a:pPr>
            <a:r>
              <a:rPr lang="en-US" sz="3200" b="1" dirty="0" err="1">
                <a:latin typeface="Times New Roman" panose="02020603050405020304" pitchFamily="18" charset="0"/>
                <a:ea typeface="Times New Roman" panose="02020603050405020304" pitchFamily="18" charset="0"/>
              </a:rPr>
              <a:t>PetHealth</a:t>
            </a:r>
            <a:r>
              <a:rPr lang="vi-VN" sz="3200" b="1" dirty="0">
                <a:latin typeface="Times New Roman" panose="02020603050405020304" pitchFamily="18" charset="0"/>
                <a:ea typeface="Times New Roman" panose="02020603050405020304" pitchFamily="18" charset="0"/>
              </a:rPr>
              <a:t>(</a:t>
            </a:r>
            <a:r>
              <a:rPr lang="vi-VN" sz="3200" u="sng" dirty="0">
                <a:solidFill>
                  <a:srgbClr val="0000FF"/>
                </a:solidFill>
                <a:latin typeface="Times New Roman" panose="02020603050405020304" pitchFamily="18" charset="0"/>
                <a:ea typeface="SimSun" panose="02010600030101010101" pitchFamily="2" charset="-122"/>
              </a:rPr>
              <a:t>https://pethealth.vn/</a:t>
            </a:r>
            <a:r>
              <a:rPr lang="vi-VN" sz="3200" b="1" dirty="0">
                <a:latin typeface="Times New Roman" panose="02020603050405020304" pitchFamily="18" charset="0"/>
                <a:ea typeface="Times New Roman" panose="02020603050405020304" pitchFamily="18" charset="0"/>
              </a:rPr>
              <a:t>)</a:t>
            </a:r>
            <a:endParaRPr lang="en-US" sz="3200" b="1" dirty="0">
              <a:latin typeface="Times New Roman" panose="02020603050405020304" pitchFamily="18" charset="0"/>
              <a:ea typeface="Times New Roman" panose="02020603050405020304" pitchFamily="18" charset="0"/>
            </a:endParaRPr>
          </a:p>
          <a:p>
            <a:pPr marL="457200" indent="-457200" algn="just">
              <a:lnSpc>
                <a:spcPct val="130000"/>
              </a:lnSpc>
              <a:spcAft>
                <a:spcPts val="800"/>
              </a:spcAft>
              <a:buFont typeface="Arial" panose="020B0604020202020204" pitchFamily="34" charset="0"/>
              <a:buChar char="•"/>
            </a:pPr>
            <a:r>
              <a:rPr lang="en-US" sz="3200" b="1" dirty="0">
                <a:latin typeface="Times New Roman" panose="02020603050405020304" pitchFamily="18" charset="0"/>
                <a:ea typeface="Times New Roman" panose="02020603050405020304" pitchFamily="18" charset="0"/>
              </a:rPr>
              <a:t>2VET</a:t>
            </a:r>
            <a:r>
              <a:rPr lang="vi-VN" sz="3200" b="1" dirty="0">
                <a:latin typeface="Times New Roman" panose="02020603050405020304" pitchFamily="18" charset="0"/>
                <a:ea typeface="Times New Roman" panose="02020603050405020304" pitchFamily="18" charset="0"/>
              </a:rPr>
              <a:t> (</a:t>
            </a:r>
            <a:r>
              <a:rPr lang="vi-VN" sz="3200" u="sng" dirty="0">
                <a:solidFill>
                  <a:srgbClr val="0000FF"/>
                </a:solidFill>
                <a:latin typeface="Times New Roman" panose="02020603050405020304" pitchFamily="18" charset="0"/>
                <a:ea typeface="SimSun" panose="02010600030101010101" pitchFamily="2" charset="-122"/>
              </a:rPr>
              <a:t>https://2vet.vn/</a:t>
            </a:r>
            <a:r>
              <a:rPr lang="vi-VN" sz="3200" b="1" dirty="0">
                <a:latin typeface="Times New Roman" panose="02020603050405020304" pitchFamily="18" charset="0"/>
                <a:ea typeface="Times New Roman" panose="02020603050405020304" pitchFamily="18" charset="0"/>
              </a:rPr>
              <a:t>)</a:t>
            </a:r>
            <a:endParaRPr lang="en-US" sz="3200" dirty="0">
              <a:latin typeface="Times New Roman" panose="02020603050405020304" pitchFamily="18" charset="0"/>
              <a:ea typeface="Times New Roman" panose="02020603050405020304" pitchFamily="18" charset="0"/>
            </a:endParaRPr>
          </a:p>
          <a:p>
            <a:pPr marL="457200" indent="-457200" algn="just">
              <a:lnSpc>
                <a:spcPct val="130000"/>
              </a:lnSpc>
              <a:spcAft>
                <a:spcPts val="800"/>
              </a:spcAft>
              <a:buFont typeface="Arial" panose="020B0604020202020204" pitchFamily="34" charset="0"/>
              <a:buChar char="•"/>
            </a:pPr>
            <a:r>
              <a:rPr lang="pt-BR" sz="3200" b="1" dirty="0">
                <a:latin typeface="Times New Roman" panose="02020603050405020304" pitchFamily="18" charset="0"/>
                <a:ea typeface="SimSun" panose="02010600030101010101" pitchFamily="2" charset="-122"/>
                <a:cs typeface="Times New Roman" panose="02020603050405020304" pitchFamily="18" charset="0"/>
              </a:rPr>
              <a:t>Tropicpet</a:t>
            </a:r>
            <a:r>
              <a:rPr lang="pt-BR" sz="3200" dirty="0">
                <a:latin typeface="Times New Roman" panose="02020603050405020304" pitchFamily="18" charset="0"/>
                <a:ea typeface="SimSun" panose="02010600030101010101" pitchFamily="2" charset="-122"/>
                <a:cs typeface="Times New Roman" panose="02020603050405020304" pitchFamily="18" charset="0"/>
              </a:rPr>
              <a:t> (</a:t>
            </a:r>
            <a:r>
              <a:rPr lang="pt-BR" sz="3200" u="sng" dirty="0">
                <a:solidFill>
                  <a:srgbClr val="0000FF"/>
                </a:solidFill>
                <a:latin typeface="Times New Roman" panose="02020603050405020304" pitchFamily="18" charset="0"/>
                <a:ea typeface="SimSun" panose="02010600030101010101" pitchFamily="2" charset="-122"/>
              </a:rPr>
              <a:t>https://tropicpet.vn/</a:t>
            </a:r>
            <a:r>
              <a:rPr lang="pt-BR" sz="3200" dirty="0">
                <a:latin typeface="Times New Roman" panose="02020603050405020304" pitchFamily="18" charset="0"/>
                <a:ea typeface="SimSun" panose="02010600030101010101" pitchFamily="2" charset="-122"/>
                <a:cs typeface="Times New Roman" panose="02020603050405020304" pitchFamily="18" charset="0"/>
              </a:rPr>
              <a:t>)</a:t>
            </a:r>
          </a:p>
          <a:p>
            <a:pPr marL="457200" indent="-457200" algn="just">
              <a:lnSpc>
                <a:spcPct val="130000"/>
              </a:lnSpc>
              <a:spcAft>
                <a:spcPts val="800"/>
              </a:spcAft>
              <a:buFont typeface="Arial" panose="020B0604020202020204" pitchFamily="34" charset="0"/>
              <a:buChar char="•"/>
            </a:pPr>
            <a:r>
              <a:rPr lang="pt-BR" sz="3200" b="1" dirty="0">
                <a:latin typeface="Times New Roman" panose="02020603050405020304" pitchFamily="18" charset="0"/>
                <a:ea typeface="SimSun" panose="02010600030101010101" pitchFamily="2" charset="-122"/>
                <a:cs typeface="Times New Roman" panose="02020603050405020304" pitchFamily="18" charset="0"/>
              </a:rPr>
              <a:t>Pet Mart (</a:t>
            </a:r>
            <a:r>
              <a:rPr lang="pt-BR" sz="3200" u="sng" dirty="0">
                <a:solidFill>
                  <a:srgbClr val="0000FF"/>
                </a:solidFill>
                <a:latin typeface="Times New Roman" panose="02020603050405020304" pitchFamily="18" charset="0"/>
                <a:ea typeface="SimSun" panose="02010600030101010101" pitchFamily="2" charset="-122"/>
              </a:rPr>
              <a:t>https://www.petmart.vn/</a:t>
            </a:r>
            <a:r>
              <a:rPr lang="pt-BR" sz="3200" dirty="0">
                <a:latin typeface="Times New Roman" panose="02020603050405020304" pitchFamily="18" charset="0"/>
                <a:ea typeface="SimSun" panose="02010600030101010101" pitchFamily="2" charset="-122"/>
                <a:cs typeface="Times New Roman" panose="02020603050405020304" pitchFamily="18" charset="0"/>
              </a:rPr>
              <a:t>)</a:t>
            </a:r>
          </a:p>
          <a:p>
            <a:pPr marL="457200" indent="-457200" algn="just">
              <a:lnSpc>
                <a:spcPct val="130000"/>
              </a:lnSpc>
              <a:spcAft>
                <a:spcPts val="800"/>
              </a:spcAft>
              <a:buFont typeface="Arial" panose="020B0604020202020204" pitchFamily="34" charset="0"/>
              <a:buChar char="•"/>
            </a:pPr>
            <a:r>
              <a:rPr lang="en-US" sz="3200" b="1" dirty="0">
                <a:latin typeface="Times New Roman" panose="02020603050405020304" pitchFamily="18" charset="0"/>
                <a:ea typeface="Times New Roman" panose="02020603050405020304" pitchFamily="18" charset="0"/>
              </a:rPr>
              <a:t>Sakura</a:t>
            </a:r>
            <a:r>
              <a:rPr lang="vi-VN" sz="3200" dirty="0">
                <a:latin typeface="Times New Roman" panose="02020603050405020304" pitchFamily="18" charset="0"/>
                <a:ea typeface="Times New Roman" panose="02020603050405020304" pitchFamily="18" charset="0"/>
              </a:rPr>
              <a:t> (</a:t>
            </a:r>
            <a:r>
              <a:rPr lang="vi-VN" sz="3200" u="sng" dirty="0">
                <a:solidFill>
                  <a:srgbClr val="0000FF"/>
                </a:solidFill>
                <a:latin typeface="Times New Roman" panose="02020603050405020304" pitchFamily="18" charset="0"/>
                <a:ea typeface="SimSun" panose="02010600030101010101" pitchFamily="2" charset="-122"/>
              </a:rPr>
              <a:t>https://sakurapetclinic.vn/</a:t>
            </a:r>
            <a:r>
              <a:rPr lang="vi-VN" sz="3200" dirty="0">
                <a:latin typeface="Times New Roman" panose="02020603050405020304" pitchFamily="18" charset="0"/>
                <a:ea typeface="Times New Roman" panose="02020603050405020304" pitchFamily="18" charset="0"/>
              </a:rPr>
              <a:t>)</a:t>
            </a:r>
            <a:endParaRPr lang="en-US" sz="3200" u="sng" dirty="0">
              <a:solidFill>
                <a:srgbClr val="0000FF"/>
              </a:solidFill>
              <a:latin typeface="Times New Roman" panose="02020603050405020304" pitchFamily="18" charset="0"/>
              <a:ea typeface="SimSun" panose="02010600030101010101" pitchFamily="2" charset="-122"/>
            </a:endParaRPr>
          </a:p>
        </p:txBody>
      </p:sp>
      <p:grpSp>
        <p:nvGrpSpPr>
          <p:cNvPr id="47" name="Group 46">
            <a:extLst>
              <a:ext uri="{FF2B5EF4-FFF2-40B4-BE49-F238E27FC236}">
                <a16:creationId xmlns:a16="http://schemas.microsoft.com/office/drawing/2014/main" id="{0215595B-DEB8-CB9F-2A19-43A22928AFD7}"/>
              </a:ext>
            </a:extLst>
          </p:cNvPr>
          <p:cNvGrpSpPr/>
          <p:nvPr/>
        </p:nvGrpSpPr>
        <p:grpSpPr>
          <a:xfrm>
            <a:off x="0" y="0"/>
            <a:ext cx="18360000" cy="1188944"/>
            <a:chOff x="0" y="0"/>
            <a:chExt cx="18360000" cy="1188944"/>
          </a:xfrm>
        </p:grpSpPr>
        <p:sp>
          <p:nvSpPr>
            <p:cNvPr id="48" name="Rectangle 47">
              <a:extLst>
                <a:ext uri="{FF2B5EF4-FFF2-40B4-BE49-F238E27FC236}">
                  <a16:creationId xmlns:a16="http://schemas.microsoft.com/office/drawing/2014/main" id="{B6E64CF5-89F9-1FEC-61B7-59EBF7D66FC0}"/>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9" name="Rectangle 48">
              <a:extLst>
                <a:ext uri="{FF2B5EF4-FFF2-40B4-BE49-F238E27FC236}">
                  <a16:creationId xmlns:a16="http://schemas.microsoft.com/office/drawing/2014/main" id="{5F65CD4A-2B94-3A61-F176-F6099993792B}"/>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0" name="Rectangle 49">
              <a:extLst>
                <a:ext uri="{FF2B5EF4-FFF2-40B4-BE49-F238E27FC236}">
                  <a16:creationId xmlns:a16="http://schemas.microsoft.com/office/drawing/2014/main" id="{85C64A6A-8042-EA7B-135B-6AD56E84FB5B}"/>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1" name="Rectangle 50">
              <a:extLst>
                <a:ext uri="{FF2B5EF4-FFF2-40B4-BE49-F238E27FC236}">
                  <a16:creationId xmlns:a16="http://schemas.microsoft.com/office/drawing/2014/main" id="{06A73A9B-3148-D2A7-EBE7-25E5A4E9368D}"/>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52" name="Oval 51">
            <a:extLst>
              <a:ext uri="{FF2B5EF4-FFF2-40B4-BE49-F238E27FC236}">
                <a16:creationId xmlns:a16="http://schemas.microsoft.com/office/drawing/2014/main" id="{CA26C34D-1937-F5B9-A4C4-23C0D71C6AF9}"/>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53" name="TextBox 52">
            <a:extLst>
              <a:ext uri="{FF2B5EF4-FFF2-40B4-BE49-F238E27FC236}">
                <a16:creationId xmlns:a16="http://schemas.microsoft.com/office/drawing/2014/main" id="{6F2A406E-B76F-B954-E1F9-DC5BF919483E}"/>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54" name="Picture 53">
            <a:extLst>
              <a:ext uri="{FF2B5EF4-FFF2-40B4-BE49-F238E27FC236}">
                <a16:creationId xmlns:a16="http://schemas.microsoft.com/office/drawing/2014/main" id="{FC00464D-1337-CB52-DDF5-75C9E0A736A4}"/>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sp>
        <p:nvSpPr>
          <p:cNvPr id="2" name="TextBox 1">
            <a:extLst>
              <a:ext uri="{FF2B5EF4-FFF2-40B4-BE49-F238E27FC236}">
                <a16:creationId xmlns:a16="http://schemas.microsoft.com/office/drawing/2014/main" id="{F2786C85-CD01-4C93-E386-56DA706353B7}"/>
              </a:ext>
            </a:extLst>
          </p:cNvPr>
          <p:cNvSpPr txBox="1"/>
          <p:nvPr/>
        </p:nvSpPr>
        <p:spPr>
          <a:xfrm>
            <a:off x="3858222" y="1463633"/>
            <a:ext cx="11534177" cy="646331"/>
          </a:xfrm>
          <a:prstGeom prst="rect">
            <a:avLst/>
          </a:prstGeom>
          <a:noFill/>
        </p:spPr>
        <p:txBody>
          <a:bodyPr wrap="square" rtlCol="0">
            <a:spAutoFit/>
          </a:bodyPr>
          <a:lstStyle/>
          <a:p>
            <a:r>
              <a:rPr lang="en-US" sz="3600">
                <a:solidFill>
                  <a:schemeClr val="bg1"/>
                </a:solidFill>
                <a:latin typeface="Times New Roman" panose="02020603050405020304" pitchFamily="18" charset="0"/>
                <a:cs typeface="Times New Roman" panose="02020603050405020304" pitchFamily="18" charset="0"/>
              </a:rPr>
              <a:t>2. TÌNH HÌNH NGHIÊN CỨU TRONG VÀ NGOÀI NƯỚC</a:t>
            </a:r>
            <a:endParaRPr lang="en-US" sz="3600" dirty="0">
              <a:solidFill>
                <a:schemeClr val="bg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529569462"/>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1"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0-#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18">
                                            <p:txEl>
                                              <p:pRg st="0" end="0"/>
                                            </p:txEl>
                                          </p:spTgt>
                                        </p:tgtEl>
                                        <p:attrNameLst>
                                          <p:attrName>style.visibility</p:attrName>
                                        </p:attrNameLst>
                                      </p:cBhvr>
                                      <p:to>
                                        <p:strVal val="visible"/>
                                      </p:to>
                                    </p:set>
                                    <p:anim calcmode="lin" valueType="num">
                                      <p:cBhvr additive="base">
                                        <p:cTn id="11" dur="500" fill="hold"/>
                                        <p:tgtEl>
                                          <p:spTgt spid="18">
                                            <p:txEl>
                                              <p:pRg st="0" end="0"/>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18">
                                            <p:txEl>
                                              <p:pRg st="0" end="0"/>
                                            </p:txEl>
                                          </p:spTgt>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0"/>
                                  </p:stCondLst>
                                  <p:childTnLst>
                                    <p:set>
                                      <p:cBhvr>
                                        <p:cTn id="14" dur="1" fill="hold">
                                          <p:stCondLst>
                                            <p:cond delay="0"/>
                                          </p:stCondLst>
                                        </p:cTn>
                                        <p:tgtEl>
                                          <p:spTgt spid="18">
                                            <p:txEl>
                                              <p:pRg st="1" end="1"/>
                                            </p:txEl>
                                          </p:spTgt>
                                        </p:tgtEl>
                                        <p:attrNameLst>
                                          <p:attrName>style.visibility</p:attrName>
                                        </p:attrNameLst>
                                      </p:cBhvr>
                                      <p:to>
                                        <p:strVal val="visible"/>
                                      </p:to>
                                    </p:set>
                                    <p:anim calcmode="lin" valueType="num">
                                      <p:cBhvr additive="base">
                                        <p:cTn id="15" dur="500" fill="hold"/>
                                        <p:tgtEl>
                                          <p:spTgt spid="18">
                                            <p:txEl>
                                              <p:pRg st="1" end="1"/>
                                            </p:txEl>
                                          </p:spTgt>
                                        </p:tgtEl>
                                        <p:attrNameLst>
                                          <p:attrName>ppt_x</p:attrName>
                                        </p:attrNameLst>
                                      </p:cBhvr>
                                      <p:tavLst>
                                        <p:tav tm="0">
                                          <p:val>
                                            <p:strVal val="#ppt_x"/>
                                          </p:val>
                                        </p:tav>
                                        <p:tav tm="100000">
                                          <p:val>
                                            <p:strVal val="#ppt_x"/>
                                          </p:val>
                                        </p:tav>
                                      </p:tavLst>
                                    </p:anim>
                                    <p:anim calcmode="lin" valueType="num">
                                      <p:cBhvr additive="base">
                                        <p:cTn id="16" dur="500" fill="hold"/>
                                        <p:tgtEl>
                                          <p:spTgt spid="18">
                                            <p:txEl>
                                              <p:pRg st="1" end="1"/>
                                            </p:txEl>
                                          </p:spTgt>
                                        </p:tgtEl>
                                        <p:attrNameLst>
                                          <p:attrName>ppt_y</p:attrName>
                                        </p:attrNameLst>
                                      </p:cBhvr>
                                      <p:tavLst>
                                        <p:tav tm="0">
                                          <p:val>
                                            <p:strVal val="1+#ppt_h/2"/>
                                          </p:val>
                                        </p:tav>
                                        <p:tav tm="100000">
                                          <p:val>
                                            <p:strVal val="#ppt_y"/>
                                          </p:val>
                                        </p:tav>
                                      </p:tavLst>
                                    </p:anim>
                                  </p:childTnLst>
                                </p:cTn>
                              </p:par>
                              <p:par>
                                <p:cTn id="17" presetID="2" presetClass="entr" presetSubtype="4" fill="hold" grpId="0" nodeType="withEffect">
                                  <p:stCondLst>
                                    <p:cond delay="0"/>
                                  </p:stCondLst>
                                  <p:childTnLst>
                                    <p:set>
                                      <p:cBhvr>
                                        <p:cTn id="18" dur="1" fill="hold">
                                          <p:stCondLst>
                                            <p:cond delay="0"/>
                                          </p:stCondLst>
                                        </p:cTn>
                                        <p:tgtEl>
                                          <p:spTgt spid="18">
                                            <p:txEl>
                                              <p:pRg st="2" end="2"/>
                                            </p:txEl>
                                          </p:spTgt>
                                        </p:tgtEl>
                                        <p:attrNameLst>
                                          <p:attrName>style.visibility</p:attrName>
                                        </p:attrNameLst>
                                      </p:cBhvr>
                                      <p:to>
                                        <p:strVal val="visible"/>
                                      </p:to>
                                    </p:set>
                                    <p:anim calcmode="lin" valueType="num">
                                      <p:cBhvr additive="base">
                                        <p:cTn id="19" dur="500" fill="hold"/>
                                        <p:tgtEl>
                                          <p:spTgt spid="18">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18">
                                            <p:txEl>
                                              <p:pRg st="2" end="2"/>
                                            </p:txEl>
                                          </p:spTgt>
                                        </p:tgtEl>
                                        <p:attrNameLst>
                                          <p:attrName>ppt_y</p:attrName>
                                        </p:attrNameLst>
                                      </p:cBhvr>
                                      <p:tavLst>
                                        <p:tav tm="0">
                                          <p:val>
                                            <p:strVal val="1+#ppt_h/2"/>
                                          </p:val>
                                        </p:tav>
                                        <p:tav tm="100000">
                                          <p:val>
                                            <p:strVal val="#ppt_y"/>
                                          </p:val>
                                        </p:tav>
                                      </p:tavLst>
                                    </p:anim>
                                  </p:childTnLst>
                                </p:cTn>
                              </p:par>
                              <p:par>
                                <p:cTn id="21" presetID="2" presetClass="entr" presetSubtype="4" fill="hold" grpId="0" nodeType="withEffect">
                                  <p:stCondLst>
                                    <p:cond delay="0"/>
                                  </p:stCondLst>
                                  <p:childTnLst>
                                    <p:set>
                                      <p:cBhvr>
                                        <p:cTn id="22" dur="1" fill="hold">
                                          <p:stCondLst>
                                            <p:cond delay="0"/>
                                          </p:stCondLst>
                                        </p:cTn>
                                        <p:tgtEl>
                                          <p:spTgt spid="18">
                                            <p:txEl>
                                              <p:pRg st="3" end="3"/>
                                            </p:txEl>
                                          </p:spTgt>
                                        </p:tgtEl>
                                        <p:attrNameLst>
                                          <p:attrName>style.visibility</p:attrName>
                                        </p:attrNameLst>
                                      </p:cBhvr>
                                      <p:to>
                                        <p:strVal val="visible"/>
                                      </p:to>
                                    </p:set>
                                    <p:anim calcmode="lin" valueType="num">
                                      <p:cBhvr additive="base">
                                        <p:cTn id="23" dur="500" fill="hold"/>
                                        <p:tgtEl>
                                          <p:spTgt spid="18">
                                            <p:txEl>
                                              <p:pRg st="3" end="3"/>
                                            </p:txEl>
                                          </p:spTgt>
                                        </p:tgtEl>
                                        <p:attrNameLst>
                                          <p:attrName>ppt_x</p:attrName>
                                        </p:attrNameLst>
                                      </p:cBhvr>
                                      <p:tavLst>
                                        <p:tav tm="0">
                                          <p:val>
                                            <p:strVal val="#ppt_x"/>
                                          </p:val>
                                        </p:tav>
                                        <p:tav tm="100000">
                                          <p:val>
                                            <p:strVal val="#ppt_x"/>
                                          </p:val>
                                        </p:tav>
                                      </p:tavLst>
                                    </p:anim>
                                    <p:anim calcmode="lin" valueType="num">
                                      <p:cBhvr additive="base">
                                        <p:cTn id="24" dur="500" fill="hold"/>
                                        <p:tgtEl>
                                          <p:spTgt spid="18">
                                            <p:txEl>
                                              <p:pRg st="3" end="3"/>
                                            </p:txEl>
                                          </p:spTgt>
                                        </p:tgtEl>
                                        <p:attrNameLst>
                                          <p:attrName>ppt_y</p:attrName>
                                        </p:attrNameLst>
                                      </p:cBhvr>
                                      <p:tavLst>
                                        <p:tav tm="0">
                                          <p:val>
                                            <p:strVal val="1+#ppt_h/2"/>
                                          </p:val>
                                        </p:tav>
                                        <p:tav tm="100000">
                                          <p:val>
                                            <p:strVal val="#ppt_y"/>
                                          </p:val>
                                        </p:tav>
                                      </p:tavLst>
                                    </p:anim>
                                  </p:childTnLst>
                                </p:cTn>
                              </p:par>
                              <p:par>
                                <p:cTn id="25" presetID="2" presetClass="entr" presetSubtype="4" fill="hold" grpId="0" nodeType="withEffect">
                                  <p:stCondLst>
                                    <p:cond delay="0"/>
                                  </p:stCondLst>
                                  <p:childTnLst>
                                    <p:set>
                                      <p:cBhvr>
                                        <p:cTn id="26" dur="1" fill="hold">
                                          <p:stCondLst>
                                            <p:cond delay="0"/>
                                          </p:stCondLst>
                                        </p:cTn>
                                        <p:tgtEl>
                                          <p:spTgt spid="18">
                                            <p:txEl>
                                              <p:pRg st="4" end="4"/>
                                            </p:txEl>
                                          </p:spTgt>
                                        </p:tgtEl>
                                        <p:attrNameLst>
                                          <p:attrName>style.visibility</p:attrName>
                                        </p:attrNameLst>
                                      </p:cBhvr>
                                      <p:to>
                                        <p:strVal val="visible"/>
                                      </p:to>
                                    </p:set>
                                    <p:anim calcmode="lin" valueType="num">
                                      <p:cBhvr additive="base">
                                        <p:cTn id="27" dur="500" fill="hold"/>
                                        <p:tgtEl>
                                          <p:spTgt spid="18">
                                            <p:txEl>
                                              <p:pRg st="4" end="4"/>
                                            </p:txEl>
                                          </p:spTgt>
                                        </p:tgtEl>
                                        <p:attrNameLst>
                                          <p:attrName>ppt_x</p:attrName>
                                        </p:attrNameLst>
                                      </p:cBhvr>
                                      <p:tavLst>
                                        <p:tav tm="0">
                                          <p:val>
                                            <p:strVal val="#ppt_x"/>
                                          </p:val>
                                        </p:tav>
                                        <p:tav tm="100000">
                                          <p:val>
                                            <p:strVal val="#ppt_x"/>
                                          </p:val>
                                        </p:tav>
                                      </p:tavLst>
                                    </p:anim>
                                    <p:anim calcmode="lin" valueType="num">
                                      <p:cBhvr additive="base">
                                        <p:cTn id="28" dur="500" fill="hold"/>
                                        <p:tgtEl>
                                          <p:spTgt spid="18">
                                            <p:txEl>
                                              <p:pRg st="4" end="4"/>
                                            </p:txEl>
                                          </p:spTgt>
                                        </p:tgtEl>
                                        <p:attrNameLst>
                                          <p:attrName>ppt_y</p:attrName>
                                        </p:attrNameLst>
                                      </p:cBhvr>
                                      <p:tavLst>
                                        <p:tav tm="0">
                                          <p:val>
                                            <p:strVal val="1+#ppt_h/2"/>
                                          </p:val>
                                        </p:tav>
                                        <p:tav tm="100000">
                                          <p:val>
                                            <p:strVal val="#ppt_y"/>
                                          </p:val>
                                        </p:tav>
                                      </p:tavLst>
                                    </p:anim>
                                  </p:childTnLst>
                                </p:cTn>
                              </p:par>
                              <p:par>
                                <p:cTn id="29" presetID="2" presetClass="entr" presetSubtype="4" fill="hold" grpId="0" nodeType="withEffect">
                                  <p:stCondLst>
                                    <p:cond delay="0"/>
                                  </p:stCondLst>
                                  <p:childTnLst>
                                    <p:set>
                                      <p:cBhvr>
                                        <p:cTn id="30" dur="1" fill="hold">
                                          <p:stCondLst>
                                            <p:cond delay="0"/>
                                          </p:stCondLst>
                                        </p:cTn>
                                        <p:tgtEl>
                                          <p:spTgt spid="18">
                                            <p:txEl>
                                              <p:pRg st="5" end="5"/>
                                            </p:txEl>
                                          </p:spTgt>
                                        </p:tgtEl>
                                        <p:attrNameLst>
                                          <p:attrName>style.visibility</p:attrName>
                                        </p:attrNameLst>
                                      </p:cBhvr>
                                      <p:to>
                                        <p:strVal val="visible"/>
                                      </p:to>
                                    </p:set>
                                    <p:anim calcmode="lin" valueType="num">
                                      <p:cBhvr additive="base">
                                        <p:cTn id="31" dur="500" fill="hold"/>
                                        <p:tgtEl>
                                          <p:spTgt spid="18">
                                            <p:txEl>
                                              <p:pRg st="5" end="5"/>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18">
                                            <p:txEl>
                                              <p:pRg st="5" end="5"/>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uiExpand="1" build="allAtOnce"/>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AC5086-36BF-5A97-B81F-4421FEAF9CC4}"/>
            </a:ext>
          </a:extLst>
        </p:cNvPr>
        <p:cNvGrpSpPr/>
        <p:nvPr/>
      </p:nvGrpSpPr>
      <p:grpSpPr>
        <a:xfrm>
          <a:off x="0" y="0"/>
          <a:ext cx="0" cy="0"/>
          <a:chOff x="0" y="0"/>
          <a:chExt cx="0" cy="0"/>
        </a:xfrm>
      </p:grpSpPr>
      <p:sp>
        <p:nvSpPr>
          <p:cNvPr id="45" name="Rectangle 44">
            <a:extLst>
              <a:ext uri="{FF2B5EF4-FFF2-40B4-BE49-F238E27FC236}">
                <a16:creationId xmlns:a16="http://schemas.microsoft.com/office/drawing/2014/main" id="{2F913D05-46C0-7966-B0C7-EE569A1A9798}"/>
              </a:ext>
            </a:extLst>
          </p:cNvPr>
          <p:cNvSpPr/>
          <p:nvPr/>
        </p:nvSpPr>
        <p:spPr>
          <a:xfrm>
            <a:off x="3810000" y="1188000"/>
            <a:ext cx="14478000" cy="1204805"/>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6" name="Rectangle: Rounded Corners 45">
            <a:extLst>
              <a:ext uri="{FF2B5EF4-FFF2-40B4-BE49-F238E27FC236}">
                <a16:creationId xmlns:a16="http://schemas.microsoft.com/office/drawing/2014/main" id="{E1D9BA36-A75F-CA1A-9639-FDBA4912A952}"/>
              </a:ext>
            </a:extLst>
          </p:cNvPr>
          <p:cNvSpPr/>
          <p:nvPr/>
        </p:nvSpPr>
        <p:spPr>
          <a:xfrm>
            <a:off x="3858223" y="1275813"/>
            <a:ext cx="12192000" cy="1020412"/>
          </a:xfrm>
          <a:prstGeom prst="roundRect">
            <a:avLst/>
          </a:prstGeom>
          <a:solidFill>
            <a:srgbClr val="288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4" name="Rectangle 43">
            <a:extLst>
              <a:ext uri="{FF2B5EF4-FFF2-40B4-BE49-F238E27FC236}">
                <a16:creationId xmlns:a16="http://schemas.microsoft.com/office/drawing/2014/main" id="{2088C2C2-06A8-C2EC-1351-B93E037053C1}"/>
              </a:ext>
            </a:extLst>
          </p:cNvPr>
          <p:cNvSpPr/>
          <p:nvPr/>
        </p:nvSpPr>
        <p:spPr>
          <a:xfrm>
            <a:off x="0" y="2400300"/>
            <a:ext cx="3810000" cy="78867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7" name="TextBox 10">
            <a:extLst>
              <a:ext uri="{FF2B5EF4-FFF2-40B4-BE49-F238E27FC236}">
                <a16:creationId xmlns:a16="http://schemas.microsoft.com/office/drawing/2014/main" id="{D2221980-C5DC-1001-7E44-BDAE28EE52F6}"/>
              </a:ext>
            </a:extLst>
          </p:cNvPr>
          <p:cNvSpPr txBox="1"/>
          <p:nvPr/>
        </p:nvSpPr>
        <p:spPr>
          <a:xfrm>
            <a:off x="4572000" y="475436"/>
            <a:ext cx="13549652" cy="1450397"/>
          </a:xfrm>
          <a:prstGeom prst="rect">
            <a:avLst/>
          </a:prstGeom>
        </p:spPr>
        <p:txBody>
          <a:bodyPr wrap="square" lIns="0" tIns="0" rIns="0" bIns="0" rtlCol="0" anchor="t">
            <a:spAutoFit/>
          </a:bodyPr>
          <a:lstStyle/>
          <a:p>
            <a:pPr>
              <a:lnSpc>
                <a:spcPct val="130000"/>
              </a:lnSpc>
              <a:spcBef>
                <a:spcPts val="600"/>
              </a:spcBef>
              <a:spcAft>
                <a:spcPts val="600"/>
              </a:spcAft>
            </a:pPr>
            <a:endParaRPr lang="en-US" sz="3600">
              <a:effectLst/>
              <a:latin typeface="Times New Roman" panose="02020603050405020304" pitchFamily="18" charset="0"/>
              <a:ea typeface="Times New Roman" panose="02020603050405020304" pitchFamily="18" charset="0"/>
            </a:endParaRPr>
          </a:p>
          <a:p>
            <a:pPr indent="0">
              <a:lnSpc>
                <a:spcPct val="130000"/>
              </a:lnSpc>
              <a:spcBef>
                <a:spcPts val="600"/>
              </a:spcBef>
              <a:spcAft>
                <a:spcPts val="600"/>
              </a:spcAft>
              <a:buNone/>
            </a:pPr>
            <a:endParaRPr lang="en-US" sz="3200" b="0" i="0">
              <a:solidFill>
                <a:schemeClr val="tx1"/>
              </a:solidFill>
              <a:effectLst/>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B4639F6E-93A9-1F42-B6B1-7719B219D72D}"/>
              </a:ext>
            </a:extLst>
          </p:cNvPr>
          <p:cNvSpPr txBox="1"/>
          <p:nvPr/>
        </p:nvSpPr>
        <p:spPr>
          <a:xfrm>
            <a:off x="685800" y="5466487"/>
            <a:ext cx="3028950" cy="1754326"/>
          </a:xfrm>
          <a:prstGeom prst="rect">
            <a:avLst/>
          </a:prstGeom>
          <a:noFill/>
        </p:spPr>
        <p:txBody>
          <a:bodyPr wrap="square" rtlCol="0">
            <a:spAutoFit/>
          </a:bodyPr>
          <a:lstStyle/>
          <a:p>
            <a:r>
              <a:rPr lang="en-US" sz="3600">
                <a:latin typeface="Times New Roman" panose="02020603050405020304" pitchFamily="18" charset="0"/>
                <a:cs typeface="Times New Roman" panose="02020603050405020304" pitchFamily="18" charset="0"/>
              </a:rPr>
              <a:t>Tính thời sự, tầm quan trọng của đề tài</a:t>
            </a:r>
          </a:p>
        </p:txBody>
      </p:sp>
      <p:sp>
        <p:nvSpPr>
          <p:cNvPr id="18" name="TextBox 17">
            <a:extLst>
              <a:ext uri="{FF2B5EF4-FFF2-40B4-BE49-F238E27FC236}">
                <a16:creationId xmlns:a16="http://schemas.microsoft.com/office/drawing/2014/main" id="{BF6C44E7-26E3-9E50-2A00-92755336CC5C}"/>
              </a:ext>
            </a:extLst>
          </p:cNvPr>
          <p:cNvSpPr txBox="1"/>
          <p:nvPr/>
        </p:nvSpPr>
        <p:spPr>
          <a:xfrm>
            <a:off x="3810000" y="2392805"/>
            <a:ext cx="14249400" cy="7971413"/>
          </a:xfrm>
          <a:prstGeom prst="rect">
            <a:avLst/>
          </a:prstGeom>
          <a:noFill/>
        </p:spPr>
        <p:txBody>
          <a:bodyPr wrap="square" rtlCol="0">
            <a:spAutoFit/>
          </a:bodyPr>
          <a:lstStyle/>
          <a:p>
            <a:r>
              <a:rPr lang="en-US" sz="3200" dirty="0">
                <a:latin typeface="+mj-lt"/>
              </a:rPr>
              <a:t>	</a:t>
            </a:r>
            <a:r>
              <a:rPr lang="vi-VN" sz="3200" dirty="0">
                <a:latin typeface="+mj-lt"/>
              </a:rPr>
              <a:t>Hiện nay, cùng với sự phát triển của xu hướng nuôi thú cưng và quá trình chuyển đổi số, nhu cầu quản lý hoạt động tại các phòng khám thú y ngày càng tăng. Tuy nhiên, nhiều phòng khám vẫn sử dụng sổ sách hoặc các công cụ quản lý rời rạc, gây khó khăn trong việc theo dõi lịch khám, hồ sơ bệnh án, nhân sự và thanh toán dịch vụ. Điều này làm giảm hiệu quả vận hành và ảnh hưởng đến trải nghiệm khách hàng.</a:t>
            </a:r>
            <a:endParaRPr lang="en-US" sz="3200" b="1" dirty="0">
              <a:latin typeface="+mj-lt"/>
              <a:cs typeface="Times New Roman" panose="02020603050405020304" pitchFamily="18" charset="0"/>
            </a:endParaRPr>
          </a:p>
          <a:p>
            <a:pPr marL="457200" indent="-457200">
              <a:buFont typeface="Arial" panose="020B0604020202020204" pitchFamily="34" charset="0"/>
              <a:buChar char="•"/>
            </a:pPr>
            <a:r>
              <a:rPr lang="vi-VN" sz="3200" b="1" dirty="0">
                <a:latin typeface="+mj-lt"/>
                <a:cs typeface="Times New Roman" panose="02020603050405020304" pitchFamily="18" charset="0"/>
              </a:rPr>
              <a:t>Nhu cầu cấp thiết:</a:t>
            </a:r>
            <a:r>
              <a:rPr lang="vi-VN" sz="3200" dirty="0">
                <a:latin typeface="+mj-lt"/>
                <a:cs typeface="Times New Roman" panose="02020603050405020304" pitchFamily="18" charset="0"/>
              </a:rPr>
              <a:t> </a:t>
            </a:r>
            <a:r>
              <a:rPr lang="vi-VN" sz="3200" dirty="0">
                <a:latin typeface="+mj-lt"/>
              </a:rPr>
              <a:t>Các phòng khám cần một hệ thống quản lý tập trung, hỗ trợ quản lý khách hàng, thú cưng, lịch khám và dịch vụ một cách chính xác, hiệu quả.</a:t>
            </a:r>
            <a:endParaRPr lang="en-US" sz="3200" dirty="0">
              <a:latin typeface="+mj-lt"/>
            </a:endParaRPr>
          </a:p>
          <a:p>
            <a:pPr marL="457200" indent="-457200">
              <a:buFont typeface="Arial" panose="020B0604020202020204" pitchFamily="34" charset="0"/>
              <a:buChar char="•"/>
            </a:pPr>
            <a:r>
              <a:rPr lang="vi-VN" sz="3200" b="1" dirty="0">
                <a:latin typeface="+mj-lt"/>
                <a:cs typeface="Times New Roman" panose="02020603050405020304" pitchFamily="18" charset="0"/>
              </a:rPr>
              <a:t>Giải pháp tối ưu:</a:t>
            </a:r>
            <a:r>
              <a:rPr lang="vi-VN" sz="3200" dirty="0">
                <a:latin typeface="+mj-lt"/>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Xây</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dựng</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ứng</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dụng</a:t>
            </a:r>
            <a:r>
              <a:rPr lang="en-US" sz="3200" dirty="0">
                <a:latin typeface="Times New Roman" panose="02020603050405020304" pitchFamily="18" charset="0"/>
                <a:cs typeface="Times New Roman" panose="02020603050405020304" pitchFamily="18" charset="0"/>
              </a:rPr>
              <a:t> web </a:t>
            </a:r>
            <a:r>
              <a:rPr lang="en-US" sz="3200" dirty="0" err="1">
                <a:latin typeface="Times New Roman" panose="02020603050405020304" pitchFamily="18" charset="0"/>
                <a:cs typeface="Times New Roman" panose="02020603050405020304" pitchFamily="18" charset="0"/>
              </a:rPr>
              <a:t>quản</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lý</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phòng</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khám</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thú</a:t>
            </a:r>
            <a:r>
              <a:rPr lang="en-US" sz="3200" dirty="0">
                <a:latin typeface="Times New Roman" panose="02020603050405020304" pitchFamily="18" charset="0"/>
                <a:cs typeface="Times New Roman" panose="02020603050405020304" pitchFamily="18" charset="0"/>
              </a:rPr>
              <a:t> y </a:t>
            </a:r>
            <a:r>
              <a:rPr lang="en-US" sz="3200" dirty="0" err="1">
                <a:latin typeface="Times New Roman" panose="02020603050405020304" pitchFamily="18" charset="0"/>
                <a:cs typeface="Times New Roman" panose="02020603050405020304" pitchFamily="18" charset="0"/>
              </a:rPr>
              <a:t>giúp</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số</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hóa</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quy</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trình</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đặt</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lịch</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khám</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chữa</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bệnh</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thanh</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toán</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và</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quản</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lý</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nhân</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sự</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trên</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một</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nền</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tảng</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thống</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nhất</a:t>
            </a:r>
            <a:r>
              <a:rPr lang="en-US" sz="3200" dirty="0">
                <a:latin typeface="Times New Roman" panose="02020603050405020304" pitchFamily="18" charset="0"/>
                <a:cs typeface="Times New Roman" panose="02020603050405020304" pitchFamily="18" charset="0"/>
              </a:rPr>
              <a:t>.</a:t>
            </a:r>
          </a:p>
          <a:p>
            <a:pPr marL="457200" indent="-457200">
              <a:buFont typeface="Arial" panose="020B0604020202020204" pitchFamily="34" charset="0"/>
              <a:buChar char="•"/>
            </a:pPr>
            <a:r>
              <a:rPr lang="vi-VN" sz="3200" b="1" dirty="0">
                <a:latin typeface="+mj-lt"/>
                <a:cs typeface="Times New Roman" panose="02020603050405020304" pitchFamily="18" charset="0"/>
              </a:rPr>
              <a:t>Lợi ích đa chiều:</a:t>
            </a:r>
            <a:r>
              <a:rPr lang="vi-VN" sz="3200" dirty="0">
                <a:latin typeface="+mj-lt"/>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Hệ</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thống</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giúp</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giảm</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sai</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sót</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trong</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quản</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lý</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tiết</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kiệm</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thời</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gian</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xử</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lý</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nghiệp</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vụ</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nâng</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cao</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hiệu</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suất</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làm</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việc</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của</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bác</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sĩ</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và</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nhân</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viên</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lễ</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tân</a:t>
            </a:r>
            <a:r>
              <a:rPr lang="en-US" sz="3200" dirty="0">
                <a:latin typeface="Times New Roman" panose="02020603050405020304" pitchFamily="18" charset="0"/>
                <a:cs typeface="Times New Roman" panose="02020603050405020304" pitchFamily="18" charset="0"/>
              </a:rPr>
              <a:t>.</a:t>
            </a:r>
          </a:p>
          <a:p>
            <a:pPr marL="457200" indent="-457200">
              <a:buFont typeface="Arial" panose="020B0604020202020204" pitchFamily="34" charset="0"/>
              <a:buChar char="•"/>
            </a:pPr>
            <a:r>
              <a:rPr lang="vi-VN" sz="3200" b="1" dirty="0">
                <a:latin typeface="+mj-lt"/>
                <a:cs typeface="Times New Roman" panose="02020603050405020304" pitchFamily="18" charset="0"/>
              </a:rPr>
              <a:t>Tầm quan trọng đặc biệt:</a:t>
            </a:r>
            <a:r>
              <a:rPr lang="vi-VN" sz="3200" dirty="0">
                <a:latin typeface="+mj-lt"/>
                <a:cs typeface="Times New Roman" panose="02020603050405020304" pitchFamily="18" charset="0"/>
              </a:rPr>
              <a:t> </a:t>
            </a:r>
            <a:r>
              <a:rPr lang="vi-VN" sz="3200" dirty="0">
                <a:latin typeface="+mj-lt"/>
              </a:rPr>
              <a:t>Đề tài góp phần thúc đẩy chuyển đổi số trong lĩnh vực thú y, nâng cao chất lượng dịch vụ và mang lại trải nghiệm thuận tiện hơn cho khách hàng khi sử dụng dịch vụ khám chữa bệnh cho thú cưng.</a:t>
            </a:r>
            <a:endParaRPr lang="vi-VN" sz="3200" dirty="0">
              <a:latin typeface="+mj-lt"/>
              <a:cs typeface="Times New Roman" panose="02020603050405020304" pitchFamily="18" charset="0"/>
            </a:endParaRPr>
          </a:p>
        </p:txBody>
      </p:sp>
      <p:grpSp>
        <p:nvGrpSpPr>
          <p:cNvPr id="47" name="Group 46">
            <a:extLst>
              <a:ext uri="{FF2B5EF4-FFF2-40B4-BE49-F238E27FC236}">
                <a16:creationId xmlns:a16="http://schemas.microsoft.com/office/drawing/2014/main" id="{61DD330F-A2D7-E113-DEE1-83F9C77BCEB5}"/>
              </a:ext>
            </a:extLst>
          </p:cNvPr>
          <p:cNvGrpSpPr/>
          <p:nvPr/>
        </p:nvGrpSpPr>
        <p:grpSpPr>
          <a:xfrm>
            <a:off x="0" y="0"/>
            <a:ext cx="18360000" cy="1188944"/>
            <a:chOff x="0" y="0"/>
            <a:chExt cx="18360000" cy="1188944"/>
          </a:xfrm>
        </p:grpSpPr>
        <p:sp>
          <p:nvSpPr>
            <p:cNvPr id="48" name="Rectangle 47">
              <a:extLst>
                <a:ext uri="{FF2B5EF4-FFF2-40B4-BE49-F238E27FC236}">
                  <a16:creationId xmlns:a16="http://schemas.microsoft.com/office/drawing/2014/main" id="{A471ACD7-55EE-4E05-6F4F-2E0513910562}"/>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9" name="Rectangle 48">
              <a:extLst>
                <a:ext uri="{FF2B5EF4-FFF2-40B4-BE49-F238E27FC236}">
                  <a16:creationId xmlns:a16="http://schemas.microsoft.com/office/drawing/2014/main" id="{0074EE17-D317-0367-796A-771265C35CD5}"/>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0" name="Rectangle 49">
              <a:extLst>
                <a:ext uri="{FF2B5EF4-FFF2-40B4-BE49-F238E27FC236}">
                  <a16:creationId xmlns:a16="http://schemas.microsoft.com/office/drawing/2014/main" id="{21299B38-35D5-42C5-71A8-E11FB97B325D}"/>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1" name="Rectangle 50">
              <a:extLst>
                <a:ext uri="{FF2B5EF4-FFF2-40B4-BE49-F238E27FC236}">
                  <a16:creationId xmlns:a16="http://schemas.microsoft.com/office/drawing/2014/main" id="{B8DC85D9-E4A7-6A9D-F79B-225512616AB9}"/>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52" name="Oval 51">
            <a:extLst>
              <a:ext uri="{FF2B5EF4-FFF2-40B4-BE49-F238E27FC236}">
                <a16:creationId xmlns:a16="http://schemas.microsoft.com/office/drawing/2014/main" id="{FDA06AE3-E3DB-2815-5FBA-22837F2EDB11}"/>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53" name="TextBox 52">
            <a:extLst>
              <a:ext uri="{FF2B5EF4-FFF2-40B4-BE49-F238E27FC236}">
                <a16:creationId xmlns:a16="http://schemas.microsoft.com/office/drawing/2014/main" id="{995A0681-0D0A-5157-539E-342FA6514DB1}"/>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54" name="Picture 53">
            <a:extLst>
              <a:ext uri="{FF2B5EF4-FFF2-40B4-BE49-F238E27FC236}">
                <a16:creationId xmlns:a16="http://schemas.microsoft.com/office/drawing/2014/main" id="{16161350-E260-3AA4-A4A6-DA033D58B819}"/>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sp>
        <p:nvSpPr>
          <p:cNvPr id="2" name="TextBox 1">
            <a:extLst>
              <a:ext uri="{FF2B5EF4-FFF2-40B4-BE49-F238E27FC236}">
                <a16:creationId xmlns:a16="http://schemas.microsoft.com/office/drawing/2014/main" id="{DD709350-2E18-D3A4-B48A-6E0D1AC455C6}"/>
              </a:ext>
            </a:extLst>
          </p:cNvPr>
          <p:cNvSpPr txBox="1"/>
          <p:nvPr/>
        </p:nvSpPr>
        <p:spPr>
          <a:xfrm>
            <a:off x="3858222" y="1463633"/>
            <a:ext cx="11534177" cy="646331"/>
          </a:xfrm>
          <a:prstGeom prst="rect">
            <a:avLst/>
          </a:prstGeom>
          <a:noFill/>
        </p:spPr>
        <p:txBody>
          <a:bodyPr wrap="square" rtlCol="0">
            <a:spAutoFit/>
          </a:bodyPr>
          <a:lstStyle/>
          <a:p>
            <a:r>
              <a:rPr lang="en-US" sz="3600">
                <a:solidFill>
                  <a:schemeClr val="bg1"/>
                </a:solidFill>
                <a:latin typeface="Times New Roman" panose="02020603050405020304" pitchFamily="18" charset="0"/>
                <a:cs typeface="Times New Roman" panose="02020603050405020304" pitchFamily="18" charset="0"/>
              </a:rPr>
              <a:t>2. TÌNH HÌNH NGHIÊN CỨU TRONG VÀ NGOÀI NƯỚC</a:t>
            </a:r>
            <a:endParaRPr lang="en-US" sz="3600" dirty="0">
              <a:solidFill>
                <a:schemeClr val="bg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40509344"/>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1"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0-#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18">
                                            <p:txEl>
                                              <p:pRg st="0" end="0"/>
                                            </p:txEl>
                                          </p:spTgt>
                                        </p:tgtEl>
                                        <p:attrNameLst>
                                          <p:attrName>style.visibility</p:attrName>
                                        </p:attrNameLst>
                                      </p:cBhvr>
                                      <p:to>
                                        <p:strVal val="visible"/>
                                      </p:to>
                                    </p:set>
                                    <p:anim calcmode="lin" valueType="num">
                                      <p:cBhvr additive="base">
                                        <p:cTn id="11" dur="500" fill="hold"/>
                                        <p:tgtEl>
                                          <p:spTgt spid="18">
                                            <p:txEl>
                                              <p:pRg st="0" end="0"/>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18">
                                            <p:txEl>
                                              <p:pRg st="0" end="0"/>
                                            </p:txEl>
                                          </p:spTgt>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0"/>
                                  </p:stCondLst>
                                  <p:childTnLst>
                                    <p:set>
                                      <p:cBhvr>
                                        <p:cTn id="14" dur="1" fill="hold">
                                          <p:stCondLst>
                                            <p:cond delay="0"/>
                                          </p:stCondLst>
                                        </p:cTn>
                                        <p:tgtEl>
                                          <p:spTgt spid="18">
                                            <p:txEl>
                                              <p:pRg st="1" end="1"/>
                                            </p:txEl>
                                          </p:spTgt>
                                        </p:tgtEl>
                                        <p:attrNameLst>
                                          <p:attrName>style.visibility</p:attrName>
                                        </p:attrNameLst>
                                      </p:cBhvr>
                                      <p:to>
                                        <p:strVal val="visible"/>
                                      </p:to>
                                    </p:set>
                                    <p:anim calcmode="lin" valueType="num">
                                      <p:cBhvr additive="base">
                                        <p:cTn id="15" dur="500" fill="hold"/>
                                        <p:tgtEl>
                                          <p:spTgt spid="18">
                                            <p:txEl>
                                              <p:pRg st="1" end="1"/>
                                            </p:txEl>
                                          </p:spTgt>
                                        </p:tgtEl>
                                        <p:attrNameLst>
                                          <p:attrName>ppt_x</p:attrName>
                                        </p:attrNameLst>
                                      </p:cBhvr>
                                      <p:tavLst>
                                        <p:tav tm="0">
                                          <p:val>
                                            <p:strVal val="#ppt_x"/>
                                          </p:val>
                                        </p:tav>
                                        <p:tav tm="100000">
                                          <p:val>
                                            <p:strVal val="#ppt_x"/>
                                          </p:val>
                                        </p:tav>
                                      </p:tavLst>
                                    </p:anim>
                                    <p:anim calcmode="lin" valueType="num">
                                      <p:cBhvr additive="base">
                                        <p:cTn id="16" dur="500" fill="hold"/>
                                        <p:tgtEl>
                                          <p:spTgt spid="18">
                                            <p:txEl>
                                              <p:pRg st="1" end="1"/>
                                            </p:txEl>
                                          </p:spTgt>
                                        </p:tgtEl>
                                        <p:attrNameLst>
                                          <p:attrName>ppt_y</p:attrName>
                                        </p:attrNameLst>
                                      </p:cBhvr>
                                      <p:tavLst>
                                        <p:tav tm="0">
                                          <p:val>
                                            <p:strVal val="1+#ppt_h/2"/>
                                          </p:val>
                                        </p:tav>
                                        <p:tav tm="100000">
                                          <p:val>
                                            <p:strVal val="#ppt_y"/>
                                          </p:val>
                                        </p:tav>
                                      </p:tavLst>
                                    </p:anim>
                                  </p:childTnLst>
                                </p:cTn>
                              </p:par>
                              <p:par>
                                <p:cTn id="17" presetID="2" presetClass="entr" presetSubtype="4" fill="hold" grpId="0" nodeType="withEffect">
                                  <p:stCondLst>
                                    <p:cond delay="0"/>
                                  </p:stCondLst>
                                  <p:childTnLst>
                                    <p:set>
                                      <p:cBhvr>
                                        <p:cTn id="18" dur="1" fill="hold">
                                          <p:stCondLst>
                                            <p:cond delay="0"/>
                                          </p:stCondLst>
                                        </p:cTn>
                                        <p:tgtEl>
                                          <p:spTgt spid="18">
                                            <p:txEl>
                                              <p:pRg st="2" end="2"/>
                                            </p:txEl>
                                          </p:spTgt>
                                        </p:tgtEl>
                                        <p:attrNameLst>
                                          <p:attrName>style.visibility</p:attrName>
                                        </p:attrNameLst>
                                      </p:cBhvr>
                                      <p:to>
                                        <p:strVal val="visible"/>
                                      </p:to>
                                    </p:set>
                                    <p:anim calcmode="lin" valueType="num">
                                      <p:cBhvr additive="base">
                                        <p:cTn id="19" dur="500" fill="hold"/>
                                        <p:tgtEl>
                                          <p:spTgt spid="18">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18">
                                            <p:txEl>
                                              <p:pRg st="2" end="2"/>
                                            </p:txEl>
                                          </p:spTgt>
                                        </p:tgtEl>
                                        <p:attrNameLst>
                                          <p:attrName>ppt_y</p:attrName>
                                        </p:attrNameLst>
                                      </p:cBhvr>
                                      <p:tavLst>
                                        <p:tav tm="0">
                                          <p:val>
                                            <p:strVal val="1+#ppt_h/2"/>
                                          </p:val>
                                        </p:tav>
                                        <p:tav tm="100000">
                                          <p:val>
                                            <p:strVal val="#ppt_y"/>
                                          </p:val>
                                        </p:tav>
                                      </p:tavLst>
                                    </p:anim>
                                  </p:childTnLst>
                                </p:cTn>
                              </p:par>
                              <p:par>
                                <p:cTn id="21" presetID="2" presetClass="entr" presetSubtype="4" fill="hold" grpId="0" nodeType="withEffect">
                                  <p:stCondLst>
                                    <p:cond delay="0"/>
                                  </p:stCondLst>
                                  <p:childTnLst>
                                    <p:set>
                                      <p:cBhvr>
                                        <p:cTn id="22" dur="1" fill="hold">
                                          <p:stCondLst>
                                            <p:cond delay="0"/>
                                          </p:stCondLst>
                                        </p:cTn>
                                        <p:tgtEl>
                                          <p:spTgt spid="18">
                                            <p:txEl>
                                              <p:pRg st="3" end="3"/>
                                            </p:txEl>
                                          </p:spTgt>
                                        </p:tgtEl>
                                        <p:attrNameLst>
                                          <p:attrName>style.visibility</p:attrName>
                                        </p:attrNameLst>
                                      </p:cBhvr>
                                      <p:to>
                                        <p:strVal val="visible"/>
                                      </p:to>
                                    </p:set>
                                    <p:anim calcmode="lin" valueType="num">
                                      <p:cBhvr additive="base">
                                        <p:cTn id="23" dur="500" fill="hold"/>
                                        <p:tgtEl>
                                          <p:spTgt spid="18">
                                            <p:txEl>
                                              <p:pRg st="3" end="3"/>
                                            </p:txEl>
                                          </p:spTgt>
                                        </p:tgtEl>
                                        <p:attrNameLst>
                                          <p:attrName>ppt_x</p:attrName>
                                        </p:attrNameLst>
                                      </p:cBhvr>
                                      <p:tavLst>
                                        <p:tav tm="0">
                                          <p:val>
                                            <p:strVal val="#ppt_x"/>
                                          </p:val>
                                        </p:tav>
                                        <p:tav tm="100000">
                                          <p:val>
                                            <p:strVal val="#ppt_x"/>
                                          </p:val>
                                        </p:tav>
                                      </p:tavLst>
                                    </p:anim>
                                    <p:anim calcmode="lin" valueType="num">
                                      <p:cBhvr additive="base">
                                        <p:cTn id="24" dur="500" fill="hold"/>
                                        <p:tgtEl>
                                          <p:spTgt spid="18">
                                            <p:txEl>
                                              <p:pRg st="3" end="3"/>
                                            </p:txEl>
                                          </p:spTgt>
                                        </p:tgtEl>
                                        <p:attrNameLst>
                                          <p:attrName>ppt_y</p:attrName>
                                        </p:attrNameLst>
                                      </p:cBhvr>
                                      <p:tavLst>
                                        <p:tav tm="0">
                                          <p:val>
                                            <p:strVal val="1+#ppt_h/2"/>
                                          </p:val>
                                        </p:tav>
                                        <p:tav tm="100000">
                                          <p:val>
                                            <p:strVal val="#ppt_y"/>
                                          </p:val>
                                        </p:tav>
                                      </p:tavLst>
                                    </p:anim>
                                  </p:childTnLst>
                                </p:cTn>
                              </p:par>
                              <p:par>
                                <p:cTn id="25" presetID="2" presetClass="entr" presetSubtype="4" fill="hold" grpId="0" nodeType="withEffect">
                                  <p:stCondLst>
                                    <p:cond delay="0"/>
                                  </p:stCondLst>
                                  <p:childTnLst>
                                    <p:set>
                                      <p:cBhvr>
                                        <p:cTn id="26" dur="1" fill="hold">
                                          <p:stCondLst>
                                            <p:cond delay="0"/>
                                          </p:stCondLst>
                                        </p:cTn>
                                        <p:tgtEl>
                                          <p:spTgt spid="18">
                                            <p:txEl>
                                              <p:pRg st="4" end="4"/>
                                            </p:txEl>
                                          </p:spTgt>
                                        </p:tgtEl>
                                        <p:attrNameLst>
                                          <p:attrName>style.visibility</p:attrName>
                                        </p:attrNameLst>
                                      </p:cBhvr>
                                      <p:to>
                                        <p:strVal val="visible"/>
                                      </p:to>
                                    </p:set>
                                    <p:anim calcmode="lin" valueType="num">
                                      <p:cBhvr additive="base">
                                        <p:cTn id="27" dur="500" fill="hold"/>
                                        <p:tgtEl>
                                          <p:spTgt spid="18">
                                            <p:txEl>
                                              <p:pRg st="4" end="4"/>
                                            </p:txEl>
                                          </p:spTgt>
                                        </p:tgtEl>
                                        <p:attrNameLst>
                                          <p:attrName>ppt_x</p:attrName>
                                        </p:attrNameLst>
                                      </p:cBhvr>
                                      <p:tavLst>
                                        <p:tav tm="0">
                                          <p:val>
                                            <p:strVal val="#ppt_x"/>
                                          </p:val>
                                        </p:tav>
                                        <p:tav tm="100000">
                                          <p:val>
                                            <p:strVal val="#ppt_x"/>
                                          </p:val>
                                        </p:tav>
                                      </p:tavLst>
                                    </p:anim>
                                    <p:anim calcmode="lin" valueType="num">
                                      <p:cBhvr additive="base">
                                        <p:cTn id="28" dur="500" fill="hold"/>
                                        <p:tgtEl>
                                          <p:spTgt spid="18">
                                            <p:txEl>
                                              <p:pRg st="4" end="4"/>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uiExpand="1" build="allAtOnce"/>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0786BD-D1CE-87D6-70AC-F90E7BF6D5B6}"/>
            </a:ext>
          </a:extLst>
        </p:cNvPr>
        <p:cNvGrpSpPr/>
        <p:nvPr/>
      </p:nvGrpSpPr>
      <p:grpSpPr>
        <a:xfrm>
          <a:off x="0" y="0"/>
          <a:ext cx="0" cy="0"/>
          <a:chOff x="0" y="0"/>
          <a:chExt cx="0" cy="0"/>
        </a:xfrm>
      </p:grpSpPr>
      <p:sp>
        <p:nvSpPr>
          <p:cNvPr id="20" name="Rectangle 19">
            <a:extLst>
              <a:ext uri="{FF2B5EF4-FFF2-40B4-BE49-F238E27FC236}">
                <a16:creationId xmlns:a16="http://schemas.microsoft.com/office/drawing/2014/main" id="{D0E23E6B-ABCB-1735-231D-41CBEFBB6E5C}"/>
              </a:ext>
            </a:extLst>
          </p:cNvPr>
          <p:cNvSpPr/>
          <p:nvPr/>
        </p:nvSpPr>
        <p:spPr>
          <a:xfrm>
            <a:off x="3810000" y="2400300"/>
            <a:ext cx="14478000" cy="7878236"/>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21" name="Rectangle 20">
            <a:extLst>
              <a:ext uri="{FF2B5EF4-FFF2-40B4-BE49-F238E27FC236}">
                <a16:creationId xmlns:a16="http://schemas.microsoft.com/office/drawing/2014/main" id="{9BFFC742-635D-F8C8-D4FD-5277838E3B22}"/>
              </a:ext>
            </a:extLst>
          </p:cNvPr>
          <p:cNvSpPr/>
          <p:nvPr/>
        </p:nvSpPr>
        <p:spPr>
          <a:xfrm>
            <a:off x="0" y="1186334"/>
            <a:ext cx="3810000" cy="1213966"/>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23" name="Rectangle: Rounded Corners 22">
            <a:extLst>
              <a:ext uri="{FF2B5EF4-FFF2-40B4-BE49-F238E27FC236}">
                <a16:creationId xmlns:a16="http://schemas.microsoft.com/office/drawing/2014/main" id="{C18BD4DD-3F63-1B25-A953-067CA959924F}"/>
              </a:ext>
            </a:extLst>
          </p:cNvPr>
          <p:cNvSpPr/>
          <p:nvPr/>
        </p:nvSpPr>
        <p:spPr>
          <a:xfrm>
            <a:off x="3886200" y="3695700"/>
            <a:ext cx="12192000" cy="1020412"/>
          </a:xfrm>
          <a:prstGeom prst="roundRect">
            <a:avLst/>
          </a:prstGeom>
          <a:solidFill>
            <a:srgbClr val="288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24" name="TextBox 23">
            <a:extLst>
              <a:ext uri="{FF2B5EF4-FFF2-40B4-BE49-F238E27FC236}">
                <a16:creationId xmlns:a16="http://schemas.microsoft.com/office/drawing/2014/main" id="{B87350F7-191E-980E-9E34-466ED73741C5}"/>
              </a:ext>
            </a:extLst>
          </p:cNvPr>
          <p:cNvSpPr txBox="1"/>
          <p:nvPr/>
        </p:nvSpPr>
        <p:spPr>
          <a:xfrm>
            <a:off x="288004" y="1325218"/>
            <a:ext cx="3217196"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NỘI DUNG</a:t>
            </a:r>
          </a:p>
        </p:txBody>
      </p:sp>
      <p:sp>
        <p:nvSpPr>
          <p:cNvPr id="26" name="TextBox 25">
            <a:extLst>
              <a:ext uri="{FF2B5EF4-FFF2-40B4-BE49-F238E27FC236}">
                <a16:creationId xmlns:a16="http://schemas.microsoft.com/office/drawing/2014/main" id="{578EF325-F90B-0F6B-7D21-B54BBC83422A}"/>
              </a:ext>
            </a:extLst>
          </p:cNvPr>
          <p:cNvSpPr txBox="1"/>
          <p:nvPr/>
        </p:nvSpPr>
        <p:spPr>
          <a:xfrm>
            <a:off x="3810000" y="2412254"/>
            <a:ext cx="11734800" cy="5603930"/>
          </a:xfrm>
          <a:prstGeom prst="rect">
            <a:avLst/>
          </a:prstGeom>
          <a:noFill/>
          <a:ln>
            <a:noFill/>
          </a:ln>
        </p:spPr>
        <p:txBody>
          <a:bodyPr wrap="square" rtlCol="0">
            <a:spAutoFit/>
          </a:bodyPr>
          <a:lstStyle/>
          <a:p>
            <a:pPr marL="742950" indent="-742950">
              <a:lnSpc>
                <a:spcPct val="200000"/>
              </a:lnSpc>
              <a:buAutoNum type="arabicPeriod"/>
            </a:pPr>
            <a:r>
              <a:rPr lang="en-US" sz="3600">
                <a:latin typeface="Times New Roman" panose="02020603050405020304" pitchFamily="18" charset="0"/>
                <a:cs typeface="Times New Roman" panose="02020603050405020304" pitchFamily="18" charset="0"/>
              </a:rPr>
              <a:t>MỞ ĐẦU</a:t>
            </a:r>
          </a:p>
          <a:p>
            <a:pPr marL="742950" indent="-742950">
              <a:lnSpc>
                <a:spcPct val="200000"/>
              </a:lnSpc>
              <a:buFontTx/>
              <a:buAutoNum type="arabicPeriod"/>
            </a:pPr>
            <a:r>
              <a:rPr lang="en-US" sz="3600">
                <a:solidFill>
                  <a:schemeClr val="bg1"/>
                </a:solidFill>
                <a:latin typeface="Times New Roman" panose="02020603050405020304" pitchFamily="18" charset="0"/>
                <a:cs typeface="Times New Roman" panose="02020603050405020304" pitchFamily="18" charset="0"/>
              </a:rPr>
              <a:t>TÌNH HÌNH NGHIÊN CỨU TRONG VÀ NGOÀI NƯỚC</a:t>
            </a:r>
          </a:p>
          <a:p>
            <a:pPr marL="742950" indent="-742950">
              <a:lnSpc>
                <a:spcPct val="200000"/>
              </a:lnSpc>
              <a:buFontTx/>
              <a:buAutoNum type="arabicPeriod"/>
            </a:pPr>
            <a:r>
              <a:rPr lang="en-US" sz="3600">
                <a:latin typeface="Times New Roman" panose="02020603050405020304" pitchFamily="18" charset="0"/>
                <a:cs typeface="Times New Roman" panose="02020603050405020304" pitchFamily="18" charset="0"/>
              </a:rPr>
              <a:t>NỘI DUNG VÀ PHƯƠNG PHÁP NGHIÊN CỨU</a:t>
            </a:r>
          </a:p>
          <a:p>
            <a:pPr marL="742950" indent="-742950">
              <a:lnSpc>
                <a:spcPct val="200000"/>
              </a:lnSpc>
              <a:buFontTx/>
              <a:buAutoNum type="arabicPeriod"/>
            </a:pPr>
            <a:r>
              <a:rPr lang="en-US" sz="3600">
                <a:latin typeface="Times New Roman" panose="02020603050405020304" pitchFamily="18" charset="0"/>
                <a:cs typeface="Times New Roman" panose="02020603050405020304" pitchFamily="18" charset="0"/>
              </a:rPr>
              <a:t>KẾT QUẢ VÀ THẢO LUẬN</a:t>
            </a:r>
          </a:p>
          <a:p>
            <a:pPr marL="742950" indent="-742950">
              <a:lnSpc>
                <a:spcPct val="200000"/>
              </a:lnSpc>
              <a:buFontTx/>
              <a:buAutoNum type="arabicPeriod"/>
            </a:pPr>
            <a:r>
              <a:rPr lang="en-US" sz="3600">
                <a:latin typeface="Times New Roman" panose="02020603050405020304" pitchFamily="18" charset="0"/>
                <a:cs typeface="Times New Roman" panose="02020603050405020304" pitchFamily="18" charset="0"/>
              </a:rPr>
              <a:t>KẾT LUẬN VÀ ĐỀ NGHỊ</a:t>
            </a:r>
          </a:p>
        </p:txBody>
      </p:sp>
      <p:grpSp>
        <p:nvGrpSpPr>
          <p:cNvPr id="27" name="Group 26">
            <a:extLst>
              <a:ext uri="{FF2B5EF4-FFF2-40B4-BE49-F238E27FC236}">
                <a16:creationId xmlns:a16="http://schemas.microsoft.com/office/drawing/2014/main" id="{86271971-4009-58C3-7FC1-000BF5918B19}"/>
              </a:ext>
            </a:extLst>
          </p:cNvPr>
          <p:cNvGrpSpPr/>
          <p:nvPr/>
        </p:nvGrpSpPr>
        <p:grpSpPr>
          <a:xfrm>
            <a:off x="0" y="0"/>
            <a:ext cx="18360000" cy="1188944"/>
            <a:chOff x="0" y="0"/>
            <a:chExt cx="18360000" cy="1188944"/>
          </a:xfrm>
        </p:grpSpPr>
        <p:sp>
          <p:nvSpPr>
            <p:cNvPr id="28" name="Rectangle 27">
              <a:extLst>
                <a:ext uri="{FF2B5EF4-FFF2-40B4-BE49-F238E27FC236}">
                  <a16:creationId xmlns:a16="http://schemas.microsoft.com/office/drawing/2014/main" id="{6950440C-8935-7830-037F-328380FC48CA}"/>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29" name="Rectangle 28">
              <a:extLst>
                <a:ext uri="{FF2B5EF4-FFF2-40B4-BE49-F238E27FC236}">
                  <a16:creationId xmlns:a16="http://schemas.microsoft.com/office/drawing/2014/main" id="{BDE2E769-A58D-BFB5-F57A-0002B146B32B}"/>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0" name="Rectangle 29">
              <a:extLst>
                <a:ext uri="{FF2B5EF4-FFF2-40B4-BE49-F238E27FC236}">
                  <a16:creationId xmlns:a16="http://schemas.microsoft.com/office/drawing/2014/main" id="{CA2D238D-BBC1-9279-7539-1E811A314BAF}"/>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1" name="Rectangle 30">
              <a:extLst>
                <a:ext uri="{FF2B5EF4-FFF2-40B4-BE49-F238E27FC236}">
                  <a16:creationId xmlns:a16="http://schemas.microsoft.com/office/drawing/2014/main" id="{A87687C3-2911-2701-2B27-E2BFEB7D23A8}"/>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32" name="Oval 31">
            <a:extLst>
              <a:ext uri="{FF2B5EF4-FFF2-40B4-BE49-F238E27FC236}">
                <a16:creationId xmlns:a16="http://schemas.microsoft.com/office/drawing/2014/main" id="{C3B4C090-8EBF-7D64-F2C6-FFBDB5D6FB79}"/>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33" name="TextBox 32">
            <a:extLst>
              <a:ext uri="{FF2B5EF4-FFF2-40B4-BE49-F238E27FC236}">
                <a16:creationId xmlns:a16="http://schemas.microsoft.com/office/drawing/2014/main" id="{1C7BBF17-9091-7D0E-C780-0B76D2846BF5}"/>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34" name="Picture 33">
            <a:extLst>
              <a:ext uri="{FF2B5EF4-FFF2-40B4-BE49-F238E27FC236}">
                <a16:creationId xmlns:a16="http://schemas.microsoft.com/office/drawing/2014/main" id="{03A1FACD-BA10-BFB9-991C-27A53017A5D7}"/>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spTree>
    <p:extLst>
      <p:ext uri="{BB962C8B-B14F-4D97-AF65-F5344CB8AC3E}">
        <p14:creationId xmlns:p14="http://schemas.microsoft.com/office/powerpoint/2010/main" val="2079514600"/>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806F0E-5AD2-3AC4-07B7-FC412025E2C1}"/>
            </a:ext>
          </a:extLst>
        </p:cNvPr>
        <p:cNvGrpSpPr/>
        <p:nvPr/>
      </p:nvGrpSpPr>
      <p:grpSpPr>
        <a:xfrm>
          <a:off x="0" y="0"/>
          <a:ext cx="0" cy="0"/>
          <a:chOff x="0" y="0"/>
          <a:chExt cx="0" cy="0"/>
        </a:xfrm>
      </p:grpSpPr>
      <p:sp>
        <p:nvSpPr>
          <p:cNvPr id="20" name="Rectangle 19">
            <a:extLst>
              <a:ext uri="{FF2B5EF4-FFF2-40B4-BE49-F238E27FC236}">
                <a16:creationId xmlns:a16="http://schemas.microsoft.com/office/drawing/2014/main" id="{9ABA0280-EADF-88B2-557C-164D7BCCDA34}"/>
              </a:ext>
            </a:extLst>
          </p:cNvPr>
          <p:cNvSpPr/>
          <p:nvPr/>
        </p:nvSpPr>
        <p:spPr>
          <a:xfrm>
            <a:off x="3810000" y="2400300"/>
            <a:ext cx="14478000" cy="7878236"/>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21" name="Rectangle 20">
            <a:extLst>
              <a:ext uri="{FF2B5EF4-FFF2-40B4-BE49-F238E27FC236}">
                <a16:creationId xmlns:a16="http://schemas.microsoft.com/office/drawing/2014/main" id="{54A262F6-C5EF-17D9-4ACD-C9B008A402A2}"/>
              </a:ext>
            </a:extLst>
          </p:cNvPr>
          <p:cNvSpPr/>
          <p:nvPr/>
        </p:nvSpPr>
        <p:spPr>
          <a:xfrm>
            <a:off x="0" y="1186334"/>
            <a:ext cx="3810000" cy="1213966"/>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23" name="Rectangle: Rounded Corners 22">
            <a:extLst>
              <a:ext uri="{FF2B5EF4-FFF2-40B4-BE49-F238E27FC236}">
                <a16:creationId xmlns:a16="http://schemas.microsoft.com/office/drawing/2014/main" id="{E664D5E3-3367-35D4-6804-8D8B20987023}"/>
              </a:ext>
            </a:extLst>
          </p:cNvPr>
          <p:cNvSpPr/>
          <p:nvPr/>
        </p:nvSpPr>
        <p:spPr>
          <a:xfrm>
            <a:off x="3886200" y="4808888"/>
            <a:ext cx="12192000" cy="1020412"/>
          </a:xfrm>
          <a:prstGeom prst="roundRect">
            <a:avLst/>
          </a:prstGeom>
          <a:solidFill>
            <a:srgbClr val="288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24" name="TextBox 23">
            <a:extLst>
              <a:ext uri="{FF2B5EF4-FFF2-40B4-BE49-F238E27FC236}">
                <a16:creationId xmlns:a16="http://schemas.microsoft.com/office/drawing/2014/main" id="{43EADB8F-48E9-EEE4-239E-3AD20948E3BD}"/>
              </a:ext>
            </a:extLst>
          </p:cNvPr>
          <p:cNvSpPr txBox="1"/>
          <p:nvPr/>
        </p:nvSpPr>
        <p:spPr>
          <a:xfrm>
            <a:off x="288004" y="1325218"/>
            <a:ext cx="3217196"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NỘI DUNG</a:t>
            </a:r>
          </a:p>
        </p:txBody>
      </p:sp>
      <p:sp>
        <p:nvSpPr>
          <p:cNvPr id="26" name="TextBox 25">
            <a:extLst>
              <a:ext uri="{FF2B5EF4-FFF2-40B4-BE49-F238E27FC236}">
                <a16:creationId xmlns:a16="http://schemas.microsoft.com/office/drawing/2014/main" id="{3763D50C-98C3-0D61-3D77-5D59B9AD7A4E}"/>
              </a:ext>
            </a:extLst>
          </p:cNvPr>
          <p:cNvSpPr txBox="1"/>
          <p:nvPr/>
        </p:nvSpPr>
        <p:spPr>
          <a:xfrm>
            <a:off x="3810000" y="2412254"/>
            <a:ext cx="11734800" cy="5603930"/>
          </a:xfrm>
          <a:prstGeom prst="rect">
            <a:avLst/>
          </a:prstGeom>
          <a:noFill/>
          <a:ln>
            <a:noFill/>
          </a:ln>
        </p:spPr>
        <p:txBody>
          <a:bodyPr wrap="square" rtlCol="0">
            <a:spAutoFit/>
          </a:bodyPr>
          <a:lstStyle/>
          <a:p>
            <a:pPr marL="742950" indent="-742950">
              <a:lnSpc>
                <a:spcPct val="200000"/>
              </a:lnSpc>
              <a:buAutoNum type="arabicPeriod"/>
            </a:pPr>
            <a:r>
              <a:rPr lang="en-US" sz="3600">
                <a:latin typeface="Times New Roman" panose="02020603050405020304" pitchFamily="18" charset="0"/>
                <a:cs typeface="Times New Roman" panose="02020603050405020304" pitchFamily="18" charset="0"/>
              </a:rPr>
              <a:t>MỞ ĐẦU</a:t>
            </a:r>
          </a:p>
          <a:p>
            <a:pPr marL="742950" indent="-742950">
              <a:lnSpc>
                <a:spcPct val="200000"/>
              </a:lnSpc>
              <a:buFontTx/>
              <a:buAutoNum type="arabicPeriod"/>
            </a:pPr>
            <a:r>
              <a:rPr lang="en-US" sz="3600">
                <a:latin typeface="Times New Roman" panose="02020603050405020304" pitchFamily="18" charset="0"/>
                <a:cs typeface="Times New Roman" panose="02020603050405020304" pitchFamily="18" charset="0"/>
              </a:rPr>
              <a:t>TÌNH HÌNH NGHIÊN CỨU TRONG VÀ NGOÀI NƯỚC</a:t>
            </a:r>
          </a:p>
          <a:p>
            <a:pPr marL="742950" indent="-742950">
              <a:lnSpc>
                <a:spcPct val="200000"/>
              </a:lnSpc>
              <a:buFontTx/>
              <a:buAutoNum type="arabicPeriod"/>
            </a:pPr>
            <a:r>
              <a:rPr lang="en-US" sz="3600">
                <a:solidFill>
                  <a:schemeClr val="bg1"/>
                </a:solidFill>
                <a:latin typeface="Times New Roman" panose="02020603050405020304" pitchFamily="18" charset="0"/>
                <a:cs typeface="Times New Roman" panose="02020603050405020304" pitchFamily="18" charset="0"/>
              </a:rPr>
              <a:t>NỘI DUNG VÀ PHƯƠNG PHÁP NGHIÊN CỨU</a:t>
            </a:r>
          </a:p>
          <a:p>
            <a:pPr marL="742950" indent="-742950">
              <a:lnSpc>
                <a:spcPct val="200000"/>
              </a:lnSpc>
              <a:buFontTx/>
              <a:buAutoNum type="arabicPeriod"/>
            </a:pPr>
            <a:r>
              <a:rPr lang="en-US" sz="3600">
                <a:latin typeface="Times New Roman" panose="02020603050405020304" pitchFamily="18" charset="0"/>
                <a:cs typeface="Times New Roman" panose="02020603050405020304" pitchFamily="18" charset="0"/>
              </a:rPr>
              <a:t>KẾT QUẢ VÀ THẢO LUẬN</a:t>
            </a:r>
          </a:p>
          <a:p>
            <a:pPr marL="742950" indent="-742950">
              <a:lnSpc>
                <a:spcPct val="200000"/>
              </a:lnSpc>
              <a:buFontTx/>
              <a:buAutoNum type="arabicPeriod"/>
            </a:pPr>
            <a:r>
              <a:rPr lang="en-US" sz="3600">
                <a:latin typeface="Times New Roman" panose="02020603050405020304" pitchFamily="18" charset="0"/>
                <a:cs typeface="Times New Roman" panose="02020603050405020304" pitchFamily="18" charset="0"/>
              </a:rPr>
              <a:t>KẾT LUẬN VÀ ĐỀ NGHỊ</a:t>
            </a:r>
          </a:p>
        </p:txBody>
      </p:sp>
      <p:grpSp>
        <p:nvGrpSpPr>
          <p:cNvPr id="27" name="Group 26">
            <a:extLst>
              <a:ext uri="{FF2B5EF4-FFF2-40B4-BE49-F238E27FC236}">
                <a16:creationId xmlns:a16="http://schemas.microsoft.com/office/drawing/2014/main" id="{0D3DE6B5-D0B4-E64F-DBD6-7CD05A6728F6}"/>
              </a:ext>
            </a:extLst>
          </p:cNvPr>
          <p:cNvGrpSpPr/>
          <p:nvPr/>
        </p:nvGrpSpPr>
        <p:grpSpPr>
          <a:xfrm>
            <a:off x="0" y="0"/>
            <a:ext cx="18360000" cy="1188944"/>
            <a:chOff x="0" y="0"/>
            <a:chExt cx="18360000" cy="1188944"/>
          </a:xfrm>
        </p:grpSpPr>
        <p:sp>
          <p:nvSpPr>
            <p:cNvPr id="28" name="Rectangle 27">
              <a:extLst>
                <a:ext uri="{FF2B5EF4-FFF2-40B4-BE49-F238E27FC236}">
                  <a16:creationId xmlns:a16="http://schemas.microsoft.com/office/drawing/2014/main" id="{8C25398B-A40E-77BA-1215-64505C74292F}"/>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29" name="Rectangle 28">
              <a:extLst>
                <a:ext uri="{FF2B5EF4-FFF2-40B4-BE49-F238E27FC236}">
                  <a16:creationId xmlns:a16="http://schemas.microsoft.com/office/drawing/2014/main" id="{FDE1F5E3-8B96-52D1-6FAF-98B03D1012D4}"/>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0" name="Rectangle 29">
              <a:extLst>
                <a:ext uri="{FF2B5EF4-FFF2-40B4-BE49-F238E27FC236}">
                  <a16:creationId xmlns:a16="http://schemas.microsoft.com/office/drawing/2014/main" id="{A92757B9-61B1-B6FF-4058-3230A481984F}"/>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1" name="Rectangle 30">
              <a:extLst>
                <a:ext uri="{FF2B5EF4-FFF2-40B4-BE49-F238E27FC236}">
                  <a16:creationId xmlns:a16="http://schemas.microsoft.com/office/drawing/2014/main" id="{224B4EF9-A7F3-9360-BFD9-389A0BCB5573}"/>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32" name="Oval 31">
            <a:extLst>
              <a:ext uri="{FF2B5EF4-FFF2-40B4-BE49-F238E27FC236}">
                <a16:creationId xmlns:a16="http://schemas.microsoft.com/office/drawing/2014/main" id="{92826352-7CA6-8DF2-6068-C3D17BB86E06}"/>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33" name="TextBox 32">
            <a:extLst>
              <a:ext uri="{FF2B5EF4-FFF2-40B4-BE49-F238E27FC236}">
                <a16:creationId xmlns:a16="http://schemas.microsoft.com/office/drawing/2014/main" id="{67981F55-BB97-915A-E74F-8B3C78AC5952}"/>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34" name="Picture 33">
            <a:extLst>
              <a:ext uri="{FF2B5EF4-FFF2-40B4-BE49-F238E27FC236}">
                <a16:creationId xmlns:a16="http://schemas.microsoft.com/office/drawing/2014/main" id="{01ADE9E3-4573-02E2-51AD-BFFD65408F95}"/>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sp>
        <p:nvSpPr>
          <p:cNvPr id="2" name="Rectangle 1">
            <a:extLst>
              <a:ext uri="{FF2B5EF4-FFF2-40B4-BE49-F238E27FC236}">
                <a16:creationId xmlns:a16="http://schemas.microsoft.com/office/drawing/2014/main" id="{3542934E-1121-4061-773B-F40F2417BD3F}"/>
              </a:ext>
            </a:extLst>
          </p:cNvPr>
          <p:cNvSpPr/>
          <p:nvPr/>
        </p:nvSpPr>
        <p:spPr>
          <a:xfrm>
            <a:off x="-8398" y="10278536"/>
            <a:ext cx="3810000" cy="5136005"/>
          </a:xfrm>
          <a:prstGeom prst="rect">
            <a:avLst/>
          </a:prstGeom>
          <a:solidFill>
            <a:srgbClr val="A3CCC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Tree>
    <p:extLst>
      <p:ext uri="{BB962C8B-B14F-4D97-AF65-F5344CB8AC3E}">
        <p14:creationId xmlns:p14="http://schemas.microsoft.com/office/powerpoint/2010/main" val="3701626729"/>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E97CC5-C919-489D-7969-FBEFB5AF7798}"/>
            </a:ext>
          </a:extLst>
        </p:cNvPr>
        <p:cNvGrpSpPr/>
        <p:nvPr/>
      </p:nvGrpSpPr>
      <p:grpSpPr>
        <a:xfrm>
          <a:off x="0" y="0"/>
          <a:ext cx="0" cy="0"/>
          <a:chOff x="0" y="0"/>
          <a:chExt cx="0" cy="0"/>
        </a:xfrm>
      </p:grpSpPr>
      <p:sp>
        <p:nvSpPr>
          <p:cNvPr id="49" name="Rectangle 48">
            <a:extLst>
              <a:ext uri="{FF2B5EF4-FFF2-40B4-BE49-F238E27FC236}">
                <a16:creationId xmlns:a16="http://schemas.microsoft.com/office/drawing/2014/main" id="{AA35AA2C-D8C5-BEA7-91A0-CA4E1FB53E5E}"/>
              </a:ext>
            </a:extLst>
          </p:cNvPr>
          <p:cNvSpPr/>
          <p:nvPr/>
        </p:nvSpPr>
        <p:spPr>
          <a:xfrm>
            <a:off x="0" y="5150995"/>
            <a:ext cx="3810000" cy="5136005"/>
          </a:xfrm>
          <a:prstGeom prst="rect">
            <a:avLst/>
          </a:prstGeom>
          <a:solidFill>
            <a:srgbClr val="A3CCC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8" name="Rectangle 47">
            <a:extLst>
              <a:ext uri="{FF2B5EF4-FFF2-40B4-BE49-F238E27FC236}">
                <a16:creationId xmlns:a16="http://schemas.microsoft.com/office/drawing/2014/main" id="{239CC5A3-EB83-4CC9-185C-FE35820C484F}"/>
              </a:ext>
            </a:extLst>
          </p:cNvPr>
          <p:cNvSpPr/>
          <p:nvPr/>
        </p:nvSpPr>
        <p:spPr>
          <a:xfrm>
            <a:off x="0" y="2400299"/>
            <a:ext cx="3810000" cy="2749749"/>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 name="TextBox 2">
            <a:extLst>
              <a:ext uri="{FF2B5EF4-FFF2-40B4-BE49-F238E27FC236}">
                <a16:creationId xmlns:a16="http://schemas.microsoft.com/office/drawing/2014/main" id="{0171D20A-4F0B-2D8C-5DAC-6D63A3589D4B}"/>
              </a:ext>
            </a:extLst>
          </p:cNvPr>
          <p:cNvSpPr txBox="1"/>
          <p:nvPr/>
        </p:nvSpPr>
        <p:spPr>
          <a:xfrm>
            <a:off x="228599" y="3136953"/>
            <a:ext cx="3429000" cy="1200329"/>
          </a:xfrm>
          <a:prstGeom prst="rect">
            <a:avLst/>
          </a:prstGeom>
          <a:noFill/>
        </p:spPr>
        <p:txBody>
          <a:bodyPr wrap="square" rtlCol="0">
            <a:spAutoFit/>
          </a:bodyPr>
          <a:lstStyle/>
          <a:p>
            <a:r>
              <a:rPr lang="en-US" sz="3600" dirty="0" err="1">
                <a:latin typeface="Times New Roman" panose="02020603050405020304" pitchFamily="18" charset="0"/>
                <a:cs typeface="Times New Roman" panose="02020603050405020304" pitchFamily="18" charset="0"/>
              </a:rPr>
              <a:t>Địa</a:t>
            </a:r>
            <a:r>
              <a:rPr lang="en-US" sz="3600" dirty="0">
                <a:latin typeface="Times New Roman" panose="02020603050405020304" pitchFamily="18" charset="0"/>
                <a:cs typeface="Times New Roman" panose="02020603050405020304" pitchFamily="18" charset="0"/>
              </a:rPr>
              <a:t> </a:t>
            </a:r>
            <a:r>
              <a:rPr lang="en-US" sz="3600" dirty="0" err="1">
                <a:latin typeface="Times New Roman" panose="02020603050405020304" pitchFamily="18" charset="0"/>
                <a:cs typeface="Times New Roman" panose="02020603050405020304" pitchFamily="18" charset="0"/>
              </a:rPr>
              <a:t>điểm</a:t>
            </a:r>
            <a:r>
              <a:rPr lang="en-US" sz="3600" dirty="0">
                <a:latin typeface="Times New Roman" panose="02020603050405020304" pitchFamily="18" charset="0"/>
                <a:cs typeface="Times New Roman" panose="02020603050405020304" pitchFamily="18" charset="0"/>
              </a:rPr>
              <a:t> </a:t>
            </a:r>
            <a:r>
              <a:rPr lang="en-US" sz="3600" dirty="0" err="1">
                <a:latin typeface="Times New Roman" panose="02020603050405020304" pitchFamily="18" charset="0"/>
                <a:cs typeface="Times New Roman" panose="02020603050405020304" pitchFamily="18" charset="0"/>
              </a:rPr>
              <a:t>nghiên</a:t>
            </a:r>
            <a:r>
              <a:rPr lang="en-US" sz="3600" dirty="0">
                <a:latin typeface="Times New Roman" panose="02020603050405020304" pitchFamily="18" charset="0"/>
                <a:cs typeface="Times New Roman" panose="02020603050405020304" pitchFamily="18" charset="0"/>
              </a:rPr>
              <a:t> </a:t>
            </a:r>
            <a:r>
              <a:rPr lang="en-US" sz="3600" dirty="0" err="1">
                <a:latin typeface="Times New Roman" panose="02020603050405020304" pitchFamily="18" charset="0"/>
                <a:cs typeface="Times New Roman" panose="02020603050405020304" pitchFamily="18" charset="0"/>
              </a:rPr>
              <a:t>cứu</a:t>
            </a:r>
            <a:endParaRPr lang="en-US" sz="3600" dirty="0">
              <a:latin typeface="Times New Roman" panose="02020603050405020304" pitchFamily="18" charset="0"/>
              <a:cs typeface="Times New Roman" panose="02020603050405020304" pitchFamily="18" charset="0"/>
            </a:endParaRPr>
          </a:p>
        </p:txBody>
      </p:sp>
      <p:sp>
        <p:nvSpPr>
          <p:cNvPr id="2" name="TextBox 1">
            <a:extLst>
              <a:ext uri="{FF2B5EF4-FFF2-40B4-BE49-F238E27FC236}">
                <a16:creationId xmlns:a16="http://schemas.microsoft.com/office/drawing/2014/main" id="{501F0022-C436-55C0-3A67-E1BC88069D55}"/>
              </a:ext>
            </a:extLst>
          </p:cNvPr>
          <p:cNvSpPr txBox="1"/>
          <p:nvPr/>
        </p:nvSpPr>
        <p:spPr>
          <a:xfrm>
            <a:off x="609600" y="6785483"/>
            <a:ext cx="2667000" cy="1200329"/>
          </a:xfrm>
          <a:prstGeom prst="rect">
            <a:avLst/>
          </a:prstGeom>
          <a:noFill/>
        </p:spPr>
        <p:txBody>
          <a:bodyPr wrap="square" rtlCol="0">
            <a:spAutoFit/>
          </a:bodyPr>
          <a:lstStyle/>
          <a:p>
            <a:r>
              <a:rPr lang="vi-VN" sz="3600">
                <a:latin typeface="Times New Roman" panose="02020603050405020304" pitchFamily="18" charset="0"/>
                <a:cs typeface="Times New Roman" panose="02020603050405020304" pitchFamily="18" charset="0"/>
              </a:rPr>
              <a:t>Phương pháp nghiên cứu</a:t>
            </a:r>
          </a:p>
        </p:txBody>
      </p:sp>
      <p:sp>
        <p:nvSpPr>
          <p:cNvPr id="4" name="TextBox 10">
            <a:extLst>
              <a:ext uri="{FF2B5EF4-FFF2-40B4-BE49-F238E27FC236}">
                <a16:creationId xmlns:a16="http://schemas.microsoft.com/office/drawing/2014/main" id="{F8256E5E-446D-9F20-7903-B54C01AF3326}"/>
              </a:ext>
            </a:extLst>
          </p:cNvPr>
          <p:cNvSpPr txBox="1"/>
          <p:nvPr/>
        </p:nvSpPr>
        <p:spPr>
          <a:xfrm>
            <a:off x="3858223" y="2488700"/>
            <a:ext cx="14201178" cy="1216487"/>
          </a:xfrm>
          <a:prstGeom prst="rect">
            <a:avLst/>
          </a:prstGeom>
        </p:spPr>
        <p:txBody>
          <a:bodyPr wrap="square" lIns="0" tIns="0" rIns="0" bIns="0" rtlCol="0" anchor="t">
            <a:spAutoFit/>
          </a:bodyPr>
          <a:lstStyle/>
          <a:p>
            <a:pPr lvl="0">
              <a:lnSpc>
                <a:spcPct val="130000"/>
              </a:lnSpc>
            </a:pPr>
            <a:r>
              <a:rPr lang="vi-VN" sz="3200" dirty="0">
                <a:latin typeface="Times New Roman" panose="02020603050405020304" pitchFamily="18" charset="0"/>
                <a:ea typeface="SimSun" panose="02010600030101010101" pitchFamily="2" charset="-122"/>
              </a:rPr>
              <a:t>Đề tài được thực hiện tại:</a:t>
            </a:r>
            <a:endParaRPr lang="en-US" sz="3200" dirty="0">
              <a:latin typeface="Times New Roman" panose="02020603050405020304" pitchFamily="18" charset="0"/>
              <a:ea typeface="Times New Roman" panose="02020603050405020304" pitchFamily="18" charset="0"/>
            </a:endParaRPr>
          </a:p>
          <a:p>
            <a:pPr marL="457200" lvl="0" indent="-457200">
              <a:lnSpc>
                <a:spcPct val="130000"/>
              </a:lnSpc>
              <a:buFont typeface="Arial" panose="020B0604020202020204" pitchFamily="34" charset="0"/>
              <a:buChar char="•"/>
            </a:pPr>
            <a:r>
              <a:rPr lang="en-US" sz="3200" dirty="0">
                <a:latin typeface="Times New Roman" panose="02020603050405020304" pitchFamily="18" charset="0"/>
                <a:ea typeface="SimSun" panose="02010600030101010101" pitchFamily="2" charset="-122"/>
              </a:rPr>
              <a:t>Công ty TNHH Công </a:t>
            </a:r>
            <a:r>
              <a:rPr lang="en-US" sz="3200" dirty="0" err="1">
                <a:latin typeface="Times New Roman" panose="02020603050405020304" pitchFamily="18" charset="0"/>
                <a:ea typeface="SimSun" panose="02010600030101010101" pitchFamily="2" charset="-122"/>
              </a:rPr>
              <a:t>nghệ</a:t>
            </a:r>
            <a:r>
              <a:rPr lang="en-US" sz="3200" dirty="0">
                <a:latin typeface="Times New Roman" panose="02020603050405020304" pitchFamily="18" charset="0"/>
                <a:ea typeface="SimSun" panose="02010600030101010101" pitchFamily="2" charset="-122"/>
              </a:rPr>
              <a:t> Thiên An</a:t>
            </a:r>
            <a:endParaRPr lang="en-US" sz="3200" dirty="0">
              <a:latin typeface="Times New Roman" panose="02020603050405020304" pitchFamily="18" charset="0"/>
              <a:ea typeface="Times New Roman" panose="02020603050405020304" pitchFamily="18" charset="0"/>
            </a:endParaRPr>
          </a:p>
        </p:txBody>
      </p:sp>
      <p:sp>
        <p:nvSpPr>
          <p:cNvPr id="6" name="TextBox 5">
            <a:extLst>
              <a:ext uri="{FF2B5EF4-FFF2-40B4-BE49-F238E27FC236}">
                <a16:creationId xmlns:a16="http://schemas.microsoft.com/office/drawing/2014/main" id="{FCE63654-DC2C-226C-A032-3F62832C8206}"/>
              </a:ext>
            </a:extLst>
          </p:cNvPr>
          <p:cNvSpPr txBox="1"/>
          <p:nvPr/>
        </p:nvSpPr>
        <p:spPr>
          <a:xfrm>
            <a:off x="3810000" y="5130800"/>
            <a:ext cx="14249401" cy="1958549"/>
          </a:xfrm>
          <a:prstGeom prst="rect">
            <a:avLst/>
          </a:prstGeom>
          <a:noFill/>
        </p:spPr>
        <p:txBody>
          <a:bodyPr wrap="square" rtlCol="0">
            <a:spAutoFit/>
          </a:bodyPr>
          <a:lstStyle/>
          <a:p>
            <a:pPr marL="457200" lvl="0" indent="-457200">
              <a:lnSpc>
                <a:spcPct val="130000"/>
              </a:lnSpc>
              <a:buFont typeface="Arial" panose="020B0604020202020204" pitchFamily="34" charset="0"/>
              <a:buChar char="•"/>
            </a:pPr>
            <a:r>
              <a:rPr lang="vi-VN" sz="3200">
                <a:latin typeface="Times New Roman" panose="02020603050405020304" pitchFamily="18" charset="0"/>
                <a:ea typeface="SimSun" panose="02010600030101010101" pitchFamily="2" charset="-122"/>
              </a:rPr>
              <a:t>Phương pháp nghiên cứu lý luận</a:t>
            </a:r>
            <a:endParaRPr lang="en-US" sz="3200">
              <a:latin typeface="Times New Roman" panose="02020603050405020304" pitchFamily="18" charset="0"/>
              <a:ea typeface="SimSun" panose="02010600030101010101" pitchFamily="2" charset="-122"/>
            </a:endParaRPr>
          </a:p>
          <a:p>
            <a:pPr marL="457200" lvl="0" indent="-457200">
              <a:lnSpc>
                <a:spcPct val="130000"/>
              </a:lnSpc>
              <a:buFont typeface="Arial" panose="020B0604020202020204" pitchFamily="34" charset="0"/>
              <a:buChar char="•"/>
            </a:pPr>
            <a:r>
              <a:rPr lang="vi-VN" sz="3200">
                <a:latin typeface="Times New Roman" panose="02020603050405020304" pitchFamily="18" charset="0"/>
                <a:ea typeface="SimSun" panose="02010600030101010101" pitchFamily="2" charset="-122"/>
              </a:rPr>
              <a:t>Phương pháp nghiên cứu thực nghiệm</a:t>
            </a:r>
            <a:endParaRPr lang="en-US" sz="3200">
              <a:latin typeface="Times New Roman" panose="02020603050405020304" pitchFamily="18" charset="0"/>
              <a:ea typeface="SimSun" panose="02010600030101010101" pitchFamily="2" charset="-122"/>
            </a:endParaRPr>
          </a:p>
          <a:p>
            <a:pPr marL="457200" lvl="0" indent="-457200">
              <a:lnSpc>
                <a:spcPct val="130000"/>
              </a:lnSpc>
              <a:buFont typeface="Arial" panose="020B0604020202020204" pitchFamily="34" charset="0"/>
              <a:buChar char="•"/>
            </a:pPr>
            <a:r>
              <a:rPr lang="vi-VN" sz="3200">
                <a:latin typeface="Times New Roman" panose="02020603050405020304" pitchFamily="18" charset="0"/>
                <a:ea typeface="SimSun" panose="02010600030101010101" pitchFamily="2" charset="-122"/>
              </a:rPr>
              <a:t>Phương pháp chuyên gia</a:t>
            </a:r>
            <a:endParaRPr lang="en-US" sz="3200"/>
          </a:p>
        </p:txBody>
      </p:sp>
      <p:cxnSp>
        <p:nvCxnSpPr>
          <p:cNvPr id="8" name="Straight Connector 7">
            <a:extLst>
              <a:ext uri="{FF2B5EF4-FFF2-40B4-BE49-F238E27FC236}">
                <a16:creationId xmlns:a16="http://schemas.microsoft.com/office/drawing/2014/main" id="{83F6DA76-0BA0-7C05-6482-946816174D9E}"/>
              </a:ext>
            </a:extLst>
          </p:cNvPr>
          <p:cNvCxnSpPr/>
          <p:nvPr/>
        </p:nvCxnSpPr>
        <p:spPr>
          <a:xfrm>
            <a:off x="5041757" y="5150995"/>
            <a:ext cx="10204065" cy="0"/>
          </a:xfrm>
          <a:prstGeom prst="line">
            <a:avLst/>
          </a:prstGeom>
        </p:spPr>
        <p:style>
          <a:lnRef idx="1">
            <a:schemeClr val="dk1"/>
          </a:lnRef>
          <a:fillRef idx="0">
            <a:schemeClr val="dk1"/>
          </a:fillRef>
          <a:effectRef idx="0">
            <a:schemeClr val="dk1"/>
          </a:effectRef>
          <a:fontRef idx="minor">
            <a:schemeClr val="tx1"/>
          </a:fontRef>
        </p:style>
      </p:cxnSp>
      <p:grpSp>
        <p:nvGrpSpPr>
          <p:cNvPr id="30" name="Group 29">
            <a:extLst>
              <a:ext uri="{FF2B5EF4-FFF2-40B4-BE49-F238E27FC236}">
                <a16:creationId xmlns:a16="http://schemas.microsoft.com/office/drawing/2014/main" id="{DD36799A-C0DD-2381-DDFA-BDCD9427DADC}"/>
              </a:ext>
            </a:extLst>
          </p:cNvPr>
          <p:cNvGrpSpPr/>
          <p:nvPr/>
        </p:nvGrpSpPr>
        <p:grpSpPr>
          <a:xfrm>
            <a:off x="0" y="0"/>
            <a:ext cx="18360000" cy="1188944"/>
            <a:chOff x="0" y="0"/>
            <a:chExt cx="18360000" cy="1188944"/>
          </a:xfrm>
        </p:grpSpPr>
        <p:grpSp>
          <p:nvGrpSpPr>
            <p:cNvPr id="31" name="Group 30">
              <a:extLst>
                <a:ext uri="{FF2B5EF4-FFF2-40B4-BE49-F238E27FC236}">
                  <a16:creationId xmlns:a16="http://schemas.microsoft.com/office/drawing/2014/main" id="{681E1C90-DABC-715C-434C-4B861321A158}"/>
                </a:ext>
              </a:extLst>
            </p:cNvPr>
            <p:cNvGrpSpPr/>
            <p:nvPr/>
          </p:nvGrpSpPr>
          <p:grpSpPr>
            <a:xfrm>
              <a:off x="0" y="0"/>
              <a:ext cx="18360000" cy="1188944"/>
              <a:chOff x="0" y="0"/>
              <a:chExt cx="18360000" cy="1188944"/>
            </a:xfrm>
          </p:grpSpPr>
          <p:sp>
            <p:nvSpPr>
              <p:cNvPr id="40" name="Rectangle 39">
                <a:extLst>
                  <a:ext uri="{FF2B5EF4-FFF2-40B4-BE49-F238E27FC236}">
                    <a16:creationId xmlns:a16="http://schemas.microsoft.com/office/drawing/2014/main" id="{86D392F5-0FC2-968C-9D3E-25A9D7756981}"/>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1" name="Rectangle 40">
                <a:extLst>
                  <a:ext uri="{FF2B5EF4-FFF2-40B4-BE49-F238E27FC236}">
                    <a16:creationId xmlns:a16="http://schemas.microsoft.com/office/drawing/2014/main" id="{7B0AC89C-5A24-FB8B-ABFA-267582A5CBF7}"/>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2" name="Rectangle 41">
                <a:extLst>
                  <a:ext uri="{FF2B5EF4-FFF2-40B4-BE49-F238E27FC236}">
                    <a16:creationId xmlns:a16="http://schemas.microsoft.com/office/drawing/2014/main" id="{8783BF10-9360-0350-6377-FBD79BB7F9D8}"/>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3" name="Rectangle 42">
                <a:extLst>
                  <a:ext uri="{FF2B5EF4-FFF2-40B4-BE49-F238E27FC236}">
                    <a16:creationId xmlns:a16="http://schemas.microsoft.com/office/drawing/2014/main" id="{059FF4CC-1131-15A1-D5FF-A3092C9D84E4}"/>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36" name="Oval 35">
              <a:extLst>
                <a:ext uri="{FF2B5EF4-FFF2-40B4-BE49-F238E27FC236}">
                  <a16:creationId xmlns:a16="http://schemas.microsoft.com/office/drawing/2014/main" id="{22170CF1-04BA-BABB-0DCF-01E2154B5EA3}"/>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38" name="TextBox 37">
              <a:extLst>
                <a:ext uri="{FF2B5EF4-FFF2-40B4-BE49-F238E27FC236}">
                  <a16:creationId xmlns:a16="http://schemas.microsoft.com/office/drawing/2014/main" id="{AD7DB524-0426-F47E-415C-73F3529D52BB}"/>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39" name="Picture 38">
              <a:extLst>
                <a:ext uri="{FF2B5EF4-FFF2-40B4-BE49-F238E27FC236}">
                  <a16:creationId xmlns:a16="http://schemas.microsoft.com/office/drawing/2014/main" id="{92E5E315-0D01-B470-DC1D-379F129E893A}"/>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grpSp>
      <p:sp>
        <p:nvSpPr>
          <p:cNvPr id="51" name="Rectangle 50">
            <a:extLst>
              <a:ext uri="{FF2B5EF4-FFF2-40B4-BE49-F238E27FC236}">
                <a16:creationId xmlns:a16="http://schemas.microsoft.com/office/drawing/2014/main" id="{6B7549D4-F17F-E1D7-FD47-74ED02FF9DF6}"/>
              </a:ext>
            </a:extLst>
          </p:cNvPr>
          <p:cNvSpPr/>
          <p:nvPr/>
        </p:nvSpPr>
        <p:spPr>
          <a:xfrm>
            <a:off x="3810000" y="1188000"/>
            <a:ext cx="14478000" cy="1204805"/>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2" name="Rectangle: Rounded Corners 51">
            <a:extLst>
              <a:ext uri="{FF2B5EF4-FFF2-40B4-BE49-F238E27FC236}">
                <a16:creationId xmlns:a16="http://schemas.microsoft.com/office/drawing/2014/main" id="{8A90E312-5E37-3305-8C2A-4E37CDD20B8D}"/>
              </a:ext>
            </a:extLst>
          </p:cNvPr>
          <p:cNvSpPr/>
          <p:nvPr/>
        </p:nvSpPr>
        <p:spPr>
          <a:xfrm>
            <a:off x="3858223" y="1275813"/>
            <a:ext cx="12192000" cy="1020412"/>
          </a:xfrm>
          <a:prstGeom prst="roundRect">
            <a:avLst/>
          </a:prstGeom>
          <a:solidFill>
            <a:srgbClr val="288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3" name="TextBox 52">
            <a:extLst>
              <a:ext uri="{FF2B5EF4-FFF2-40B4-BE49-F238E27FC236}">
                <a16:creationId xmlns:a16="http://schemas.microsoft.com/office/drawing/2014/main" id="{22A4ACE2-BE93-5257-1130-3CD789C3DF72}"/>
              </a:ext>
            </a:extLst>
          </p:cNvPr>
          <p:cNvSpPr txBox="1"/>
          <p:nvPr/>
        </p:nvSpPr>
        <p:spPr>
          <a:xfrm>
            <a:off x="3858222" y="1463633"/>
            <a:ext cx="10086377" cy="646331"/>
          </a:xfrm>
          <a:prstGeom prst="rect">
            <a:avLst/>
          </a:prstGeom>
          <a:noFill/>
        </p:spPr>
        <p:txBody>
          <a:bodyPr wrap="square" rtlCol="0">
            <a:spAutoFit/>
          </a:bodyPr>
          <a:lstStyle/>
          <a:p>
            <a:r>
              <a:rPr lang="en-US" sz="3600">
                <a:solidFill>
                  <a:schemeClr val="bg1"/>
                </a:solidFill>
                <a:latin typeface="Times New Roman" panose="02020603050405020304" pitchFamily="18" charset="0"/>
                <a:cs typeface="Times New Roman" panose="02020603050405020304" pitchFamily="18" charset="0"/>
              </a:rPr>
              <a:t>3. NỘI DUNG VÀ PHƯƠNG PHÁP NGHIÊN CỨU</a:t>
            </a:r>
            <a:endParaRPr lang="en-US" sz="3600" dirty="0">
              <a:solidFill>
                <a:schemeClr val="bg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419731531"/>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with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 calcmode="lin" valueType="num">
                                      <p:cBhvr additive="base">
                                        <p:cTn id="7" dur="750" fill="hold"/>
                                        <p:tgtEl>
                                          <p:spTgt spid="2">
                                            <p:txEl>
                                              <p:pRg st="0" end="0"/>
                                            </p:txEl>
                                          </p:spTgt>
                                        </p:tgtEl>
                                        <p:attrNameLst>
                                          <p:attrName>ppt_x</p:attrName>
                                        </p:attrNameLst>
                                      </p:cBhvr>
                                      <p:tavLst>
                                        <p:tav tm="0">
                                          <p:val>
                                            <p:strVal val="#ppt_x"/>
                                          </p:val>
                                        </p:tav>
                                        <p:tav tm="100000">
                                          <p:val>
                                            <p:strVal val="#ppt_x"/>
                                          </p:val>
                                        </p:tav>
                                      </p:tavLst>
                                    </p:anim>
                                    <p:anim calcmode="lin" valueType="num">
                                      <p:cBhvr additive="base">
                                        <p:cTn id="8" dur="750" fill="hold"/>
                                        <p:tgtEl>
                                          <p:spTgt spid="2">
                                            <p:txEl>
                                              <p:pRg st="0" end="0"/>
                                            </p:txEl>
                                          </p:spTgt>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 calcmode="lin" valueType="num">
                                      <p:cBhvr additive="base">
                                        <p:cTn id="11" dur="75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12" dur="750" fill="hold"/>
                                        <p:tgtEl>
                                          <p:spTgt spid="3">
                                            <p:txEl>
                                              <p:pRg st="0" end="0"/>
                                            </p:txEl>
                                          </p:spTgt>
                                        </p:tgtEl>
                                        <p:attrNameLst>
                                          <p:attrName>ppt_y</p:attrName>
                                        </p:attrNameLst>
                                      </p:cBhvr>
                                      <p:tavLst>
                                        <p:tav tm="0">
                                          <p:val>
                                            <p:strVal val="1+#ppt_h/2"/>
                                          </p:val>
                                        </p:tav>
                                        <p:tav tm="100000">
                                          <p:val>
                                            <p:strVal val="#ppt_y"/>
                                          </p:val>
                                        </p:tav>
                                      </p:tavLst>
                                    </p:anim>
                                  </p:childTnLst>
                                </p:cTn>
                              </p:par>
                              <p:par>
                                <p:cTn id="13" presetID="2" presetClass="entr" presetSubtype="4" fill="hold" nodeType="withEffect">
                                  <p:stCondLst>
                                    <p:cond delay="0"/>
                                  </p:stCondLst>
                                  <p:childTnLst>
                                    <p:set>
                                      <p:cBhvr>
                                        <p:cTn id="14" dur="1" fill="hold">
                                          <p:stCondLst>
                                            <p:cond delay="0"/>
                                          </p:stCondLst>
                                        </p:cTn>
                                        <p:tgtEl>
                                          <p:spTgt spid="6">
                                            <p:txEl>
                                              <p:pRg st="0" end="0"/>
                                            </p:txEl>
                                          </p:spTgt>
                                        </p:tgtEl>
                                        <p:attrNameLst>
                                          <p:attrName>style.visibility</p:attrName>
                                        </p:attrNameLst>
                                      </p:cBhvr>
                                      <p:to>
                                        <p:strVal val="visible"/>
                                      </p:to>
                                    </p:set>
                                    <p:anim calcmode="lin" valueType="num">
                                      <p:cBhvr additive="base">
                                        <p:cTn id="15" dur="500" fill="hold"/>
                                        <p:tgtEl>
                                          <p:spTgt spid="6">
                                            <p:txEl>
                                              <p:pRg st="0" end="0"/>
                                            </p:txEl>
                                          </p:spTgt>
                                        </p:tgtEl>
                                        <p:attrNameLst>
                                          <p:attrName>ppt_x</p:attrName>
                                        </p:attrNameLst>
                                      </p:cBhvr>
                                      <p:tavLst>
                                        <p:tav tm="0">
                                          <p:val>
                                            <p:strVal val="#ppt_x"/>
                                          </p:val>
                                        </p:tav>
                                        <p:tav tm="100000">
                                          <p:val>
                                            <p:strVal val="#ppt_x"/>
                                          </p:val>
                                        </p:tav>
                                      </p:tavLst>
                                    </p:anim>
                                    <p:anim calcmode="lin" valueType="num">
                                      <p:cBhvr additive="base">
                                        <p:cTn id="16" dur="500" fill="hold"/>
                                        <p:tgtEl>
                                          <p:spTgt spid="6">
                                            <p:txEl>
                                              <p:pRg st="0" end="0"/>
                                            </p:txEl>
                                          </p:spTgt>
                                        </p:tgtEl>
                                        <p:attrNameLst>
                                          <p:attrName>ppt_y</p:attrName>
                                        </p:attrNameLst>
                                      </p:cBhvr>
                                      <p:tavLst>
                                        <p:tav tm="0">
                                          <p:val>
                                            <p:strVal val="1+#ppt_h/2"/>
                                          </p:val>
                                        </p:tav>
                                        <p:tav tm="100000">
                                          <p:val>
                                            <p:strVal val="#ppt_y"/>
                                          </p:val>
                                        </p:tav>
                                      </p:tavLst>
                                    </p:anim>
                                  </p:childTnLst>
                                </p:cTn>
                              </p:par>
                              <p:par>
                                <p:cTn id="17" presetID="2" presetClass="entr" presetSubtype="4" fill="hold" nodeType="withEffect">
                                  <p:stCondLst>
                                    <p:cond delay="0"/>
                                  </p:stCondLst>
                                  <p:childTnLst>
                                    <p:set>
                                      <p:cBhvr>
                                        <p:cTn id="18" dur="1" fill="hold">
                                          <p:stCondLst>
                                            <p:cond delay="0"/>
                                          </p:stCondLst>
                                        </p:cTn>
                                        <p:tgtEl>
                                          <p:spTgt spid="6">
                                            <p:txEl>
                                              <p:pRg st="1" end="1"/>
                                            </p:txEl>
                                          </p:spTgt>
                                        </p:tgtEl>
                                        <p:attrNameLst>
                                          <p:attrName>style.visibility</p:attrName>
                                        </p:attrNameLst>
                                      </p:cBhvr>
                                      <p:to>
                                        <p:strVal val="visible"/>
                                      </p:to>
                                    </p:set>
                                    <p:anim calcmode="lin" valueType="num">
                                      <p:cBhvr additive="base">
                                        <p:cTn id="19" dur="500" fill="hold"/>
                                        <p:tgtEl>
                                          <p:spTgt spid="6">
                                            <p:txEl>
                                              <p:pRg st="1" end="1"/>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6">
                                            <p:txEl>
                                              <p:pRg st="1" end="1"/>
                                            </p:txEl>
                                          </p:spTgt>
                                        </p:tgtEl>
                                        <p:attrNameLst>
                                          <p:attrName>ppt_y</p:attrName>
                                        </p:attrNameLst>
                                      </p:cBhvr>
                                      <p:tavLst>
                                        <p:tav tm="0">
                                          <p:val>
                                            <p:strVal val="1+#ppt_h/2"/>
                                          </p:val>
                                        </p:tav>
                                        <p:tav tm="100000">
                                          <p:val>
                                            <p:strVal val="#ppt_y"/>
                                          </p:val>
                                        </p:tav>
                                      </p:tavLst>
                                    </p:anim>
                                  </p:childTnLst>
                                </p:cTn>
                              </p:par>
                              <p:par>
                                <p:cTn id="21" presetID="2" presetClass="entr" presetSubtype="4" fill="hold" nodeType="withEffect">
                                  <p:stCondLst>
                                    <p:cond delay="0"/>
                                  </p:stCondLst>
                                  <p:childTnLst>
                                    <p:set>
                                      <p:cBhvr>
                                        <p:cTn id="22" dur="1" fill="hold">
                                          <p:stCondLst>
                                            <p:cond delay="0"/>
                                          </p:stCondLst>
                                        </p:cTn>
                                        <p:tgtEl>
                                          <p:spTgt spid="6">
                                            <p:txEl>
                                              <p:pRg st="2" end="2"/>
                                            </p:txEl>
                                          </p:spTgt>
                                        </p:tgtEl>
                                        <p:attrNameLst>
                                          <p:attrName>style.visibility</p:attrName>
                                        </p:attrNameLst>
                                      </p:cBhvr>
                                      <p:to>
                                        <p:strVal val="visible"/>
                                      </p:to>
                                    </p:set>
                                    <p:anim calcmode="lin" valueType="num">
                                      <p:cBhvr additive="base">
                                        <p:cTn id="23" dur="500" fill="hold"/>
                                        <p:tgtEl>
                                          <p:spTgt spid="6">
                                            <p:txEl>
                                              <p:pRg st="2" end="2"/>
                                            </p:txEl>
                                          </p:spTgt>
                                        </p:tgtEl>
                                        <p:attrNameLst>
                                          <p:attrName>ppt_x</p:attrName>
                                        </p:attrNameLst>
                                      </p:cBhvr>
                                      <p:tavLst>
                                        <p:tav tm="0">
                                          <p:val>
                                            <p:strVal val="#ppt_x"/>
                                          </p:val>
                                        </p:tav>
                                        <p:tav tm="100000">
                                          <p:val>
                                            <p:strVal val="#ppt_x"/>
                                          </p:val>
                                        </p:tav>
                                      </p:tavLst>
                                    </p:anim>
                                    <p:anim calcmode="lin" valueType="num">
                                      <p:cBhvr additive="base">
                                        <p:cTn id="24" dur="500" fill="hold"/>
                                        <p:tgtEl>
                                          <p:spTgt spid="6">
                                            <p:txEl>
                                              <p:pRg st="2" end="2"/>
                                            </p:txEl>
                                          </p:spTgt>
                                        </p:tgtEl>
                                        <p:attrNameLst>
                                          <p:attrName>ppt_y</p:attrName>
                                        </p:attrNameLst>
                                      </p:cBhvr>
                                      <p:tavLst>
                                        <p:tav tm="0">
                                          <p:val>
                                            <p:strVal val="1+#ppt_h/2"/>
                                          </p:val>
                                        </p:tav>
                                        <p:tav tm="100000">
                                          <p:val>
                                            <p:strVal val="#ppt_y"/>
                                          </p:val>
                                        </p:tav>
                                      </p:tavLst>
                                    </p:anim>
                                  </p:childTnLst>
                                </p:cTn>
                              </p:par>
                              <p:par>
                                <p:cTn id="25" presetID="2" presetClass="entr" presetSubtype="4" fill="hold" nodeType="withEffect">
                                  <p:stCondLst>
                                    <p:cond delay="0"/>
                                  </p:stCondLst>
                                  <p:childTnLst>
                                    <p:set>
                                      <p:cBhvr>
                                        <p:cTn id="26" dur="1" fill="hold">
                                          <p:stCondLst>
                                            <p:cond delay="0"/>
                                          </p:stCondLst>
                                        </p:cTn>
                                        <p:tgtEl>
                                          <p:spTgt spid="4">
                                            <p:txEl>
                                              <p:pRg st="0" end="0"/>
                                            </p:txEl>
                                          </p:spTgt>
                                        </p:tgtEl>
                                        <p:attrNameLst>
                                          <p:attrName>style.visibility</p:attrName>
                                        </p:attrNameLst>
                                      </p:cBhvr>
                                      <p:to>
                                        <p:strVal val="visible"/>
                                      </p:to>
                                    </p:set>
                                    <p:anim calcmode="lin" valueType="num">
                                      <p:cBhvr additive="base">
                                        <p:cTn id="27" dur="500" fill="hold"/>
                                        <p:tgtEl>
                                          <p:spTgt spid="4">
                                            <p:txEl>
                                              <p:pRg st="0" end="0"/>
                                            </p:txEl>
                                          </p:spTgt>
                                        </p:tgtEl>
                                        <p:attrNameLst>
                                          <p:attrName>ppt_x</p:attrName>
                                        </p:attrNameLst>
                                      </p:cBhvr>
                                      <p:tavLst>
                                        <p:tav tm="0">
                                          <p:val>
                                            <p:strVal val="#ppt_x"/>
                                          </p:val>
                                        </p:tav>
                                        <p:tav tm="100000">
                                          <p:val>
                                            <p:strVal val="#ppt_x"/>
                                          </p:val>
                                        </p:tav>
                                      </p:tavLst>
                                    </p:anim>
                                    <p:anim calcmode="lin" valueType="num">
                                      <p:cBhvr additive="base">
                                        <p:cTn id="28" dur="500" fill="hold"/>
                                        <p:tgtEl>
                                          <p:spTgt spid="4">
                                            <p:txEl>
                                              <p:pRg st="0" end="0"/>
                                            </p:txEl>
                                          </p:spTgt>
                                        </p:tgtEl>
                                        <p:attrNameLst>
                                          <p:attrName>ppt_y</p:attrName>
                                        </p:attrNameLst>
                                      </p:cBhvr>
                                      <p:tavLst>
                                        <p:tav tm="0">
                                          <p:val>
                                            <p:strVal val="1+#ppt_h/2"/>
                                          </p:val>
                                        </p:tav>
                                        <p:tav tm="100000">
                                          <p:val>
                                            <p:strVal val="#ppt_y"/>
                                          </p:val>
                                        </p:tav>
                                      </p:tavLst>
                                    </p:anim>
                                  </p:childTnLst>
                                </p:cTn>
                              </p:par>
                              <p:par>
                                <p:cTn id="29" presetID="2" presetClass="entr" presetSubtype="4" fill="hold" nodeType="withEffect">
                                  <p:stCondLst>
                                    <p:cond delay="0"/>
                                  </p:stCondLst>
                                  <p:childTnLst>
                                    <p:set>
                                      <p:cBhvr>
                                        <p:cTn id="30" dur="1" fill="hold">
                                          <p:stCondLst>
                                            <p:cond delay="0"/>
                                          </p:stCondLst>
                                        </p:cTn>
                                        <p:tgtEl>
                                          <p:spTgt spid="4">
                                            <p:txEl>
                                              <p:pRg st="1" end="1"/>
                                            </p:txEl>
                                          </p:spTgt>
                                        </p:tgtEl>
                                        <p:attrNameLst>
                                          <p:attrName>style.visibility</p:attrName>
                                        </p:attrNameLst>
                                      </p:cBhvr>
                                      <p:to>
                                        <p:strVal val="visible"/>
                                      </p:to>
                                    </p:set>
                                    <p:anim calcmode="lin" valueType="num">
                                      <p:cBhvr additive="base">
                                        <p:cTn id="31" dur="500" fill="hold"/>
                                        <p:tgtEl>
                                          <p:spTgt spid="4">
                                            <p:txEl>
                                              <p:pRg st="1" end="1"/>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4">
                                            <p:txEl>
                                              <p:pRg st="1" end="1"/>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934D95-F3C7-CC4B-C843-EB04CE3F5154}"/>
            </a:ext>
          </a:extLst>
        </p:cNvPr>
        <p:cNvGrpSpPr/>
        <p:nvPr/>
      </p:nvGrpSpPr>
      <p:grpSpPr>
        <a:xfrm>
          <a:off x="0" y="0"/>
          <a:ext cx="0" cy="0"/>
          <a:chOff x="0" y="0"/>
          <a:chExt cx="0" cy="0"/>
        </a:xfrm>
      </p:grpSpPr>
      <p:sp>
        <p:nvSpPr>
          <p:cNvPr id="45" name="Rectangle 44">
            <a:extLst>
              <a:ext uri="{FF2B5EF4-FFF2-40B4-BE49-F238E27FC236}">
                <a16:creationId xmlns:a16="http://schemas.microsoft.com/office/drawing/2014/main" id="{8C2DD526-00AA-17E3-8192-91AC60E6EF23}"/>
              </a:ext>
            </a:extLst>
          </p:cNvPr>
          <p:cNvSpPr/>
          <p:nvPr/>
        </p:nvSpPr>
        <p:spPr>
          <a:xfrm>
            <a:off x="3810000" y="1188000"/>
            <a:ext cx="14478000" cy="1204805"/>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6" name="Rectangle: Rounded Corners 45">
            <a:extLst>
              <a:ext uri="{FF2B5EF4-FFF2-40B4-BE49-F238E27FC236}">
                <a16:creationId xmlns:a16="http://schemas.microsoft.com/office/drawing/2014/main" id="{C8FF5868-02AF-7740-103D-8DCEF34B5D96}"/>
              </a:ext>
            </a:extLst>
          </p:cNvPr>
          <p:cNvSpPr/>
          <p:nvPr/>
        </p:nvSpPr>
        <p:spPr>
          <a:xfrm>
            <a:off x="3858223" y="1275813"/>
            <a:ext cx="12192000" cy="1020412"/>
          </a:xfrm>
          <a:prstGeom prst="roundRect">
            <a:avLst/>
          </a:prstGeom>
          <a:solidFill>
            <a:srgbClr val="288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4" name="Rectangle 43">
            <a:extLst>
              <a:ext uri="{FF2B5EF4-FFF2-40B4-BE49-F238E27FC236}">
                <a16:creationId xmlns:a16="http://schemas.microsoft.com/office/drawing/2014/main" id="{A3C9E027-1496-BC1E-1346-9C6BB1AF06FD}"/>
              </a:ext>
            </a:extLst>
          </p:cNvPr>
          <p:cNvSpPr/>
          <p:nvPr/>
        </p:nvSpPr>
        <p:spPr>
          <a:xfrm>
            <a:off x="0" y="2400300"/>
            <a:ext cx="3810000" cy="78867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7" name="TextBox 10">
            <a:extLst>
              <a:ext uri="{FF2B5EF4-FFF2-40B4-BE49-F238E27FC236}">
                <a16:creationId xmlns:a16="http://schemas.microsoft.com/office/drawing/2014/main" id="{9728C56F-BAF4-AA99-A2B2-404CF0F5AB8E}"/>
              </a:ext>
            </a:extLst>
          </p:cNvPr>
          <p:cNvSpPr txBox="1"/>
          <p:nvPr/>
        </p:nvSpPr>
        <p:spPr>
          <a:xfrm>
            <a:off x="4572000" y="475436"/>
            <a:ext cx="13549652" cy="1450397"/>
          </a:xfrm>
          <a:prstGeom prst="rect">
            <a:avLst/>
          </a:prstGeom>
        </p:spPr>
        <p:txBody>
          <a:bodyPr wrap="square" lIns="0" tIns="0" rIns="0" bIns="0" rtlCol="0" anchor="t">
            <a:spAutoFit/>
          </a:bodyPr>
          <a:lstStyle/>
          <a:p>
            <a:pPr>
              <a:lnSpc>
                <a:spcPct val="130000"/>
              </a:lnSpc>
              <a:spcBef>
                <a:spcPts val="600"/>
              </a:spcBef>
              <a:spcAft>
                <a:spcPts val="600"/>
              </a:spcAft>
            </a:pPr>
            <a:endParaRPr lang="en-US" sz="3600">
              <a:effectLst/>
              <a:latin typeface="Times New Roman" panose="02020603050405020304" pitchFamily="18" charset="0"/>
              <a:ea typeface="Times New Roman" panose="02020603050405020304" pitchFamily="18" charset="0"/>
            </a:endParaRPr>
          </a:p>
          <a:p>
            <a:pPr indent="0">
              <a:lnSpc>
                <a:spcPct val="130000"/>
              </a:lnSpc>
              <a:spcBef>
                <a:spcPts val="600"/>
              </a:spcBef>
              <a:spcAft>
                <a:spcPts val="600"/>
              </a:spcAft>
              <a:buNone/>
            </a:pPr>
            <a:endParaRPr lang="en-US" sz="3200" b="0" i="0">
              <a:solidFill>
                <a:schemeClr val="tx1"/>
              </a:solidFill>
              <a:effectLst/>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1415CB54-2752-F486-F870-E79F83FD8944}"/>
              </a:ext>
            </a:extLst>
          </p:cNvPr>
          <p:cNvSpPr txBox="1"/>
          <p:nvPr/>
        </p:nvSpPr>
        <p:spPr>
          <a:xfrm>
            <a:off x="685800" y="5466487"/>
            <a:ext cx="2286000" cy="1200329"/>
          </a:xfrm>
          <a:prstGeom prst="rect">
            <a:avLst/>
          </a:prstGeom>
          <a:noFill/>
        </p:spPr>
        <p:txBody>
          <a:bodyPr wrap="square" rtlCol="0">
            <a:spAutoFit/>
          </a:bodyPr>
          <a:lstStyle/>
          <a:p>
            <a:r>
              <a:rPr lang="en-US" sz="3600">
                <a:latin typeface="Times New Roman" panose="02020603050405020304" pitchFamily="18" charset="0"/>
                <a:cs typeface="Times New Roman" panose="02020603050405020304" pitchFamily="18" charset="0"/>
              </a:rPr>
              <a:t>Nội dung nghiên cứu</a:t>
            </a:r>
          </a:p>
        </p:txBody>
      </p:sp>
      <p:sp>
        <p:nvSpPr>
          <p:cNvPr id="18" name="TextBox 17">
            <a:extLst>
              <a:ext uri="{FF2B5EF4-FFF2-40B4-BE49-F238E27FC236}">
                <a16:creationId xmlns:a16="http://schemas.microsoft.com/office/drawing/2014/main" id="{BA480541-2574-93E8-D38D-7187C31B1608}"/>
              </a:ext>
            </a:extLst>
          </p:cNvPr>
          <p:cNvSpPr txBox="1"/>
          <p:nvPr/>
        </p:nvSpPr>
        <p:spPr>
          <a:xfrm>
            <a:off x="3810000" y="2453830"/>
            <a:ext cx="14249400" cy="7070397"/>
          </a:xfrm>
          <a:prstGeom prst="rect">
            <a:avLst/>
          </a:prstGeom>
          <a:noFill/>
        </p:spPr>
        <p:txBody>
          <a:bodyPr wrap="square" rtlCol="0">
            <a:spAutoFit/>
          </a:bodyPr>
          <a:lstStyle/>
          <a:p>
            <a:pPr marL="457200" lvl="0" indent="-457200">
              <a:lnSpc>
                <a:spcPct val="130000"/>
              </a:lnSpc>
              <a:buFont typeface="Arial" panose="020B0604020202020204" pitchFamily="34" charset="0"/>
              <a:buChar char="•"/>
            </a:pPr>
            <a:r>
              <a:rPr lang="vi-VN" sz="3200" b="1">
                <a:latin typeface="Times New Roman" panose="02020603050405020304" pitchFamily="18" charset="0"/>
                <a:ea typeface="SimSun" panose="02010600030101010101" pitchFamily="2" charset="-122"/>
              </a:rPr>
              <a:t>Khảo sát và viết đặc tả yêu cầu</a:t>
            </a:r>
            <a:endParaRPr lang="en-US" sz="3200">
              <a:latin typeface="Times New Roman" panose="02020603050405020304" pitchFamily="18" charset="0"/>
              <a:ea typeface="SimSun" panose="02010600030101010101" pitchFamily="2" charset="-122"/>
            </a:endParaRPr>
          </a:p>
          <a:p>
            <a:pPr marL="457200" lvl="0" indent="-457200">
              <a:lnSpc>
                <a:spcPct val="130000"/>
              </a:lnSpc>
              <a:buFont typeface="Arial" panose="020B0604020202020204" pitchFamily="34" charset="0"/>
              <a:buChar char="•"/>
            </a:pPr>
            <a:r>
              <a:rPr lang="vi-VN" sz="3200" b="1">
                <a:latin typeface="Times New Roman" panose="02020603050405020304" pitchFamily="18" charset="0"/>
                <a:ea typeface="SimSun" panose="02010600030101010101" pitchFamily="2" charset="-122"/>
              </a:rPr>
              <a:t>Nghiên cứu các công nghệ thiết kế phía Front-end</a:t>
            </a:r>
            <a:endParaRPr lang="en-US" sz="3200" b="1">
              <a:latin typeface="Times New Roman" panose="02020603050405020304" pitchFamily="18" charset="0"/>
              <a:ea typeface="SimSun" panose="02010600030101010101" pitchFamily="2" charset="-122"/>
            </a:endParaRPr>
          </a:p>
          <a:p>
            <a:pPr marL="457200" lvl="0" indent="-457200">
              <a:lnSpc>
                <a:spcPct val="130000"/>
              </a:lnSpc>
              <a:buFont typeface="Arial" panose="020B0604020202020204" pitchFamily="34" charset="0"/>
              <a:buChar char="•"/>
            </a:pPr>
            <a:r>
              <a:rPr lang="vi-VN" sz="3200" b="1">
                <a:latin typeface="Times New Roman" panose="02020603050405020304" pitchFamily="18" charset="0"/>
                <a:ea typeface="SimSun" panose="02010600030101010101" pitchFamily="2" charset="-122"/>
              </a:rPr>
              <a:t>Nghiên cứu công nghệ thiết kế phía Back-end</a:t>
            </a:r>
            <a:endParaRPr lang="en-US" sz="3200">
              <a:latin typeface="Times New Roman" panose="02020603050405020304" pitchFamily="18" charset="0"/>
              <a:ea typeface="Times New Roman" panose="02020603050405020304" pitchFamily="18" charset="0"/>
            </a:endParaRPr>
          </a:p>
          <a:p>
            <a:pPr marL="457200" lvl="0" indent="-457200">
              <a:lnSpc>
                <a:spcPct val="130000"/>
              </a:lnSpc>
              <a:buFont typeface="Arial" panose="020B0604020202020204" pitchFamily="34" charset="0"/>
              <a:buChar char="•"/>
            </a:pPr>
            <a:r>
              <a:rPr lang="vi-VN" sz="3200" b="1">
                <a:latin typeface="Times New Roman" panose="02020603050405020304" pitchFamily="18" charset="0"/>
                <a:ea typeface="SimSun" panose="02010600030101010101" pitchFamily="2" charset="-122"/>
              </a:rPr>
              <a:t>Nghiên cứu quy trình xây dựng phần mềm:</a:t>
            </a:r>
            <a:endParaRPr lang="en-US" sz="3200" b="1">
              <a:latin typeface="Times New Roman" panose="02020603050405020304" pitchFamily="18" charset="0"/>
              <a:ea typeface="SimSun" panose="02010600030101010101" pitchFamily="2" charset="-122"/>
            </a:endParaRPr>
          </a:p>
          <a:p>
            <a:pPr marL="914400" lvl="1" indent="-457200">
              <a:lnSpc>
                <a:spcPct val="130000"/>
              </a:lnSpc>
              <a:buFont typeface="Wingdings" panose="05000000000000000000" pitchFamily="2" charset="2"/>
              <a:buChar char="Ø"/>
            </a:pPr>
            <a:r>
              <a:rPr lang="vi-VN" sz="3200">
                <a:latin typeface="Times New Roman" panose="02020603050405020304" pitchFamily="18" charset="0"/>
                <a:ea typeface="Times New Roman" panose="02020603050405020304" pitchFamily="18" charset="0"/>
              </a:rPr>
              <a:t>Thiết kế kiến trúc hệ thống </a:t>
            </a:r>
            <a:endParaRPr lang="en-US" sz="3200">
              <a:latin typeface="Times New Roman" panose="02020603050405020304" pitchFamily="18" charset="0"/>
              <a:ea typeface="Times New Roman" panose="02020603050405020304" pitchFamily="18" charset="0"/>
            </a:endParaRPr>
          </a:p>
          <a:p>
            <a:pPr marL="914400" lvl="1" indent="-457200">
              <a:lnSpc>
                <a:spcPct val="130000"/>
              </a:lnSpc>
              <a:buFont typeface="Wingdings" panose="05000000000000000000" pitchFamily="2" charset="2"/>
              <a:buChar char="Ø"/>
            </a:pPr>
            <a:r>
              <a:rPr lang="vi-VN" sz="3200">
                <a:latin typeface="Times New Roman" panose="02020603050405020304" pitchFamily="18" charset="0"/>
                <a:ea typeface="Times New Roman" panose="02020603050405020304" pitchFamily="18" charset="0"/>
              </a:rPr>
              <a:t>Thiết kế CSDL</a:t>
            </a:r>
            <a:endParaRPr lang="en-US" sz="3200">
              <a:latin typeface="Times New Roman" panose="02020603050405020304" pitchFamily="18" charset="0"/>
              <a:ea typeface="Times New Roman" panose="02020603050405020304" pitchFamily="18" charset="0"/>
            </a:endParaRPr>
          </a:p>
          <a:p>
            <a:pPr marL="914400" lvl="1" indent="-457200">
              <a:lnSpc>
                <a:spcPct val="130000"/>
              </a:lnSpc>
              <a:buFont typeface="Wingdings" panose="05000000000000000000" pitchFamily="2" charset="2"/>
              <a:buChar char="Ø"/>
            </a:pPr>
            <a:r>
              <a:rPr lang="vi-VN" sz="3200">
                <a:latin typeface="Times New Roman" panose="02020603050405020304" pitchFamily="18" charset="0"/>
                <a:ea typeface="Times New Roman" panose="02020603050405020304" pitchFamily="18" charset="0"/>
              </a:rPr>
              <a:t>Thiết kế giao diện</a:t>
            </a:r>
            <a:endParaRPr lang="en-US" sz="3200">
              <a:latin typeface="Times New Roman" panose="02020603050405020304" pitchFamily="18" charset="0"/>
              <a:ea typeface="Times New Roman" panose="02020603050405020304" pitchFamily="18" charset="0"/>
            </a:endParaRPr>
          </a:p>
          <a:p>
            <a:pPr marL="914400" lvl="1" indent="-457200">
              <a:lnSpc>
                <a:spcPct val="130000"/>
              </a:lnSpc>
              <a:buFont typeface="Wingdings" panose="05000000000000000000" pitchFamily="2" charset="2"/>
              <a:buChar char="Ø"/>
            </a:pPr>
            <a:r>
              <a:rPr lang="vi-VN" sz="3200">
                <a:latin typeface="Times New Roman" panose="02020603050405020304" pitchFamily="18" charset="0"/>
                <a:ea typeface="Times New Roman" panose="02020603050405020304" pitchFamily="18" charset="0"/>
              </a:rPr>
              <a:t>Thiết kế các thành phần, chức năng cần có cho </a:t>
            </a:r>
            <a:r>
              <a:rPr lang="en-US" sz="3200">
                <a:latin typeface="Times New Roman" panose="02020603050405020304" pitchFamily="18" charset="0"/>
                <a:ea typeface="Times New Roman" panose="02020603050405020304" pitchFamily="18" charset="0"/>
              </a:rPr>
              <a:t>ứng dụng</a:t>
            </a:r>
          </a:p>
          <a:p>
            <a:pPr marL="457200" lvl="0" indent="-457200">
              <a:lnSpc>
                <a:spcPct val="130000"/>
              </a:lnSpc>
              <a:buFont typeface="Arial" panose="020B0604020202020204" pitchFamily="34" charset="0"/>
              <a:buChar char="•"/>
            </a:pPr>
            <a:r>
              <a:rPr lang="vi-VN" sz="3200">
                <a:latin typeface="Times New Roman" panose="02020603050405020304" pitchFamily="18" charset="0"/>
                <a:ea typeface="SimSun" panose="02010600030101010101" pitchFamily="2" charset="-122"/>
              </a:rPr>
              <a:t>Nghiên cứu quy trình viết đặc tả yêu cầu theo hướng đối tượng.</a:t>
            </a:r>
            <a:endParaRPr lang="en-US" sz="3200">
              <a:latin typeface="Times New Roman" panose="02020603050405020304" pitchFamily="18" charset="0"/>
              <a:ea typeface="Times New Roman" panose="02020603050405020304" pitchFamily="18" charset="0"/>
            </a:endParaRPr>
          </a:p>
          <a:p>
            <a:pPr marL="457200" lvl="0" indent="-457200">
              <a:lnSpc>
                <a:spcPct val="130000"/>
              </a:lnSpc>
              <a:buFont typeface="Arial" panose="020B0604020202020204" pitchFamily="34" charset="0"/>
              <a:buChar char="•"/>
            </a:pPr>
            <a:r>
              <a:rPr lang="vi-VN" sz="3200">
                <a:latin typeface="Times New Roman" panose="02020603050405020304" pitchFamily="18" charset="0"/>
                <a:ea typeface="SimSun" panose="02010600030101010101" pitchFamily="2" charset="-122"/>
              </a:rPr>
              <a:t>Nghiên cứu quy trình kiểm thử phần mềm.</a:t>
            </a:r>
            <a:endParaRPr lang="en-US" sz="3200">
              <a:latin typeface="Times New Roman" panose="02020603050405020304" pitchFamily="18" charset="0"/>
              <a:ea typeface="Times New Roman" panose="02020603050405020304" pitchFamily="18" charset="0"/>
            </a:endParaRPr>
          </a:p>
          <a:p>
            <a:pPr marL="457200" lvl="0" indent="-457200">
              <a:lnSpc>
                <a:spcPct val="130000"/>
              </a:lnSpc>
              <a:buFont typeface="Arial" panose="020B0604020202020204" pitchFamily="34" charset="0"/>
              <a:buChar char="•"/>
            </a:pPr>
            <a:r>
              <a:rPr lang="vi-VN" sz="3200">
                <a:latin typeface="Times New Roman" panose="02020603050405020304" pitchFamily="18" charset="0"/>
                <a:ea typeface="SimSun" panose="02010600030101010101" pitchFamily="2" charset="-122"/>
              </a:rPr>
              <a:t>Chỉnh sửa kiểm thử và hoàn thiện chương trình</a:t>
            </a:r>
            <a:endParaRPr lang="en-US" sz="3200">
              <a:latin typeface="Times New Roman" panose="02020603050405020304" pitchFamily="18" charset="0"/>
              <a:ea typeface="Times New Roman" panose="02020603050405020304" pitchFamily="18" charset="0"/>
            </a:endParaRPr>
          </a:p>
        </p:txBody>
      </p:sp>
      <p:grpSp>
        <p:nvGrpSpPr>
          <p:cNvPr id="47" name="Group 46">
            <a:extLst>
              <a:ext uri="{FF2B5EF4-FFF2-40B4-BE49-F238E27FC236}">
                <a16:creationId xmlns:a16="http://schemas.microsoft.com/office/drawing/2014/main" id="{B87F4830-A03E-AF7C-D4EA-85F834CE2952}"/>
              </a:ext>
            </a:extLst>
          </p:cNvPr>
          <p:cNvGrpSpPr/>
          <p:nvPr/>
        </p:nvGrpSpPr>
        <p:grpSpPr>
          <a:xfrm>
            <a:off x="0" y="0"/>
            <a:ext cx="18360000" cy="1188944"/>
            <a:chOff x="0" y="0"/>
            <a:chExt cx="18360000" cy="1188944"/>
          </a:xfrm>
        </p:grpSpPr>
        <p:sp>
          <p:nvSpPr>
            <p:cNvPr id="48" name="Rectangle 47">
              <a:extLst>
                <a:ext uri="{FF2B5EF4-FFF2-40B4-BE49-F238E27FC236}">
                  <a16:creationId xmlns:a16="http://schemas.microsoft.com/office/drawing/2014/main" id="{B652FBA3-699B-03DD-892C-44F0DDB3097A}"/>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9" name="Rectangle 48">
              <a:extLst>
                <a:ext uri="{FF2B5EF4-FFF2-40B4-BE49-F238E27FC236}">
                  <a16:creationId xmlns:a16="http://schemas.microsoft.com/office/drawing/2014/main" id="{7BCA0DB6-659B-3529-329D-838279E74441}"/>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0" name="Rectangle 49">
              <a:extLst>
                <a:ext uri="{FF2B5EF4-FFF2-40B4-BE49-F238E27FC236}">
                  <a16:creationId xmlns:a16="http://schemas.microsoft.com/office/drawing/2014/main" id="{77932484-39A1-A0C1-1278-6038B3A5A695}"/>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1" name="Rectangle 50">
              <a:extLst>
                <a:ext uri="{FF2B5EF4-FFF2-40B4-BE49-F238E27FC236}">
                  <a16:creationId xmlns:a16="http://schemas.microsoft.com/office/drawing/2014/main" id="{1957817C-3130-E1B2-8FC8-8FA005B278C5}"/>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52" name="Oval 51">
            <a:extLst>
              <a:ext uri="{FF2B5EF4-FFF2-40B4-BE49-F238E27FC236}">
                <a16:creationId xmlns:a16="http://schemas.microsoft.com/office/drawing/2014/main" id="{560F43E2-F7EA-8427-C254-77A51066C799}"/>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53" name="TextBox 52">
            <a:extLst>
              <a:ext uri="{FF2B5EF4-FFF2-40B4-BE49-F238E27FC236}">
                <a16:creationId xmlns:a16="http://schemas.microsoft.com/office/drawing/2014/main" id="{5E94FFC4-A91E-AE6F-D7D2-406E4A71D24C}"/>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54" name="Picture 53">
            <a:extLst>
              <a:ext uri="{FF2B5EF4-FFF2-40B4-BE49-F238E27FC236}">
                <a16:creationId xmlns:a16="http://schemas.microsoft.com/office/drawing/2014/main" id="{7DC1F384-BEAB-D283-6D44-0129512C31CE}"/>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sp>
        <p:nvSpPr>
          <p:cNvPr id="2" name="TextBox 1">
            <a:extLst>
              <a:ext uri="{FF2B5EF4-FFF2-40B4-BE49-F238E27FC236}">
                <a16:creationId xmlns:a16="http://schemas.microsoft.com/office/drawing/2014/main" id="{5C230445-0126-6E4A-9D96-A5514DB6D7A7}"/>
              </a:ext>
            </a:extLst>
          </p:cNvPr>
          <p:cNvSpPr txBox="1"/>
          <p:nvPr/>
        </p:nvSpPr>
        <p:spPr>
          <a:xfrm>
            <a:off x="3858222" y="1463633"/>
            <a:ext cx="11534177" cy="646331"/>
          </a:xfrm>
          <a:prstGeom prst="rect">
            <a:avLst/>
          </a:prstGeom>
          <a:noFill/>
        </p:spPr>
        <p:txBody>
          <a:bodyPr wrap="square" rtlCol="0">
            <a:spAutoFit/>
          </a:bodyPr>
          <a:lstStyle/>
          <a:p>
            <a:r>
              <a:rPr lang="en-US" sz="3600">
                <a:solidFill>
                  <a:schemeClr val="bg1"/>
                </a:solidFill>
                <a:latin typeface="Times New Roman" panose="02020603050405020304" pitchFamily="18" charset="0"/>
                <a:cs typeface="Times New Roman" panose="02020603050405020304" pitchFamily="18" charset="0"/>
              </a:rPr>
              <a:t>3. NỘI DUNG VÀ PHƯƠNG PHÁP NGHIÊN CỨU</a:t>
            </a:r>
            <a:endParaRPr lang="en-US" sz="3600" dirty="0">
              <a:solidFill>
                <a:schemeClr val="bg1"/>
              </a:solidFill>
              <a:latin typeface="Times New Roman" panose="02020603050405020304" pitchFamily="18" charset="0"/>
              <a:cs typeface="Times New Roman" panose="02020603050405020304" pitchFamily="18" charset="0"/>
            </a:endParaRPr>
          </a:p>
        </p:txBody>
      </p:sp>
      <p:sp>
        <p:nvSpPr>
          <p:cNvPr id="4" name="Rectangle 3">
            <a:extLst>
              <a:ext uri="{FF2B5EF4-FFF2-40B4-BE49-F238E27FC236}">
                <a16:creationId xmlns:a16="http://schemas.microsoft.com/office/drawing/2014/main" id="{C70BAD8A-E7DA-B09D-9385-C2082B322507}"/>
              </a:ext>
            </a:extLst>
          </p:cNvPr>
          <p:cNvSpPr/>
          <p:nvPr/>
        </p:nvSpPr>
        <p:spPr>
          <a:xfrm>
            <a:off x="-3810000" y="5150995"/>
            <a:ext cx="3810000" cy="5136005"/>
          </a:xfrm>
          <a:prstGeom prst="rect">
            <a:avLst/>
          </a:prstGeom>
          <a:solidFill>
            <a:srgbClr val="A3CCC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Tree>
    <p:extLst>
      <p:ext uri="{BB962C8B-B14F-4D97-AF65-F5344CB8AC3E}">
        <p14:creationId xmlns:p14="http://schemas.microsoft.com/office/powerpoint/2010/main" val="3002473627"/>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1"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0-#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18">
                                            <p:txEl>
                                              <p:pRg st="0" end="0"/>
                                            </p:txEl>
                                          </p:spTgt>
                                        </p:tgtEl>
                                        <p:attrNameLst>
                                          <p:attrName>style.visibility</p:attrName>
                                        </p:attrNameLst>
                                      </p:cBhvr>
                                      <p:to>
                                        <p:strVal val="visible"/>
                                      </p:to>
                                    </p:set>
                                    <p:anim calcmode="lin" valueType="num">
                                      <p:cBhvr additive="base">
                                        <p:cTn id="11" dur="500" fill="hold"/>
                                        <p:tgtEl>
                                          <p:spTgt spid="18">
                                            <p:txEl>
                                              <p:pRg st="0" end="0"/>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18">
                                            <p:txEl>
                                              <p:pRg st="0" end="0"/>
                                            </p:txEl>
                                          </p:spTgt>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0"/>
                                  </p:stCondLst>
                                  <p:childTnLst>
                                    <p:set>
                                      <p:cBhvr>
                                        <p:cTn id="14" dur="1" fill="hold">
                                          <p:stCondLst>
                                            <p:cond delay="0"/>
                                          </p:stCondLst>
                                        </p:cTn>
                                        <p:tgtEl>
                                          <p:spTgt spid="18">
                                            <p:txEl>
                                              <p:pRg st="1" end="1"/>
                                            </p:txEl>
                                          </p:spTgt>
                                        </p:tgtEl>
                                        <p:attrNameLst>
                                          <p:attrName>style.visibility</p:attrName>
                                        </p:attrNameLst>
                                      </p:cBhvr>
                                      <p:to>
                                        <p:strVal val="visible"/>
                                      </p:to>
                                    </p:set>
                                    <p:anim calcmode="lin" valueType="num">
                                      <p:cBhvr additive="base">
                                        <p:cTn id="15" dur="500" fill="hold"/>
                                        <p:tgtEl>
                                          <p:spTgt spid="18">
                                            <p:txEl>
                                              <p:pRg st="1" end="1"/>
                                            </p:txEl>
                                          </p:spTgt>
                                        </p:tgtEl>
                                        <p:attrNameLst>
                                          <p:attrName>ppt_x</p:attrName>
                                        </p:attrNameLst>
                                      </p:cBhvr>
                                      <p:tavLst>
                                        <p:tav tm="0">
                                          <p:val>
                                            <p:strVal val="#ppt_x"/>
                                          </p:val>
                                        </p:tav>
                                        <p:tav tm="100000">
                                          <p:val>
                                            <p:strVal val="#ppt_x"/>
                                          </p:val>
                                        </p:tav>
                                      </p:tavLst>
                                    </p:anim>
                                    <p:anim calcmode="lin" valueType="num">
                                      <p:cBhvr additive="base">
                                        <p:cTn id="16" dur="500" fill="hold"/>
                                        <p:tgtEl>
                                          <p:spTgt spid="18">
                                            <p:txEl>
                                              <p:pRg st="1" end="1"/>
                                            </p:txEl>
                                          </p:spTgt>
                                        </p:tgtEl>
                                        <p:attrNameLst>
                                          <p:attrName>ppt_y</p:attrName>
                                        </p:attrNameLst>
                                      </p:cBhvr>
                                      <p:tavLst>
                                        <p:tav tm="0">
                                          <p:val>
                                            <p:strVal val="1+#ppt_h/2"/>
                                          </p:val>
                                        </p:tav>
                                        <p:tav tm="100000">
                                          <p:val>
                                            <p:strVal val="#ppt_y"/>
                                          </p:val>
                                        </p:tav>
                                      </p:tavLst>
                                    </p:anim>
                                  </p:childTnLst>
                                </p:cTn>
                              </p:par>
                              <p:par>
                                <p:cTn id="17" presetID="2" presetClass="entr" presetSubtype="4" fill="hold" grpId="0" nodeType="withEffect">
                                  <p:stCondLst>
                                    <p:cond delay="0"/>
                                  </p:stCondLst>
                                  <p:childTnLst>
                                    <p:set>
                                      <p:cBhvr>
                                        <p:cTn id="18" dur="1" fill="hold">
                                          <p:stCondLst>
                                            <p:cond delay="0"/>
                                          </p:stCondLst>
                                        </p:cTn>
                                        <p:tgtEl>
                                          <p:spTgt spid="18">
                                            <p:txEl>
                                              <p:pRg st="2" end="2"/>
                                            </p:txEl>
                                          </p:spTgt>
                                        </p:tgtEl>
                                        <p:attrNameLst>
                                          <p:attrName>style.visibility</p:attrName>
                                        </p:attrNameLst>
                                      </p:cBhvr>
                                      <p:to>
                                        <p:strVal val="visible"/>
                                      </p:to>
                                    </p:set>
                                    <p:anim calcmode="lin" valueType="num">
                                      <p:cBhvr additive="base">
                                        <p:cTn id="19" dur="500" fill="hold"/>
                                        <p:tgtEl>
                                          <p:spTgt spid="18">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18">
                                            <p:txEl>
                                              <p:pRg st="2" end="2"/>
                                            </p:txEl>
                                          </p:spTgt>
                                        </p:tgtEl>
                                        <p:attrNameLst>
                                          <p:attrName>ppt_y</p:attrName>
                                        </p:attrNameLst>
                                      </p:cBhvr>
                                      <p:tavLst>
                                        <p:tav tm="0">
                                          <p:val>
                                            <p:strVal val="1+#ppt_h/2"/>
                                          </p:val>
                                        </p:tav>
                                        <p:tav tm="100000">
                                          <p:val>
                                            <p:strVal val="#ppt_y"/>
                                          </p:val>
                                        </p:tav>
                                      </p:tavLst>
                                    </p:anim>
                                  </p:childTnLst>
                                </p:cTn>
                              </p:par>
                              <p:par>
                                <p:cTn id="21" presetID="2" presetClass="entr" presetSubtype="4" fill="hold" grpId="0" nodeType="withEffect">
                                  <p:stCondLst>
                                    <p:cond delay="0"/>
                                  </p:stCondLst>
                                  <p:childTnLst>
                                    <p:set>
                                      <p:cBhvr>
                                        <p:cTn id="22" dur="1" fill="hold">
                                          <p:stCondLst>
                                            <p:cond delay="0"/>
                                          </p:stCondLst>
                                        </p:cTn>
                                        <p:tgtEl>
                                          <p:spTgt spid="18">
                                            <p:txEl>
                                              <p:pRg st="3" end="3"/>
                                            </p:txEl>
                                          </p:spTgt>
                                        </p:tgtEl>
                                        <p:attrNameLst>
                                          <p:attrName>style.visibility</p:attrName>
                                        </p:attrNameLst>
                                      </p:cBhvr>
                                      <p:to>
                                        <p:strVal val="visible"/>
                                      </p:to>
                                    </p:set>
                                    <p:anim calcmode="lin" valueType="num">
                                      <p:cBhvr additive="base">
                                        <p:cTn id="23" dur="500" fill="hold"/>
                                        <p:tgtEl>
                                          <p:spTgt spid="18">
                                            <p:txEl>
                                              <p:pRg st="3" end="3"/>
                                            </p:txEl>
                                          </p:spTgt>
                                        </p:tgtEl>
                                        <p:attrNameLst>
                                          <p:attrName>ppt_x</p:attrName>
                                        </p:attrNameLst>
                                      </p:cBhvr>
                                      <p:tavLst>
                                        <p:tav tm="0">
                                          <p:val>
                                            <p:strVal val="#ppt_x"/>
                                          </p:val>
                                        </p:tav>
                                        <p:tav tm="100000">
                                          <p:val>
                                            <p:strVal val="#ppt_x"/>
                                          </p:val>
                                        </p:tav>
                                      </p:tavLst>
                                    </p:anim>
                                    <p:anim calcmode="lin" valueType="num">
                                      <p:cBhvr additive="base">
                                        <p:cTn id="24" dur="500" fill="hold"/>
                                        <p:tgtEl>
                                          <p:spTgt spid="18">
                                            <p:txEl>
                                              <p:pRg st="3" end="3"/>
                                            </p:txEl>
                                          </p:spTgt>
                                        </p:tgtEl>
                                        <p:attrNameLst>
                                          <p:attrName>ppt_y</p:attrName>
                                        </p:attrNameLst>
                                      </p:cBhvr>
                                      <p:tavLst>
                                        <p:tav tm="0">
                                          <p:val>
                                            <p:strVal val="1+#ppt_h/2"/>
                                          </p:val>
                                        </p:tav>
                                        <p:tav tm="100000">
                                          <p:val>
                                            <p:strVal val="#ppt_y"/>
                                          </p:val>
                                        </p:tav>
                                      </p:tavLst>
                                    </p:anim>
                                  </p:childTnLst>
                                </p:cTn>
                              </p:par>
                              <p:par>
                                <p:cTn id="25" presetID="2" presetClass="entr" presetSubtype="4" fill="hold" grpId="0" nodeType="withEffect">
                                  <p:stCondLst>
                                    <p:cond delay="0"/>
                                  </p:stCondLst>
                                  <p:childTnLst>
                                    <p:set>
                                      <p:cBhvr>
                                        <p:cTn id="26" dur="1" fill="hold">
                                          <p:stCondLst>
                                            <p:cond delay="0"/>
                                          </p:stCondLst>
                                        </p:cTn>
                                        <p:tgtEl>
                                          <p:spTgt spid="18">
                                            <p:txEl>
                                              <p:pRg st="4" end="4"/>
                                            </p:txEl>
                                          </p:spTgt>
                                        </p:tgtEl>
                                        <p:attrNameLst>
                                          <p:attrName>style.visibility</p:attrName>
                                        </p:attrNameLst>
                                      </p:cBhvr>
                                      <p:to>
                                        <p:strVal val="visible"/>
                                      </p:to>
                                    </p:set>
                                    <p:anim calcmode="lin" valueType="num">
                                      <p:cBhvr additive="base">
                                        <p:cTn id="27" dur="500" fill="hold"/>
                                        <p:tgtEl>
                                          <p:spTgt spid="18">
                                            <p:txEl>
                                              <p:pRg st="4" end="4"/>
                                            </p:txEl>
                                          </p:spTgt>
                                        </p:tgtEl>
                                        <p:attrNameLst>
                                          <p:attrName>ppt_x</p:attrName>
                                        </p:attrNameLst>
                                      </p:cBhvr>
                                      <p:tavLst>
                                        <p:tav tm="0">
                                          <p:val>
                                            <p:strVal val="#ppt_x"/>
                                          </p:val>
                                        </p:tav>
                                        <p:tav tm="100000">
                                          <p:val>
                                            <p:strVal val="#ppt_x"/>
                                          </p:val>
                                        </p:tav>
                                      </p:tavLst>
                                    </p:anim>
                                    <p:anim calcmode="lin" valueType="num">
                                      <p:cBhvr additive="base">
                                        <p:cTn id="28" dur="500" fill="hold"/>
                                        <p:tgtEl>
                                          <p:spTgt spid="18">
                                            <p:txEl>
                                              <p:pRg st="4" end="4"/>
                                            </p:txEl>
                                          </p:spTgt>
                                        </p:tgtEl>
                                        <p:attrNameLst>
                                          <p:attrName>ppt_y</p:attrName>
                                        </p:attrNameLst>
                                      </p:cBhvr>
                                      <p:tavLst>
                                        <p:tav tm="0">
                                          <p:val>
                                            <p:strVal val="1+#ppt_h/2"/>
                                          </p:val>
                                        </p:tav>
                                        <p:tav tm="100000">
                                          <p:val>
                                            <p:strVal val="#ppt_y"/>
                                          </p:val>
                                        </p:tav>
                                      </p:tavLst>
                                    </p:anim>
                                  </p:childTnLst>
                                </p:cTn>
                              </p:par>
                              <p:par>
                                <p:cTn id="29" presetID="2" presetClass="entr" presetSubtype="4" fill="hold" grpId="0" nodeType="withEffect">
                                  <p:stCondLst>
                                    <p:cond delay="0"/>
                                  </p:stCondLst>
                                  <p:childTnLst>
                                    <p:set>
                                      <p:cBhvr>
                                        <p:cTn id="30" dur="1" fill="hold">
                                          <p:stCondLst>
                                            <p:cond delay="0"/>
                                          </p:stCondLst>
                                        </p:cTn>
                                        <p:tgtEl>
                                          <p:spTgt spid="18">
                                            <p:txEl>
                                              <p:pRg st="5" end="5"/>
                                            </p:txEl>
                                          </p:spTgt>
                                        </p:tgtEl>
                                        <p:attrNameLst>
                                          <p:attrName>style.visibility</p:attrName>
                                        </p:attrNameLst>
                                      </p:cBhvr>
                                      <p:to>
                                        <p:strVal val="visible"/>
                                      </p:to>
                                    </p:set>
                                    <p:anim calcmode="lin" valueType="num">
                                      <p:cBhvr additive="base">
                                        <p:cTn id="31" dur="500" fill="hold"/>
                                        <p:tgtEl>
                                          <p:spTgt spid="18">
                                            <p:txEl>
                                              <p:pRg st="5" end="5"/>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18">
                                            <p:txEl>
                                              <p:pRg st="5" end="5"/>
                                            </p:txEl>
                                          </p:spTgt>
                                        </p:tgtEl>
                                        <p:attrNameLst>
                                          <p:attrName>ppt_y</p:attrName>
                                        </p:attrNameLst>
                                      </p:cBhvr>
                                      <p:tavLst>
                                        <p:tav tm="0">
                                          <p:val>
                                            <p:strVal val="1+#ppt_h/2"/>
                                          </p:val>
                                        </p:tav>
                                        <p:tav tm="100000">
                                          <p:val>
                                            <p:strVal val="#ppt_y"/>
                                          </p:val>
                                        </p:tav>
                                      </p:tavLst>
                                    </p:anim>
                                  </p:childTnLst>
                                </p:cTn>
                              </p:par>
                              <p:par>
                                <p:cTn id="33" presetID="2" presetClass="entr" presetSubtype="4" fill="hold" grpId="0" nodeType="withEffect">
                                  <p:stCondLst>
                                    <p:cond delay="0"/>
                                  </p:stCondLst>
                                  <p:childTnLst>
                                    <p:set>
                                      <p:cBhvr>
                                        <p:cTn id="34" dur="1" fill="hold">
                                          <p:stCondLst>
                                            <p:cond delay="0"/>
                                          </p:stCondLst>
                                        </p:cTn>
                                        <p:tgtEl>
                                          <p:spTgt spid="18">
                                            <p:txEl>
                                              <p:pRg st="6" end="6"/>
                                            </p:txEl>
                                          </p:spTgt>
                                        </p:tgtEl>
                                        <p:attrNameLst>
                                          <p:attrName>style.visibility</p:attrName>
                                        </p:attrNameLst>
                                      </p:cBhvr>
                                      <p:to>
                                        <p:strVal val="visible"/>
                                      </p:to>
                                    </p:set>
                                    <p:anim calcmode="lin" valueType="num">
                                      <p:cBhvr additive="base">
                                        <p:cTn id="35" dur="500" fill="hold"/>
                                        <p:tgtEl>
                                          <p:spTgt spid="18">
                                            <p:txEl>
                                              <p:pRg st="6" end="6"/>
                                            </p:txEl>
                                          </p:spTgt>
                                        </p:tgtEl>
                                        <p:attrNameLst>
                                          <p:attrName>ppt_x</p:attrName>
                                        </p:attrNameLst>
                                      </p:cBhvr>
                                      <p:tavLst>
                                        <p:tav tm="0">
                                          <p:val>
                                            <p:strVal val="#ppt_x"/>
                                          </p:val>
                                        </p:tav>
                                        <p:tav tm="100000">
                                          <p:val>
                                            <p:strVal val="#ppt_x"/>
                                          </p:val>
                                        </p:tav>
                                      </p:tavLst>
                                    </p:anim>
                                    <p:anim calcmode="lin" valueType="num">
                                      <p:cBhvr additive="base">
                                        <p:cTn id="36" dur="500" fill="hold"/>
                                        <p:tgtEl>
                                          <p:spTgt spid="18">
                                            <p:txEl>
                                              <p:pRg st="6" end="6"/>
                                            </p:txEl>
                                          </p:spTgt>
                                        </p:tgtEl>
                                        <p:attrNameLst>
                                          <p:attrName>ppt_y</p:attrName>
                                        </p:attrNameLst>
                                      </p:cBhvr>
                                      <p:tavLst>
                                        <p:tav tm="0">
                                          <p:val>
                                            <p:strVal val="1+#ppt_h/2"/>
                                          </p:val>
                                        </p:tav>
                                        <p:tav tm="100000">
                                          <p:val>
                                            <p:strVal val="#ppt_y"/>
                                          </p:val>
                                        </p:tav>
                                      </p:tavLst>
                                    </p:anim>
                                  </p:childTnLst>
                                </p:cTn>
                              </p:par>
                              <p:par>
                                <p:cTn id="37" presetID="2" presetClass="entr" presetSubtype="4" fill="hold" grpId="0" nodeType="withEffect">
                                  <p:stCondLst>
                                    <p:cond delay="0"/>
                                  </p:stCondLst>
                                  <p:childTnLst>
                                    <p:set>
                                      <p:cBhvr>
                                        <p:cTn id="38" dur="1" fill="hold">
                                          <p:stCondLst>
                                            <p:cond delay="0"/>
                                          </p:stCondLst>
                                        </p:cTn>
                                        <p:tgtEl>
                                          <p:spTgt spid="18">
                                            <p:txEl>
                                              <p:pRg st="7" end="7"/>
                                            </p:txEl>
                                          </p:spTgt>
                                        </p:tgtEl>
                                        <p:attrNameLst>
                                          <p:attrName>style.visibility</p:attrName>
                                        </p:attrNameLst>
                                      </p:cBhvr>
                                      <p:to>
                                        <p:strVal val="visible"/>
                                      </p:to>
                                    </p:set>
                                    <p:anim calcmode="lin" valueType="num">
                                      <p:cBhvr additive="base">
                                        <p:cTn id="39" dur="500" fill="hold"/>
                                        <p:tgtEl>
                                          <p:spTgt spid="18">
                                            <p:txEl>
                                              <p:pRg st="7" end="7"/>
                                            </p:txEl>
                                          </p:spTgt>
                                        </p:tgtEl>
                                        <p:attrNameLst>
                                          <p:attrName>ppt_x</p:attrName>
                                        </p:attrNameLst>
                                      </p:cBhvr>
                                      <p:tavLst>
                                        <p:tav tm="0">
                                          <p:val>
                                            <p:strVal val="#ppt_x"/>
                                          </p:val>
                                        </p:tav>
                                        <p:tav tm="100000">
                                          <p:val>
                                            <p:strVal val="#ppt_x"/>
                                          </p:val>
                                        </p:tav>
                                      </p:tavLst>
                                    </p:anim>
                                    <p:anim calcmode="lin" valueType="num">
                                      <p:cBhvr additive="base">
                                        <p:cTn id="40" dur="500" fill="hold"/>
                                        <p:tgtEl>
                                          <p:spTgt spid="18">
                                            <p:txEl>
                                              <p:pRg st="7" end="7"/>
                                            </p:txEl>
                                          </p:spTgt>
                                        </p:tgtEl>
                                        <p:attrNameLst>
                                          <p:attrName>ppt_y</p:attrName>
                                        </p:attrNameLst>
                                      </p:cBhvr>
                                      <p:tavLst>
                                        <p:tav tm="0">
                                          <p:val>
                                            <p:strVal val="1+#ppt_h/2"/>
                                          </p:val>
                                        </p:tav>
                                        <p:tav tm="100000">
                                          <p:val>
                                            <p:strVal val="#ppt_y"/>
                                          </p:val>
                                        </p:tav>
                                      </p:tavLst>
                                    </p:anim>
                                  </p:childTnLst>
                                </p:cTn>
                              </p:par>
                              <p:par>
                                <p:cTn id="41" presetID="2" presetClass="entr" presetSubtype="4" fill="hold" grpId="0" nodeType="withEffect">
                                  <p:stCondLst>
                                    <p:cond delay="0"/>
                                  </p:stCondLst>
                                  <p:childTnLst>
                                    <p:set>
                                      <p:cBhvr>
                                        <p:cTn id="42" dur="1" fill="hold">
                                          <p:stCondLst>
                                            <p:cond delay="0"/>
                                          </p:stCondLst>
                                        </p:cTn>
                                        <p:tgtEl>
                                          <p:spTgt spid="18">
                                            <p:txEl>
                                              <p:pRg st="8" end="8"/>
                                            </p:txEl>
                                          </p:spTgt>
                                        </p:tgtEl>
                                        <p:attrNameLst>
                                          <p:attrName>style.visibility</p:attrName>
                                        </p:attrNameLst>
                                      </p:cBhvr>
                                      <p:to>
                                        <p:strVal val="visible"/>
                                      </p:to>
                                    </p:set>
                                    <p:anim calcmode="lin" valueType="num">
                                      <p:cBhvr additive="base">
                                        <p:cTn id="43" dur="500" fill="hold"/>
                                        <p:tgtEl>
                                          <p:spTgt spid="18">
                                            <p:txEl>
                                              <p:pRg st="8" end="8"/>
                                            </p:txEl>
                                          </p:spTgt>
                                        </p:tgtEl>
                                        <p:attrNameLst>
                                          <p:attrName>ppt_x</p:attrName>
                                        </p:attrNameLst>
                                      </p:cBhvr>
                                      <p:tavLst>
                                        <p:tav tm="0">
                                          <p:val>
                                            <p:strVal val="#ppt_x"/>
                                          </p:val>
                                        </p:tav>
                                        <p:tav tm="100000">
                                          <p:val>
                                            <p:strVal val="#ppt_x"/>
                                          </p:val>
                                        </p:tav>
                                      </p:tavLst>
                                    </p:anim>
                                    <p:anim calcmode="lin" valueType="num">
                                      <p:cBhvr additive="base">
                                        <p:cTn id="44" dur="500" fill="hold"/>
                                        <p:tgtEl>
                                          <p:spTgt spid="18">
                                            <p:txEl>
                                              <p:pRg st="8" end="8"/>
                                            </p:txEl>
                                          </p:spTgt>
                                        </p:tgtEl>
                                        <p:attrNameLst>
                                          <p:attrName>ppt_y</p:attrName>
                                        </p:attrNameLst>
                                      </p:cBhvr>
                                      <p:tavLst>
                                        <p:tav tm="0">
                                          <p:val>
                                            <p:strVal val="1+#ppt_h/2"/>
                                          </p:val>
                                        </p:tav>
                                        <p:tav tm="100000">
                                          <p:val>
                                            <p:strVal val="#ppt_y"/>
                                          </p:val>
                                        </p:tav>
                                      </p:tavLst>
                                    </p:anim>
                                  </p:childTnLst>
                                </p:cTn>
                              </p:par>
                              <p:par>
                                <p:cTn id="45" presetID="2" presetClass="entr" presetSubtype="4" fill="hold" grpId="0" nodeType="withEffect">
                                  <p:stCondLst>
                                    <p:cond delay="0"/>
                                  </p:stCondLst>
                                  <p:childTnLst>
                                    <p:set>
                                      <p:cBhvr>
                                        <p:cTn id="46" dur="1" fill="hold">
                                          <p:stCondLst>
                                            <p:cond delay="0"/>
                                          </p:stCondLst>
                                        </p:cTn>
                                        <p:tgtEl>
                                          <p:spTgt spid="18">
                                            <p:txEl>
                                              <p:pRg st="9" end="9"/>
                                            </p:txEl>
                                          </p:spTgt>
                                        </p:tgtEl>
                                        <p:attrNameLst>
                                          <p:attrName>style.visibility</p:attrName>
                                        </p:attrNameLst>
                                      </p:cBhvr>
                                      <p:to>
                                        <p:strVal val="visible"/>
                                      </p:to>
                                    </p:set>
                                    <p:anim calcmode="lin" valueType="num">
                                      <p:cBhvr additive="base">
                                        <p:cTn id="47" dur="500" fill="hold"/>
                                        <p:tgtEl>
                                          <p:spTgt spid="18">
                                            <p:txEl>
                                              <p:pRg st="9" end="9"/>
                                            </p:txEl>
                                          </p:spTgt>
                                        </p:tgtEl>
                                        <p:attrNameLst>
                                          <p:attrName>ppt_x</p:attrName>
                                        </p:attrNameLst>
                                      </p:cBhvr>
                                      <p:tavLst>
                                        <p:tav tm="0">
                                          <p:val>
                                            <p:strVal val="#ppt_x"/>
                                          </p:val>
                                        </p:tav>
                                        <p:tav tm="100000">
                                          <p:val>
                                            <p:strVal val="#ppt_x"/>
                                          </p:val>
                                        </p:tav>
                                      </p:tavLst>
                                    </p:anim>
                                    <p:anim calcmode="lin" valueType="num">
                                      <p:cBhvr additive="base">
                                        <p:cTn id="48" dur="500" fill="hold"/>
                                        <p:tgtEl>
                                          <p:spTgt spid="18">
                                            <p:txEl>
                                              <p:pRg st="9" end="9"/>
                                            </p:txEl>
                                          </p:spTgt>
                                        </p:tgtEl>
                                        <p:attrNameLst>
                                          <p:attrName>ppt_y</p:attrName>
                                        </p:attrNameLst>
                                      </p:cBhvr>
                                      <p:tavLst>
                                        <p:tav tm="0">
                                          <p:val>
                                            <p:strVal val="1+#ppt_h/2"/>
                                          </p:val>
                                        </p:tav>
                                        <p:tav tm="100000">
                                          <p:val>
                                            <p:strVal val="#ppt_y"/>
                                          </p:val>
                                        </p:tav>
                                      </p:tavLst>
                                    </p:anim>
                                  </p:childTnLst>
                                </p:cTn>
                              </p:par>
                              <p:par>
                                <p:cTn id="49" presetID="2" presetClass="entr" presetSubtype="4" fill="hold" grpId="0" nodeType="withEffect">
                                  <p:stCondLst>
                                    <p:cond delay="0"/>
                                  </p:stCondLst>
                                  <p:childTnLst>
                                    <p:set>
                                      <p:cBhvr>
                                        <p:cTn id="50" dur="1" fill="hold">
                                          <p:stCondLst>
                                            <p:cond delay="0"/>
                                          </p:stCondLst>
                                        </p:cTn>
                                        <p:tgtEl>
                                          <p:spTgt spid="18">
                                            <p:txEl>
                                              <p:pRg st="10" end="10"/>
                                            </p:txEl>
                                          </p:spTgt>
                                        </p:tgtEl>
                                        <p:attrNameLst>
                                          <p:attrName>style.visibility</p:attrName>
                                        </p:attrNameLst>
                                      </p:cBhvr>
                                      <p:to>
                                        <p:strVal val="visible"/>
                                      </p:to>
                                    </p:set>
                                    <p:anim calcmode="lin" valueType="num">
                                      <p:cBhvr additive="base">
                                        <p:cTn id="51" dur="500" fill="hold"/>
                                        <p:tgtEl>
                                          <p:spTgt spid="18">
                                            <p:txEl>
                                              <p:pRg st="10" end="10"/>
                                            </p:txEl>
                                          </p:spTgt>
                                        </p:tgtEl>
                                        <p:attrNameLst>
                                          <p:attrName>ppt_x</p:attrName>
                                        </p:attrNameLst>
                                      </p:cBhvr>
                                      <p:tavLst>
                                        <p:tav tm="0">
                                          <p:val>
                                            <p:strVal val="#ppt_x"/>
                                          </p:val>
                                        </p:tav>
                                        <p:tav tm="100000">
                                          <p:val>
                                            <p:strVal val="#ppt_x"/>
                                          </p:val>
                                        </p:tav>
                                      </p:tavLst>
                                    </p:anim>
                                    <p:anim calcmode="lin" valueType="num">
                                      <p:cBhvr additive="base">
                                        <p:cTn id="52" dur="500" fill="hold"/>
                                        <p:tgtEl>
                                          <p:spTgt spid="18">
                                            <p:txEl>
                                              <p:pRg st="10" end="10"/>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uiExpand="1" build="allAtOnce"/>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2F299D-1286-75A9-893E-4C0546377D9A}"/>
            </a:ext>
          </a:extLst>
        </p:cNvPr>
        <p:cNvGrpSpPr/>
        <p:nvPr/>
      </p:nvGrpSpPr>
      <p:grpSpPr>
        <a:xfrm>
          <a:off x="0" y="0"/>
          <a:ext cx="0" cy="0"/>
          <a:chOff x="0" y="0"/>
          <a:chExt cx="0" cy="0"/>
        </a:xfrm>
      </p:grpSpPr>
      <p:sp>
        <p:nvSpPr>
          <p:cNvPr id="20" name="Rectangle 19">
            <a:extLst>
              <a:ext uri="{FF2B5EF4-FFF2-40B4-BE49-F238E27FC236}">
                <a16:creationId xmlns:a16="http://schemas.microsoft.com/office/drawing/2014/main" id="{E6779247-9B11-017D-A0C5-32293F81A140}"/>
              </a:ext>
            </a:extLst>
          </p:cNvPr>
          <p:cNvSpPr/>
          <p:nvPr/>
        </p:nvSpPr>
        <p:spPr>
          <a:xfrm>
            <a:off x="3810000" y="2400300"/>
            <a:ext cx="14478000" cy="7878236"/>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21" name="Rectangle 20">
            <a:extLst>
              <a:ext uri="{FF2B5EF4-FFF2-40B4-BE49-F238E27FC236}">
                <a16:creationId xmlns:a16="http://schemas.microsoft.com/office/drawing/2014/main" id="{51DD69D7-8A35-F3C6-F1A1-1C55F5511D78}"/>
              </a:ext>
            </a:extLst>
          </p:cNvPr>
          <p:cNvSpPr/>
          <p:nvPr/>
        </p:nvSpPr>
        <p:spPr>
          <a:xfrm>
            <a:off x="0" y="1186334"/>
            <a:ext cx="3810000" cy="1213966"/>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23" name="Rectangle: Rounded Corners 22">
            <a:extLst>
              <a:ext uri="{FF2B5EF4-FFF2-40B4-BE49-F238E27FC236}">
                <a16:creationId xmlns:a16="http://schemas.microsoft.com/office/drawing/2014/main" id="{8A6D9EE6-DFE1-552B-EA0F-145CB73B3814}"/>
              </a:ext>
            </a:extLst>
          </p:cNvPr>
          <p:cNvSpPr/>
          <p:nvPr/>
        </p:nvSpPr>
        <p:spPr>
          <a:xfrm>
            <a:off x="3886200" y="4808888"/>
            <a:ext cx="12192000" cy="1020412"/>
          </a:xfrm>
          <a:prstGeom prst="roundRect">
            <a:avLst/>
          </a:prstGeom>
          <a:solidFill>
            <a:srgbClr val="288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24" name="TextBox 23">
            <a:extLst>
              <a:ext uri="{FF2B5EF4-FFF2-40B4-BE49-F238E27FC236}">
                <a16:creationId xmlns:a16="http://schemas.microsoft.com/office/drawing/2014/main" id="{7D2D19EE-4C2C-5932-D9C8-E296D847DFEC}"/>
              </a:ext>
            </a:extLst>
          </p:cNvPr>
          <p:cNvSpPr txBox="1"/>
          <p:nvPr/>
        </p:nvSpPr>
        <p:spPr>
          <a:xfrm>
            <a:off x="288004" y="1325218"/>
            <a:ext cx="3217196"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NỘI DUNG</a:t>
            </a:r>
          </a:p>
        </p:txBody>
      </p:sp>
      <p:sp>
        <p:nvSpPr>
          <p:cNvPr id="26" name="TextBox 25">
            <a:extLst>
              <a:ext uri="{FF2B5EF4-FFF2-40B4-BE49-F238E27FC236}">
                <a16:creationId xmlns:a16="http://schemas.microsoft.com/office/drawing/2014/main" id="{17EE5A4A-EF79-E3D2-D004-C3BD9254D91A}"/>
              </a:ext>
            </a:extLst>
          </p:cNvPr>
          <p:cNvSpPr txBox="1"/>
          <p:nvPr/>
        </p:nvSpPr>
        <p:spPr>
          <a:xfrm>
            <a:off x="3810000" y="2412254"/>
            <a:ext cx="11734800" cy="5603930"/>
          </a:xfrm>
          <a:prstGeom prst="rect">
            <a:avLst/>
          </a:prstGeom>
          <a:noFill/>
          <a:ln>
            <a:noFill/>
          </a:ln>
        </p:spPr>
        <p:txBody>
          <a:bodyPr wrap="square" rtlCol="0">
            <a:spAutoFit/>
          </a:bodyPr>
          <a:lstStyle/>
          <a:p>
            <a:pPr marL="742950" indent="-742950">
              <a:lnSpc>
                <a:spcPct val="200000"/>
              </a:lnSpc>
              <a:buAutoNum type="arabicPeriod"/>
            </a:pPr>
            <a:r>
              <a:rPr lang="en-US" sz="3600">
                <a:latin typeface="Times New Roman" panose="02020603050405020304" pitchFamily="18" charset="0"/>
                <a:cs typeface="Times New Roman" panose="02020603050405020304" pitchFamily="18" charset="0"/>
              </a:rPr>
              <a:t>GIỚI THIỆU</a:t>
            </a:r>
          </a:p>
          <a:p>
            <a:pPr marL="742950" indent="-742950">
              <a:lnSpc>
                <a:spcPct val="200000"/>
              </a:lnSpc>
              <a:buFontTx/>
              <a:buAutoNum type="arabicPeriod"/>
            </a:pPr>
            <a:r>
              <a:rPr lang="en-US" sz="3600">
                <a:latin typeface="Times New Roman" panose="02020603050405020304" pitchFamily="18" charset="0"/>
                <a:cs typeface="Times New Roman" panose="02020603050405020304" pitchFamily="18" charset="0"/>
              </a:rPr>
              <a:t>TÌNH HÌNH NGHIÊN CỨU TRONG VÀ NGOÀI NƯỚC</a:t>
            </a:r>
          </a:p>
          <a:p>
            <a:pPr marL="742950" indent="-742950">
              <a:lnSpc>
                <a:spcPct val="200000"/>
              </a:lnSpc>
              <a:buFontTx/>
              <a:buAutoNum type="arabicPeriod"/>
            </a:pPr>
            <a:r>
              <a:rPr lang="en-US" sz="3600">
                <a:solidFill>
                  <a:schemeClr val="bg1"/>
                </a:solidFill>
                <a:latin typeface="Times New Roman" panose="02020603050405020304" pitchFamily="18" charset="0"/>
                <a:cs typeface="Times New Roman" panose="02020603050405020304" pitchFamily="18" charset="0"/>
              </a:rPr>
              <a:t>NỘI DUNG VÀ PHƯƠNG PHÁP NGHIÊN CỨU</a:t>
            </a:r>
          </a:p>
          <a:p>
            <a:pPr marL="742950" indent="-742950">
              <a:lnSpc>
                <a:spcPct val="200000"/>
              </a:lnSpc>
              <a:buFontTx/>
              <a:buAutoNum type="arabicPeriod"/>
            </a:pPr>
            <a:r>
              <a:rPr lang="en-US" sz="3600">
                <a:latin typeface="Times New Roman" panose="02020603050405020304" pitchFamily="18" charset="0"/>
                <a:cs typeface="Times New Roman" panose="02020603050405020304" pitchFamily="18" charset="0"/>
              </a:rPr>
              <a:t>KẾT QUẢ VÀ THẢO LUẬN</a:t>
            </a:r>
          </a:p>
          <a:p>
            <a:pPr marL="742950" indent="-742950">
              <a:lnSpc>
                <a:spcPct val="200000"/>
              </a:lnSpc>
              <a:buFontTx/>
              <a:buAutoNum type="arabicPeriod"/>
            </a:pPr>
            <a:r>
              <a:rPr lang="en-US" sz="3600">
                <a:latin typeface="Times New Roman" panose="02020603050405020304" pitchFamily="18" charset="0"/>
                <a:cs typeface="Times New Roman" panose="02020603050405020304" pitchFamily="18" charset="0"/>
              </a:rPr>
              <a:t>KẾT LUẬN VÀ ĐỀ NGHỊ</a:t>
            </a:r>
          </a:p>
        </p:txBody>
      </p:sp>
      <p:grpSp>
        <p:nvGrpSpPr>
          <p:cNvPr id="27" name="Group 26">
            <a:extLst>
              <a:ext uri="{FF2B5EF4-FFF2-40B4-BE49-F238E27FC236}">
                <a16:creationId xmlns:a16="http://schemas.microsoft.com/office/drawing/2014/main" id="{6207F82A-1113-AE57-4ADE-6C6D7EDEE9ED}"/>
              </a:ext>
            </a:extLst>
          </p:cNvPr>
          <p:cNvGrpSpPr/>
          <p:nvPr/>
        </p:nvGrpSpPr>
        <p:grpSpPr>
          <a:xfrm>
            <a:off x="0" y="0"/>
            <a:ext cx="18360000" cy="1188944"/>
            <a:chOff x="0" y="0"/>
            <a:chExt cx="18360000" cy="1188944"/>
          </a:xfrm>
        </p:grpSpPr>
        <p:sp>
          <p:nvSpPr>
            <p:cNvPr id="28" name="Rectangle 27">
              <a:extLst>
                <a:ext uri="{FF2B5EF4-FFF2-40B4-BE49-F238E27FC236}">
                  <a16:creationId xmlns:a16="http://schemas.microsoft.com/office/drawing/2014/main" id="{352C9B87-3D0A-D71D-CF1A-728FC7911B43}"/>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29" name="Rectangle 28">
              <a:extLst>
                <a:ext uri="{FF2B5EF4-FFF2-40B4-BE49-F238E27FC236}">
                  <a16:creationId xmlns:a16="http://schemas.microsoft.com/office/drawing/2014/main" id="{B3692B91-074F-5D12-FEC9-89439798A85F}"/>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0" name="Rectangle 29">
              <a:extLst>
                <a:ext uri="{FF2B5EF4-FFF2-40B4-BE49-F238E27FC236}">
                  <a16:creationId xmlns:a16="http://schemas.microsoft.com/office/drawing/2014/main" id="{52AB5AED-2438-D323-5AC7-8893F413C75D}"/>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1" name="Rectangle 30">
              <a:extLst>
                <a:ext uri="{FF2B5EF4-FFF2-40B4-BE49-F238E27FC236}">
                  <a16:creationId xmlns:a16="http://schemas.microsoft.com/office/drawing/2014/main" id="{223B251E-22D5-BDAA-1DC3-E4B703DF24F5}"/>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32" name="Oval 31">
            <a:extLst>
              <a:ext uri="{FF2B5EF4-FFF2-40B4-BE49-F238E27FC236}">
                <a16:creationId xmlns:a16="http://schemas.microsoft.com/office/drawing/2014/main" id="{7AE40797-AF23-F841-4B5A-086341A386E1}"/>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33" name="TextBox 32">
            <a:extLst>
              <a:ext uri="{FF2B5EF4-FFF2-40B4-BE49-F238E27FC236}">
                <a16:creationId xmlns:a16="http://schemas.microsoft.com/office/drawing/2014/main" id="{92708759-C1C7-515C-80AB-C4374DF74491}"/>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34" name="Picture 33">
            <a:extLst>
              <a:ext uri="{FF2B5EF4-FFF2-40B4-BE49-F238E27FC236}">
                <a16:creationId xmlns:a16="http://schemas.microsoft.com/office/drawing/2014/main" id="{0CD0C103-C2DE-13DC-CEBC-C77709EBC4DF}"/>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spTree>
    <p:extLst>
      <p:ext uri="{BB962C8B-B14F-4D97-AF65-F5344CB8AC3E}">
        <p14:creationId xmlns:p14="http://schemas.microsoft.com/office/powerpoint/2010/main" val="1414574127"/>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E81309-1A37-A603-CDEE-D6D1CEDCF47F}"/>
            </a:ext>
          </a:extLst>
        </p:cNvPr>
        <p:cNvGrpSpPr/>
        <p:nvPr/>
      </p:nvGrpSpPr>
      <p:grpSpPr>
        <a:xfrm>
          <a:off x="0" y="0"/>
          <a:ext cx="0" cy="0"/>
          <a:chOff x="0" y="0"/>
          <a:chExt cx="0" cy="0"/>
        </a:xfrm>
      </p:grpSpPr>
      <p:sp>
        <p:nvSpPr>
          <p:cNvPr id="20" name="Rectangle 19">
            <a:extLst>
              <a:ext uri="{FF2B5EF4-FFF2-40B4-BE49-F238E27FC236}">
                <a16:creationId xmlns:a16="http://schemas.microsoft.com/office/drawing/2014/main" id="{5E6420F8-0F48-DE10-692A-E694A99C3D1F}"/>
              </a:ext>
            </a:extLst>
          </p:cNvPr>
          <p:cNvSpPr/>
          <p:nvPr/>
        </p:nvSpPr>
        <p:spPr>
          <a:xfrm>
            <a:off x="3810000" y="2400300"/>
            <a:ext cx="14478000" cy="7878236"/>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21" name="Rectangle 20">
            <a:extLst>
              <a:ext uri="{FF2B5EF4-FFF2-40B4-BE49-F238E27FC236}">
                <a16:creationId xmlns:a16="http://schemas.microsoft.com/office/drawing/2014/main" id="{3752476C-59A2-96FF-AEFD-4681C9566EBA}"/>
              </a:ext>
            </a:extLst>
          </p:cNvPr>
          <p:cNvSpPr/>
          <p:nvPr/>
        </p:nvSpPr>
        <p:spPr>
          <a:xfrm>
            <a:off x="0" y="1186334"/>
            <a:ext cx="3810000" cy="1213966"/>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23" name="Rectangle: Rounded Corners 22">
            <a:extLst>
              <a:ext uri="{FF2B5EF4-FFF2-40B4-BE49-F238E27FC236}">
                <a16:creationId xmlns:a16="http://schemas.microsoft.com/office/drawing/2014/main" id="{0357E6FE-A0CC-9779-25E9-5A98191B1735}"/>
              </a:ext>
            </a:extLst>
          </p:cNvPr>
          <p:cNvSpPr/>
          <p:nvPr/>
        </p:nvSpPr>
        <p:spPr>
          <a:xfrm>
            <a:off x="3886200" y="5905500"/>
            <a:ext cx="12192000" cy="1020412"/>
          </a:xfrm>
          <a:prstGeom prst="roundRect">
            <a:avLst/>
          </a:prstGeom>
          <a:solidFill>
            <a:srgbClr val="288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24" name="TextBox 23">
            <a:extLst>
              <a:ext uri="{FF2B5EF4-FFF2-40B4-BE49-F238E27FC236}">
                <a16:creationId xmlns:a16="http://schemas.microsoft.com/office/drawing/2014/main" id="{E4919BD2-039E-9430-971D-0EA7220655B4}"/>
              </a:ext>
            </a:extLst>
          </p:cNvPr>
          <p:cNvSpPr txBox="1"/>
          <p:nvPr/>
        </p:nvSpPr>
        <p:spPr>
          <a:xfrm>
            <a:off x="288004" y="1325218"/>
            <a:ext cx="3217196"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NỘI DUNG</a:t>
            </a:r>
          </a:p>
        </p:txBody>
      </p:sp>
      <p:sp>
        <p:nvSpPr>
          <p:cNvPr id="26" name="TextBox 25">
            <a:extLst>
              <a:ext uri="{FF2B5EF4-FFF2-40B4-BE49-F238E27FC236}">
                <a16:creationId xmlns:a16="http://schemas.microsoft.com/office/drawing/2014/main" id="{2002C9DD-43F0-836B-BC79-FB88936219D3}"/>
              </a:ext>
            </a:extLst>
          </p:cNvPr>
          <p:cNvSpPr txBox="1"/>
          <p:nvPr/>
        </p:nvSpPr>
        <p:spPr>
          <a:xfrm>
            <a:off x="3810000" y="2412254"/>
            <a:ext cx="11734800" cy="5603930"/>
          </a:xfrm>
          <a:prstGeom prst="rect">
            <a:avLst/>
          </a:prstGeom>
          <a:noFill/>
          <a:ln>
            <a:noFill/>
          </a:ln>
        </p:spPr>
        <p:txBody>
          <a:bodyPr wrap="square" rtlCol="0">
            <a:spAutoFit/>
          </a:bodyPr>
          <a:lstStyle/>
          <a:p>
            <a:pPr marL="742950" indent="-742950">
              <a:lnSpc>
                <a:spcPct val="200000"/>
              </a:lnSpc>
              <a:buAutoNum type="arabicPeriod"/>
            </a:pPr>
            <a:r>
              <a:rPr lang="en-US" sz="3600">
                <a:latin typeface="Times New Roman" panose="02020603050405020304" pitchFamily="18" charset="0"/>
                <a:cs typeface="Times New Roman" panose="02020603050405020304" pitchFamily="18" charset="0"/>
              </a:rPr>
              <a:t>GIỚI THIỆU</a:t>
            </a:r>
          </a:p>
          <a:p>
            <a:pPr marL="742950" indent="-742950">
              <a:lnSpc>
                <a:spcPct val="200000"/>
              </a:lnSpc>
              <a:buFontTx/>
              <a:buAutoNum type="arabicPeriod"/>
            </a:pPr>
            <a:r>
              <a:rPr lang="en-US" sz="3600">
                <a:latin typeface="Times New Roman" panose="02020603050405020304" pitchFamily="18" charset="0"/>
                <a:cs typeface="Times New Roman" panose="02020603050405020304" pitchFamily="18" charset="0"/>
              </a:rPr>
              <a:t>TÌNH HÌNH NGHIÊN CỨU TRONG VÀ NGOÀI NƯỚC</a:t>
            </a:r>
          </a:p>
          <a:p>
            <a:pPr marL="742950" indent="-742950">
              <a:lnSpc>
                <a:spcPct val="200000"/>
              </a:lnSpc>
              <a:buFontTx/>
              <a:buAutoNum type="arabicPeriod"/>
            </a:pPr>
            <a:r>
              <a:rPr lang="en-US" sz="3600">
                <a:latin typeface="Times New Roman" panose="02020603050405020304" pitchFamily="18" charset="0"/>
                <a:cs typeface="Times New Roman" panose="02020603050405020304" pitchFamily="18" charset="0"/>
              </a:rPr>
              <a:t>NỘI DUNG VÀ PHƯƠNG PHÁP NGHIÊN CỨU</a:t>
            </a:r>
          </a:p>
          <a:p>
            <a:pPr marL="742950" indent="-742950">
              <a:lnSpc>
                <a:spcPct val="200000"/>
              </a:lnSpc>
              <a:buFontTx/>
              <a:buAutoNum type="arabicPeriod"/>
            </a:pPr>
            <a:r>
              <a:rPr lang="en-US" sz="3600">
                <a:solidFill>
                  <a:schemeClr val="bg1"/>
                </a:solidFill>
                <a:latin typeface="Times New Roman" panose="02020603050405020304" pitchFamily="18" charset="0"/>
                <a:cs typeface="Times New Roman" panose="02020603050405020304" pitchFamily="18" charset="0"/>
              </a:rPr>
              <a:t>KẾT QUẢ VÀ THẢO LUẬN</a:t>
            </a:r>
          </a:p>
          <a:p>
            <a:pPr marL="742950" indent="-742950">
              <a:lnSpc>
                <a:spcPct val="200000"/>
              </a:lnSpc>
              <a:buFontTx/>
              <a:buAutoNum type="arabicPeriod"/>
            </a:pPr>
            <a:r>
              <a:rPr lang="en-US" sz="3600">
                <a:latin typeface="Times New Roman" panose="02020603050405020304" pitchFamily="18" charset="0"/>
                <a:cs typeface="Times New Roman" panose="02020603050405020304" pitchFamily="18" charset="0"/>
              </a:rPr>
              <a:t>KẾT LUẬN VÀ ĐỀ NGHỊ</a:t>
            </a:r>
          </a:p>
        </p:txBody>
      </p:sp>
      <p:grpSp>
        <p:nvGrpSpPr>
          <p:cNvPr id="27" name="Group 26">
            <a:extLst>
              <a:ext uri="{FF2B5EF4-FFF2-40B4-BE49-F238E27FC236}">
                <a16:creationId xmlns:a16="http://schemas.microsoft.com/office/drawing/2014/main" id="{FC011E8D-EE5D-40C5-7222-642B1C8676E1}"/>
              </a:ext>
            </a:extLst>
          </p:cNvPr>
          <p:cNvGrpSpPr/>
          <p:nvPr/>
        </p:nvGrpSpPr>
        <p:grpSpPr>
          <a:xfrm>
            <a:off x="0" y="0"/>
            <a:ext cx="18360000" cy="1188944"/>
            <a:chOff x="0" y="0"/>
            <a:chExt cx="18360000" cy="1188944"/>
          </a:xfrm>
        </p:grpSpPr>
        <p:sp>
          <p:nvSpPr>
            <p:cNvPr id="28" name="Rectangle 27">
              <a:extLst>
                <a:ext uri="{FF2B5EF4-FFF2-40B4-BE49-F238E27FC236}">
                  <a16:creationId xmlns:a16="http://schemas.microsoft.com/office/drawing/2014/main" id="{BEA8CB8A-4EEC-8BF1-4E26-BAB517B3222B}"/>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29" name="Rectangle 28">
              <a:extLst>
                <a:ext uri="{FF2B5EF4-FFF2-40B4-BE49-F238E27FC236}">
                  <a16:creationId xmlns:a16="http://schemas.microsoft.com/office/drawing/2014/main" id="{E66D98CC-6B10-84E0-CC02-867AFFFC46A9}"/>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0" name="Rectangle 29">
              <a:extLst>
                <a:ext uri="{FF2B5EF4-FFF2-40B4-BE49-F238E27FC236}">
                  <a16:creationId xmlns:a16="http://schemas.microsoft.com/office/drawing/2014/main" id="{22CA948B-D150-40C6-A444-0DC55FA5BAF4}"/>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1" name="Rectangle 30">
              <a:extLst>
                <a:ext uri="{FF2B5EF4-FFF2-40B4-BE49-F238E27FC236}">
                  <a16:creationId xmlns:a16="http://schemas.microsoft.com/office/drawing/2014/main" id="{A89FAC4B-F2EC-C537-83CF-A7990FA00189}"/>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32" name="Oval 31">
            <a:extLst>
              <a:ext uri="{FF2B5EF4-FFF2-40B4-BE49-F238E27FC236}">
                <a16:creationId xmlns:a16="http://schemas.microsoft.com/office/drawing/2014/main" id="{A017A576-D0DF-4E2C-34EB-F3CEBE8F2888}"/>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33" name="TextBox 32">
            <a:extLst>
              <a:ext uri="{FF2B5EF4-FFF2-40B4-BE49-F238E27FC236}">
                <a16:creationId xmlns:a16="http://schemas.microsoft.com/office/drawing/2014/main" id="{B306A525-E71F-95BA-EEFD-963F99014FF7}"/>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34" name="Picture 33">
            <a:extLst>
              <a:ext uri="{FF2B5EF4-FFF2-40B4-BE49-F238E27FC236}">
                <a16:creationId xmlns:a16="http://schemas.microsoft.com/office/drawing/2014/main" id="{8D511443-182C-FEE2-63D5-FB88C4BBC027}"/>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spTree>
    <p:extLst>
      <p:ext uri="{BB962C8B-B14F-4D97-AF65-F5344CB8AC3E}">
        <p14:creationId xmlns:p14="http://schemas.microsoft.com/office/powerpoint/2010/main" val="1762793551"/>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C6D77D-57CA-D5D3-92D5-79E87C67BC0F}"/>
            </a:ext>
          </a:extLst>
        </p:cNvPr>
        <p:cNvGrpSpPr/>
        <p:nvPr/>
      </p:nvGrpSpPr>
      <p:grpSpPr>
        <a:xfrm>
          <a:off x="0" y="0"/>
          <a:ext cx="0" cy="0"/>
          <a:chOff x="0" y="0"/>
          <a:chExt cx="0" cy="0"/>
        </a:xfrm>
      </p:grpSpPr>
      <p:sp>
        <p:nvSpPr>
          <p:cNvPr id="45" name="Rectangle 44">
            <a:extLst>
              <a:ext uri="{FF2B5EF4-FFF2-40B4-BE49-F238E27FC236}">
                <a16:creationId xmlns:a16="http://schemas.microsoft.com/office/drawing/2014/main" id="{3536D4BE-6884-3793-90E0-BEBAD4B46221}"/>
              </a:ext>
            </a:extLst>
          </p:cNvPr>
          <p:cNvSpPr/>
          <p:nvPr/>
        </p:nvSpPr>
        <p:spPr>
          <a:xfrm>
            <a:off x="3810000" y="1188000"/>
            <a:ext cx="14478000" cy="1204805"/>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6" name="Rectangle: Rounded Corners 45">
            <a:extLst>
              <a:ext uri="{FF2B5EF4-FFF2-40B4-BE49-F238E27FC236}">
                <a16:creationId xmlns:a16="http://schemas.microsoft.com/office/drawing/2014/main" id="{AD331214-3A94-434E-DBAA-CECDFC18C3B7}"/>
              </a:ext>
            </a:extLst>
          </p:cNvPr>
          <p:cNvSpPr/>
          <p:nvPr/>
        </p:nvSpPr>
        <p:spPr>
          <a:xfrm>
            <a:off x="3858223" y="1275813"/>
            <a:ext cx="12192000" cy="1020412"/>
          </a:xfrm>
          <a:prstGeom prst="roundRect">
            <a:avLst/>
          </a:prstGeom>
          <a:solidFill>
            <a:srgbClr val="288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4" name="Rectangle 43">
            <a:extLst>
              <a:ext uri="{FF2B5EF4-FFF2-40B4-BE49-F238E27FC236}">
                <a16:creationId xmlns:a16="http://schemas.microsoft.com/office/drawing/2014/main" id="{BE2D80DB-D601-7C1F-2B52-5DD07C99F8D3}"/>
              </a:ext>
            </a:extLst>
          </p:cNvPr>
          <p:cNvSpPr/>
          <p:nvPr/>
        </p:nvSpPr>
        <p:spPr>
          <a:xfrm>
            <a:off x="0" y="2400300"/>
            <a:ext cx="3810000" cy="78867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7" name="TextBox 10">
            <a:extLst>
              <a:ext uri="{FF2B5EF4-FFF2-40B4-BE49-F238E27FC236}">
                <a16:creationId xmlns:a16="http://schemas.microsoft.com/office/drawing/2014/main" id="{F784DF5B-FC53-1A0C-1307-B9617D902FA2}"/>
              </a:ext>
            </a:extLst>
          </p:cNvPr>
          <p:cNvSpPr txBox="1"/>
          <p:nvPr/>
        </p:nvSpPr>
        <p:spPr>
          <a:xfrm>
            <a:off x="4572000" y="475436"/>
            <a:ext cx="13549652" cy="1450397"/>
          </a:xfrm>
          <a:prstGeom prst="rect">
            <a:avLst/>
          </a:prstGeom>
        </p:spPr>
        <p:txBody>
          <a:bodyPr wrap="square" lIns="0" tIns="0" rIns="0" bIns="0" rtlCol="0" anchor="t">
            <a:spAutoFit/>
          </a:bodyPr>
          <a:lstStyle/>
          <a:p>
            <a:pPr>
              <a:lnSpc>
                <a:spcPct val="130000"/>
              </a:lnSpc>
              <a:spcBef>
                <a:spcPts val="600"/>
              </a:spcBef>
              <a:spcAft>
                <a:spcPts val="600"/>
              </a:spcAft>
            </a:pPr>
            <a:endParaRPr lang="en-US" sz="3600">
              <a:effectLst/>
              <a:latin typeface="Times New Roman" panose="02020603050405020304" pitchFamily="18" charset="0"/>
              <a:ea typeface="Times New Roman" panose="02020603050405020304" pitchFamily="18" charset="0"/>
            </a:endParaRPr>
          </a:p>
          <a:p>
            <a:pPr indent="0">
              <a:lnSpc>
                <a:spcPct val="130000"/>
              </a:lnSpc>
              <a:spcBef>
                <a:spcPts val="600"/>
              </a:spcBef>
              <a:spcAft>
                <a:spcPts val="600"/>
              </a:spcAft>
              <a:buNone/>
            </a:pPr>
            <a:endParaRPr lang="en-US" sz="3200" b="0" i="0">
              <a:solidFill>
                <a:schemeClr val="tx1"/>
              </a:solidFill>
              <a:effectLst/>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680FB833-1770-B0DE-9E70-5E7824A06873}"/>
              </a:ext>
            </a:extLst>
          </p:cNvPr>
          <p:cNvSpPr txBox="1"/>
          <p:nvPr/>
        </p:nvSpPr>
        <p:spPr>
          <a:xfrm>
            <a:off x="685800" y="5466487"/>
            <a:ext cx="2286000" cy="1200329"/>
          </a:xfrm>
          <a:prstGeom prst="rect">
            <a:avLst/>
          </a:prstGeom>
          <a:noFill/>
        </p:spPr>
        <p:txBody>
          <a:bodyPr wrap="square" rtlCol="0">
            <a:spAutoFit/>
          </a:bodyPr>
          <a:lstStyle/>
          <a:p>
            <a:r>
              <a:rPr lang="en-US" sz="3600">
                <a:latin typeface="Times New Roman" panose="02020603050405020304" pitchFamily="18" charset="0"/>
                <a:cs typeface="Times New Roman" panose="02020603050405020304" pitchFamily="18" charset="0"/>
              </a:rPr>
              <a:t>Tổng quan lý thuyết</a:t>
            </a:r>
          </a:p>
        </p:txBody>
      </p:sp>
      <p:sp>
        <p:nvSpPr>
          <p:cNvPr id="18" name="TextBox 17">
            <a:extLst>
              <a:ext uri="{FF2B5EF4-FFF2-40B4-BE49-F238E27FC236}">
                <a16:creationId xmlns:a16="http://schemas.microsoft.com/office/drawing/2014/main" id="{4A2D8A18-1812-C35F-3A73-C56A4B7B7760}"/>
              </a:ext>
            </a:extLst>
          </p:cNvPr>
          <p:cNvSpPr txBox="1"/>
          <p:nvPr/>
        </p:nvSpPr>
        <p:spPr>
          <a:xfrm>
            <a:off x="3872252" y="3673496"/>
            <a:ext cx="14249400" cy="5149871"/>
          </a:xfrm>
          <a:prstGeom prst="rect">
            <a:avLst/>
          </a:prstGeom>
          <a:noFill/>
        </p:spPr>
        <p:txBody>
          <a:bodyPr wrap="square" rtlCol="0">
            <a:spAutoFit/>
          </a:bodyPr>
          <a:lstStyle/>
          <a:p>
            <a:pPr lvl="0">
              <a:lnSpc>
                <a:spcPct val="130000"/>
              </a:lnSpc>
            </a:pPr>
            <a:r>
              <a:rPr lang="en-US" sz="3200" b="1" dirty="0">
                <a:latin typeface="Times New Roman" panose="02020603050405020304" pitchFamily="18" charset="0"/>
                <a:ea typeface="SimSun" panose="02010600030101010101" pitchFamily="2" charset="-122"/>
              </a:rPr>
              <a:t>Các </a:t>
            </a:r>
            <a:r>
              <a:rPr lang="en-US" sz="3200" b="1" dirty="0" err="1">
                <a:latin typeface="Times New Roman" panose="02020603050405020304" pitchFamily="18" charset="0"/>
                <a:ea typeface="SimSun" panose="02010600030101010101" pitchFamily="2" charset="-122"/>
              </a:rPr>
              <a:t>công</a:t>
            </a:r>
            <a:r>
              <a:rPr lang="en-US" sz="3200" b="1" dirty="0">
                <a:latin typeface="Times New Roman" panose="02020603050405020304" pitchFamily="18" charset="0"/>
                <a:ea typeface="SimSun" panose="02010600030101010101" pitchFamily="2" charset="-122"/>
              </a:rPr>
              <a:t> </a:t>
            </a:r>
            <a:r>
              <a:rPr lang="en-US" sz="3200" b="1" dirty="0" err="1">
                <a:latin typeface="Times New Roman" panose="02020603050405020304" pitchFamily="18" charset="0"/>
                <a:ea typeface="SimSun" panose="02010600030101010101" pitchFamily="2" charset="-122"/>
              </a:rPr>
              <a:t>nghệ</a:t>
            </a:r>
            <a:r>
              <a:rPr lang="en-US" sz="3200" b="1" dirty="0">
                <a:latin typeface="Times New Roman" panose="02020603050405020304" pitchFamily="18" charset="0"/>
                <a:ea typeface="SimSun" panose="02010600030101010101" pitchFamily="2" charset="-122"/>
              </a:rPr>
              <a:t> </a:t>
            </a:r>
            <a:r>
              <a:rPr lang="en-US" sz="3200" b="1" dirty="0" err="1">
                <a:latin typeface="Times New Roman" panose="02020603050405020304" pitchFamily="18" charset="0"/>
                <a:ea typeface="SimSun" panose="02010600030101010101" pitchFamily="2" charset="-122"/>
              </a:rPr>
              <a:t>được</a:t>
            </a:r>
            <a:r>
              <a:rPr lang="en-US" sz="3200" b="1" dirty="0">
                <a:latin typeface="Times New Roman" panose="02020603050405020304" pitchFamily="18" charset="0"/>
                <a:ea typeface="SimSun" panose="02010600030101010101" pitchFamily="2" charset="-122"/>
              </a:rPr>
              <a:t> </a:t>
            </a:r>
            <a:r>
              <a:rPr lang="en-US" sz="3200" b="1" dirty="0" err="1">
                <a:latin typeface="Times New Roman" panose="02020603050405020304" pitchFamily="18" charset="0"/>
                <a:ea typeface="SimSun" panose="02010600030101010101" pitchFamily="2" charset="-122"/>
              </a:rPr>
              <a:t>sử</a:t>
            </a:r>
            <a:r>
              <a:rPr lang="en-US" sz="3200" b="1" dirty="0">
                <a:latin typeface="Times New Roman" panose="02020603050405020304" pitchFamily="18" charset="0"/>
                <a:ea typeface="SimSun" panose="02010600030101010101" pitchFamily="2" charset="-122"/>
              </a:rPr>
              <a:t> </a:t>
            </a:r>
            <a:r>
              <a:rPr lang="en-US" sz="3200" b="1" dirty="0" err="1">
                <a:latin typeface="Times New Roman" panose="02020603050405020304" pitchFamily="18" charset="0"/>
                <a:ea typeface="SimSun" panose="02010600030101010101" pitchFamily="2" charset="-122"/>
              </a:rPr>
              <a:t>dụng</a:t>
            </a:r>
            <a:r>
              <a:rPr lang="en-US" sz="3200" b="1" dirty="0">
                <a:latin typeface="Times New Roman" panose="02020603050405020304" pitchFamily="18" charset="0"/>
                <a:ea typeface="SimSun" panose="02010600030101010101" pitchFamily="2" charset="-122"/>
              </a:rPr>
              <a:t>:</a:t>
            </a:r>
          </a:p>
          <a:p>
            <a:pPr marL="457200" lvl="0" indent="-457200">
              <a:lnSpc>
                <a:spcPct val="130000"/>
              </a:lnSpc>
              <a:buFont typeface="Arial" panose="020B0604020202020204" pitchFamily="34" charset="0"/>
              <a:buChar char="•"/>
            </a:pPr>
            <a:r>
              <a:rPr lang="en-US" sz="3200" dirty="0">
                <a:latin typeface="Times New Roman" panose="02020603050405020304" pitchFamily="18" charset="0"/>
                <a:ea typeface="SimSun" panose="02010600030101010101" pitchFamily="2" charset="-122"/>
              </a:rPr>
              <a:t>HTML/CSS(Ant Design/ AG-Grid)</a:t>
            </a:r>
          </a:p>
          <a:p>
            <a:pPr marL="457200" lvl="0" indent="-457200">
              <a:lnSpc>
                <a:spcPct val="130000"/>
              </a:lnSpc>
              <a:buFont typeface="Arial" panose="020B0604020202020204" pitchFamily="34" charset="0"/>
              <a:buChar char="•"/>
            </a:pPr>
            <a:r>
              <a:rPr lang="en-US" sz="3200" dirty="0">
                <a:latin typeface="Times New Roman" panose="02020603050405020304" pitchFamily="18" charset="0"/>
                <a:ea typeface="SimSun" panose="02010600030101010101" pitchFamily="2" charset="-122"/>
              </a:rPr>
              <a:t>C#(ASP.NET Core Web API Framework)</a:t>
            </a:r>
          </a:p>
          <a:p>
            <a:pPr marL="457200" lvl="0" indent="-457200">
              <a:lnSpc>
                <a:spcPct val="130000"/>
              </a:lnSpc>
              <a:buFont typeface="Arial" panose="020B0604020202020204" pitchFamily="34" charset="0"/>
              <a:buChar char="•"/>
            </a:pPr>
            <a:r>
              <a:rPr lang="en-US" sz="3200" dirty="0">
                <a:latin typeface="Times New Roman" panose="02020603050405020304" pitchFamily="18" charset="0"/>
                <a:ea typeface="SimSun" panose="02010600030101010101" pitchFamily="2" charset="-122"/>
              </a:rPr>
              <a:t>SQL Server</a:t>
            </a:r>
          </a:p>
          <a:p>
            <a:pPr marL="457200" lvl="0" indent="-457200">
              <a:lnSpc>
                <a:spcPct val="130000"/>
              </a:lnSpc>
              <a:buFont typeface="Arial" panose="020B0604020202020204" pitchFamily="34" charset="0"/>
              <a:buChar char="•"/>
            </a:pPr>
            <a:r>
              <a:rPr lang="en-US" sz="3200" dirty="0">
                <a:latin typeface="Times New Roman" panose="02020603050405020304" pitchFamily="18" charset="0"/>
                <a:ea typeface="SimSun" panose="02010600030101010101" pitchFamily="2" charset="-122"/>
              </a:rPr>
              <a:t>Typescript(Angular)</a:t>
            </a:r>
          </a:p>
          <a:p>
            <a:pPr marL="457200" lvl="0" indent="-457200">
              <a:lnSpc>
                <a:spcPct val="130000"/>
              </a:lnSpc>
              <a:buFont typeface="Arial" panose="020B0604020202020204" pitchFamily="34" charset="0"/>
              <a:buChar char="•"/>
            </a:pPr>
            <a:r>
              <a:rPr lang="en-US" sz="3200" dirty="0">
                <a:latin typeface="Times New Roman" panose="02020603050405020304" pitchFamily="18" charset="0"/>
                <a:ea typeface="SimSun" panose="02010600030101010101" pitchFamily="2" charset="-122"/>
              </a:rPr>
              <a:t>Docker</a:t>
            </a:r>
          </a:p>
          <a:p>
            <a:pPr marL="457200" lvl="0" indent="-457200">
              <a:lnSpc>
                <a:spcPct val="130000"/>
              </a:lnSpc>
              <a:buFont typeface="Arial" panose="020B0604020202020204" pitchFamily="34" charset="0"/>
              <a:buChar char="•"/>
            </a:pPr>
            <a:r>
              <a:rPr lang="en-US" sz="3200" dirty="0">
                <a:latin typeface="Times New Roman" panose="02020603050405020304" pitchFamily="18" charset="0"/>
                <a:ea typeface="SimSun" panose="02010600030101010101" pitchFamily="2" charset="-122"/>
              </a:rPr>
              <a:t>Postman</a:t>
            </a:r>
            <a:r>
              <a:rPr lang="en-US" sz="3200">
                <a:latin typeface="Times New Roman" panose="02020603050405020304" pitchFamily="18" charset="0"/>
                <a:ea typeface="SimSun" panose="02010600030101010101" pitchFamily="2" charset="-122"/>
              </a:rPr>
              <a:t>/ Swagger</a:t>
            </a:r>
            <a:endParaRPr lang="en-US" sz="3200" dirty="0">
              <a:latin typeface="Times New Roman" panose="02020603050405020304" pitchFamily="18" charset="0"/>
              <a:ea typeface="SimSun" panose="02010600030101010101" pitchFamily="2" charset="-122"/>
            </a:endParaRPr>
          </a:p>
          <a:p>
            <a:pPr marL="457200" lvl="0" indent="-457200">
              <a:lnSpc>
                <a:spcPct val="130000"/>
              </a:lnSpc>
              <a:buFont typeface="Arial" panose="020B0604020202020204" pitchFamily="34" charset="0"/>
              <a:buChar char="•"/>
            </a:pPr>
            <a:r>
              <a:rPr lang="en-US" sz="3200" dirty="0">
                <a:latin typeface="Times New Roman" panose="02020603050405020304" pitchFamily="18" charset="0"/>
                <a:ea typeface="SimSun" panose="02010600030101010101" pitchFamily="2" charset="-122"/>
              </a:rPr>
              <a:t>Git</a:t>
            </a:r>
          </a:p>
        </p:txBody>
      </p:sp>
      <p:grpSp>
        <p:nvGrpSpPr>
          <p:cNvPr id="47" name="Group 46">
            <a:extLst>
              <a:ext uri="{FF2B5EF4-FFF2-40B4-BE49-F238E27FC236}">
                <a16:creationId xmlns:a16="http://schemas.microsoft.com/office/drawing/2014/main" id="{E0EE4715-F6F0-062D-D83B-436253F13115}"/>
              </a:ext>
            </a:extLst>
          </p:cNvPr>
          <p:cNvGrpSpPr/>
          <p:nvPr/>
        </p:nvGrpSpPr>
        <p:grpSpPr>
          <a:xfrm>
            <a:off x="0" y="0"/>
            <a:ext cx="18360000" cy="1188944"/>
            <a:chOff x="0" y="0"/>
            <a:chExt cx="18360000" cy="1188944"/>
          </a:xfrm>
        </p:grpSpPr>
        <p:sp>
          <p:nvSpPr>
            <p:cNvPr id="48" name="Rectangle 47">
              <a:extLst>
                <a:ext uri="{FF2B5EF4-FFF2-40B4-BE49-F238E27FC236}">
                  <a16:creationId xmlns:a16="http://schemas.microsoft.com/office/drawing/2014/main" id="{19BF3B98-A456-AADB-987F-E8CAB33C2468}"/>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9" name="Rectangle 48">
              <a:extLst>
                <a:ext uri="{FF2B5EF4-FFF2-40B4-BE49-F238E27FC236}">
                  <a16:creationId xmlns:a16="http://schemas.microsoft.com/office/drawing/2014/main" id="{8D6A404C-9CDB-C2CA-6CC4-E75C3894E64A}"/>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0" name="Rectangle 49">
              <a:extLst>
                <a:ext uri="{FF2B5EF4-FFF2-40B4-BE49-F238E27FC236}">
                  <a16:creationId xmlns:a16="http://schemas.microsoft.com/office/drawing/2014/main" id="{0DDEF088-51FC-7D59-3355-3AE84E4DB27D}"/>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1" name="Rectangle 50">
              <a:extLst>
                <a:ext uri="{FF2B5EF4-FFF2-40B4-BE49-F238E27FC236}">
                  <a16:creationId xmlns:a16="http://schemas.microsoft.com/office/drawing/2014/main" id="{64A8F718-0B2F-9D17-B5A7-B00E50D4C608}"/>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52" name="Oval 51">
            <a:extLst>
              <a:ext uri="{FF2B5EF4-FFF2-40B4-BE49-F238E27FC236}">
                <a16:creationId xmlns:a16="http://schemas.microsoft.com/office/drawing/2014/main" id="{C93A21D6-FDC4-2A9B-971C-9884E6AA7532}"/>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53" name="TextBox 52">
            <a:extLst>
              <a:ext uri="{FF2B5EF4-FFF2-40B4-BE49-F238E27FC236}">
                <a16:creationId xmlns:a16="http://schemas.microsoft.com/office/drawing/2014/main" id="{C64A72B4-1BFB-8BB8-A684-D60D35967F46}"/>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54" name="Picture 53">
            <a:extLst>
              <a:ext uri="{FF2B5EF4-FFF2-40B4-BE49-F238E27FC236}">
                <a16:creationId xmlns:a16="http://schemas.microsoft.com/office/drawing/2014/main" id="{6193B867-AE17-AA9F-A6E1-7158798B3170}"/>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sp>
        <p:nvSpPr>
          <p:cNvPr id="2" name="TextBox 1">
            <a:extLst>
              <a:ext uri="{FF2B5EF4-FFF2-40B4-BE49-F238E27FC236}">
                <a16:creationId xmlns:a16="http://schemas.microsoft.com/office/drawing/2014/main" id="{1DB05631-526A-1D41-609A-17599C9BA64A}"/>
              </a:ext>
            </a:extLst>
          </p:cNvPr>
          <p:cNvSpPr txBox="1"/>
          <p:nvPr/>
        </p:nvSpPr>
        <p:spPr>
          <a:xfrm>
            <a:off x="3858222" y="1463633"/>
            <a:ext cx="11534177" cy="646331"/>
          </a:xfrm>
          <a:prstGeom prst="rect">
            <a:avLst/>
          </a:prstGeom>
          <a:noFill/>
        </p:spPr>
        <p:txBody>
          <a:bodyPr wrap="square" rtlCol="0">
            <a:spAutoFit/>
          </a:bodyPr>
          <a:lstStyle/>
          <a:p>
            <a:r>
              <a:rPr lang="en-US" sz="3600">
                <a:solidFill>
                  <a:schemeClr val="bg1"/>
                </a:solidFill>
                <a:latin typeface="Times New Roman" panose="02020603050405020304" pitchFamily="18" charset="0"/>
                <a:cs typeface="Times New Roman" panose="02020603050405020304" pitchFamily="18" charset="0"/>
              </a:rPr>
              <a:t>4. KẾT QUẢ VÀ THẢO LUẬN</a:t>
            </a:r>
          </a:p>
        </p:txBody>
      </p:sp>
    </p:spTree>
    <p:extLst>
      <p:ext uri="{BB962C8B-B14F-4D97-AF65-F5344CB8AC3E}">
        <p14:creationId xmlns:p14="http://schemas.microsoft.com/office/powerpoint/2010/main" val="853903248"/>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1"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0-#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18">
                                            <p:txEl>
                                              <p:pRg st="0" end="0"/>
                                            </p:txEl>
                                          </p:spTgt>
                                        </p:tgtEl>
                                        <p:attrNameLst>
                                          <p:attrName>style.visibility</p:attrName>
                                        </p:attrNameLst>
                                      </p:cBhvr>
                                      <p:to>
                                        <p:strVal val="visible"/>
                                      </p:to>
                                    </p:set>
                                    <p:anim calcmode="lin" valueType="num">
                                      <p:cBhvr additive="base">
                                        <p:cTn id="11" dur="500" fill="hold"/>
                                        <p:tgtEl>
                                          <p:spTgt spid="18">
                                            <p:txEl>
                                              <p:pRg st="0" end="0"/>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18">
                                            <p:txEl>
                                              <p:pRg st="0" end="0"/>
                                            </p:txEl>
                                          </p:spTgt>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0"/>
                                  </p:stCondLst>
                                  <p:childTnLst>
                                    <p:set>
                                      <p:cBhvr>
                                        <p:cTn id="14" dur="1" fill="hold">
                                          <p:stCondLst>
                                            <p:cond delay="0"/>
                                          </p:stCondLst>
                                        </p:cTn>
                                        <p:tgtEl>
                                          <p:spTgt spid="18">
                                            <p:txEl>
                                              <p:pRg st="1" end="1"/>
                                            </p:txEl>
                                          </p:spTgt>
                                        </p:tgtEl>
                                        <p:attrNameLst>
                                          <p:attrName>style.visibility</p:attrName>
                                        </p:attrNameLst>
                                      </p:cBhvr>
                                      <p:to>
                                        <p:strVal val="visible"/>
                                      </p:to>
                                    </p:set>
                                    <p:anim calcmode="lin" valueType="num">
                                      <p:cBhvr additive="base">
                                        <p:cTn id="15" dur="500" fill="hold"/>
                                        <p:tgtEl>
                                          <p:spTgt spid="18">
                                            <p:txEl>
                                              <p:pRg st="1" end="1"/>
                                            </p:txEl>
                                          </p:spTgt>
                                        </p:tgtEl>
                                        <p:attrNameLst>
                                          <p:attrName>ppt_x</p:attrName>
                                        </p:attrNameLst>
                                      </p:cBhvr>
                                      <p:tavLst>
                                        <p:tav tm="0">
                                          <p:val>
                                            <p:strVal val="#ppt_x"/>
                                          </p:val>
                                        </p:tav>
                                        <p:tav tm="100000">
                                          <p:val>
                                            <p:strVal val="#ppt_x"/>
                                          </p:val>
                                        </p:tav>
                                      </p:tavLst>
                                    </p:anim>
                                    <p:anim calcmode="lin" valueType="num">
                                      <p:cBhvr additive="base">
                                        <p:cTn id="16" dur="500" fill="hold"/>
                                        <p:tgtEl>
                                          <p:spTgt spid="18">
                                            <p:txEl>
                                              <p:pRg st="1" end="1"/>
                                            </p:txEl>
                                          </p:spTgt>
                                        </p:tgtEl>
                                        <p:attrNameLst>
                                          <p:attrName>ppt_y</p:attrName>
                                        </p:attrNameLst>
                                      </p:cBhvr>
                                      <p:tavLst>
                                        <p:tav tm="0">
                                          <p:val>
                                            <p:strVal val="1+#ppt_h/2"/>
                                          </p:val>
                                        </p:tav>
                                        <p:tav tm="100000">
                                          <p:val>
                                            <p:strVal val="#ppt_y"/>
                                          </p:val>
                                        </p:tav>
                                      </p:tavLst>
                                    </p:anim>
                                  </p:childTnLst>
                                </p:cTn>
                              </p:par>
                              <p:par>
                                <p:cTn id="17" presetID="2" presetClass="entr" presetSubtype="4" fill="hold" grpId="0" nodeType="withEffect">
                                  <p:stCondLst>
                                    <p:cond delay="0"/>
                                  </p:stCondLst>
                                  <p:childTnLst>
                                    <p:set>
                                      <p:cBhvr>
                                        <p:cTn id="18" dur="1" fill="hold">
                                          <p:stCondLst>
                                            <p:cond delay="0"/>
                                          </p:stCondLst>
                                        </p:cTn>
                                        <p:tgtEl>
                                          <p:spTgt spid="18">
                                            <p:txEl>
                                              <p:pRg st="2" end="2"/>
                                            </p:txEl>
                                          </p:spTgt>
                                        </p:tgtEl>
                                        <p:attrNameLst>
                                          <p:attrName>style.visibility</p:attrName>
                                        </p:attrNameLst>
                                      </p:cBhvr>
                                      <p:to>
                                        <p:strVal val="visible"/>
                                      </p:to>
                                    </p:set>
                                    <p:anim calcmode="lin" valueType="num">
                                      <p:cBhvr additive="base">
                                        <p:cTn id="19" dur="500" fill="hold"/>
                                        <p:tgtEl>
                                          <p:spTgt spid="18">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18">
                                            <p:txEl>
                                              <p:pRg st="2" end="2"/>
                                            </p:txEl>
                                          </p:spTgt>
                                        </p:tgtEl>
                                        <p:attrNameLst>
                                          <p:attrName>ppt_y</p:attrName>
                                        </p:attrNameLst>
                                      </p:cBhvr>
                                      <p:tavLst>
                                        <p:tav tm="0">
                                          <p:val>
                                            <p:strVal val="1+#ppt_h/2"/>
                                          </p:val>
                                        </p:tav>
                                        <p:tav tm="100000">
                                          <p:val>
                                            <p:strVal val="#ppt_y"/>
                                          </p:val>
                                        </p:tav>
                                      </p:tavLst>
                                    </p:anim>
                                  </p:childTnLst>
                                </p:cTn>
                              </p:par>
                              <p:par>
                                <p:cTn id="21" presetID="2" presetClass="entr" presetSubtype="4" fill="hold" grpId="0" nodeType="withEffect">
                                  <p:stCondLst>
                                    <p:cond delay="0"/>
                                  </p:stCondLst>
                                  <p:childTnLst>
                                    <p:set>
                                      <p:cBhvr>
                                        <p:cTn id="22" dur="1" fill="hold">
                                          <p:stCondLst>
                                            <p:cond delay="0"/>
                                          </p:stCondLst>
                                        </p:cTn>
                                        <p:tgtEl>
                                          <p:spTgt spid="18">
                                            <p:txEl>
                                              <p:pRg st="3" end="3"/>
                                            </p:txEl>
                                          </p:spTgt>
                                        </p:tgtEl>
                                        <p:attrNameLst>
                                          <p:attrName>style.visibility</p:attrName>
                                        </p:attrNameLst>
                                      </p:cBhvr>
                                      <p:to>
                                        <p:strVal val="visible"/>
                                      </p:to>
                                    </p:set>
                                    <p:anim calcmode="lin" valueType="num">
                                      <p:cBhvr additive="base">
                                        <p:cTn id="23" dur="500" fill="hold"/>
                                        <p:tgtEl>
                                          <p:spTgt spid="18">
                                            <p:txEl>
                                              <p:pRg st="3" end="3"/>
                                            </p:txEl>
                                          </p:spTgt>
                                        </p:tgtEl>
                                        <p:attrNameLst>
                                          <p:attrName>ppt_x</p:attrName>
                                        </p:attrNameLst>
                                      </p:cBhvr>
                                      <p:tavLst>
                                        <p:tav tm="0">
                                          <p:val>
                                            <p:strVal val="#ppt_x"/>
                                          </p:val>
                                        </p:tav>
                                        <p:tav tm="100000">
                                          <p:val>
                                            <p:strVal val="#ppt_x"/>
                                          </p:val>
                                        </p:tav>
                                      </p:tavLst>
                                    </p:anim>
                                    <p:anim calcmode="lin" valueType="num">
                                      <p:cBhvr additive="base">
                                        <p:cTn id="24" dur="500" fill="hold"/>
                                        <p:tgtEl>
                                          <p:spTgt spid="18">
                                            <p:txEl>
                                              <p:pRg st="3" end="3"/>
                                            </p:txEl>
                                          </p:spTgt>
                                        </p:tgtEl>
                                        <p:attrNameLst>
                                          <p:attrName>ppt_y</p:attrName>
                                        </p:attrNameLst>
                                      </p:cBhvr>
                                      <p:tavLst>
                                        <p:tav tm="0">
                                          <p:val>
                                            <p:strVal val="1+#ppt_h/2"/>
                                          </p:val>
                                        </p:tav>
                                        <p:tav tm="100000">
                                          <p:val>
                                            <p:strVal val="#ppt_y"/>
                                          </p:val>
                                        </p:tav>
                                      </p:tavLst>
                                    </p:anim>
                                  </p:childTnLst>
                                </p:cTn>
                              </p:par>
                              <p:par>
                                <p:cTn id="25" presetID="2" presetClass="entr" presetSubtype="4" fill="hold" grpId="0" nodeType="withEffect">
                                  <p:stCondLst>
                                    <p:cond delay="0"/>
                                  </p:stCondLst>
                                  <p:childTnLst>
                                    <p:set>
                                      <p:cBhvr>
                                        <p:cTn id="26" dur="1" fill="hold">
                                          <p:stCondLst>
                                            <p:cond delay="0"/>
                                          </p:stCondLst>
                                        </p:cTn>
                                        <p:tgtEl>
                                          <p:spTgt spid="18">
                                            <p:txEl>
                                              <p:pRg st="4" end="4"/>
                                            </p:txEl>
                                          </p:spTgt>
                                        </p:tgtEl>
                                        <p:attrNameLst>
                                          <p:attrName>style.visibility</p:attrName>
                                        </p:attrNameLst>
                                      </p:cBhvr>
                                      <p:to>
                                        <p:strVal val="visible"/>
                                      </p:to>
                                    </p:set>
                                    <p:anim calcmode="lin" valueType="num">
                                      <p:cBhvr additive="base">
                                        <p:cTn id="27" dur="500" fill="hold"/>
                                        <p:tgtEl>
                                          <p:spTgt spid="18">
                                            <p:txEl>
                                              <p:pRg st="4" end="4"/>
                                            </p:txEl>
                                          </p:spTgt>
                                        </p:tgtEl>
                                        <p:attrNameLst>
                                          <p:attrName>ppt_x</p:attrName>
                                        </p:attrNameLst>
                                      </p:cBhvr>
                                      <p:tavLst>
                                        <p:tav tm="0">
                                          <p:val>
                                            <p:strVal val="#ppt_x"/>
                                          </p:val>
                                        </p:tav>
                                        <p:tav tm="100000">
                                          <p:val>
                                            <p:strVal val="#ppt_x"/>
                                          </p:val>
                                        </p:tav>
                                      </p:tavLst>
                                    </p:anim>
                                    <p:anim calcmode="lin" valueType="num">
                                      <p:cBhvr additive="base">
                                        <p:cTn id="28" dur="500" fill="hold"/>
                                        <p:tgtEl>
                                          <p:spTgt spid="18">
                                            <p:txEl>
                                              <p:pRg st="4" end="4"/>
                                            </p:txEl>
                                          </p:spTgt>
                                        </p:tgtEl>
                                        <p:attrNameLst>
                                          <p:attrName>ppt_y</p:attrName>
                                        </p:attrNameLst>
                                      </p:cBhvr>
                                      <p:tavLst>
                                        <p:tav tm="0">
                                          <p:val>
                                            <p:strVal val="1+#ppt_h/2"/>
                                          </p:val>
                                        </p:tav>
                                        <p:tav tm="100000">
                                          <p:val>
                                            <p:strVal val="#ppt_y"/>
                                          </p:val>
                                        </p:tav>
                                      </p:tavLst>
                                    </p:anim>
                                  </p:childTnLst>
                                </p:cTn>
                              </p:par>
                              <p:par>
                                <p:cTn id="29" presetID="2" presetClass="entr" presetSubtype="4" fill="hold" grpId="0" nodeType="withEffect">
                                  <p:stCondLst>
                                    <p:cond delay="0"/>
                                  </p:stCondLst>
                                  <p:childTnLst>
                                    <p:set>
                                      <p:cBhvr>
                                        <p:cTn id="30" dur="1" fill="hold">
                                          <p:stCondLst>
                                            <p:cond delay="0"/>
                                          </p:stCondLst>
                                        </p:cTn>
                                        <p:tgtEl>
                                          <p:spTgt spid="18">
                                            <p:txEl>
                                              <p:pRg st="5" end="5"/>
                                            </p:txEl>
                                          </p:spTgt>
                                        </p:tgtEl>
                                        <p:attrNameLst>
                                          <p:attrName>style.visibility</p:attrName>
                                        </p:attrNameLst>
                                      </p:cBhvr>
                                      <p:to>
                                        <p:strVal val="visible"/>
                                      </p:to>
                                    </p:set>
                                    <p:anim calcmode="lin" valueType="num">
                                      <p:cBhvr additive="base">
                                        <p:cTn id="31" dur="500" fill="hold"/>
                                        <p:tgtEl>
                                          <p:spTgt spid="18">
                                            <p:txEl>
                                              <p:pRg st="5" end="5"/>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18">
                                            <p:txEl>
                                              <p:pRg st="5" end="5"/>
                                            </p:txEl>
                                          </p:spTgt>
                                        </p:tgtEl>
                                        <p:attrNameLst>
                                          <p:attrName>ppt_y</p:attrName>
                                        </p:attrNameLst>
                                      </p:cBhvr>
                                      <p:tavLst>
                                        <p:tav tm="0">
                                          <p:val>
                                            <p:strVal val="1+#ppt_h/2"/>
                                          </p:val>
                                        </p:tav>
                                        <p:tav tm="100000">
                                          <p:val>
                                            <p:strVal val="#ppt_y"/>
                                          </p:val>
                                        </p:tav>
                                      </p:tavLst>
                                    </p:anim>
                                  </p:childTnLst>
                                </p:cTn>
                              </p:par>
                              <p:par>
                                <p:cTn id="33" presetID="2" presetClass="entr" presetSubtype="4" fill="hold" grpId="0" nodeType="withEffect">
                                  <p:stCondLst>
                                    <p:cond delay="0"/>
                                  </p:stCondLst>
                                  <p:childTnLst>
                                    <p:set>
                                      <p:cBhvr>
                                        <p:cTn id="34" dur="1" fill="hold">
                                          <p:stCondLst>
                                            <p:cond delay="0"/>
                                          </p:stCondLst>
                                        </p:cTn>
                                        <p:tgtEl>
                                          <p:spTgt spid="18">
                                            <p:txEl>
                                              <p:pRg st="6" end="6"/>
                                            </p:txEl>
                                          </p:spTgt>
                                        </p:tgtEl>
                                        <p:attrNameLst>
                                          <p:attrName>style.visibility</p:attrName>
                                        </p:attrNameLst>
                                      </p:cBhvr>
                                      <p:to>
                                        <p:strVal val="visible"/>
                                      </p:to>
                                    </p:set>
                                    <p:anim calcmode="lin" valueType="num">
                                      <p:cBhvr additive="base">
                                        <p:cTn id="35" dur="500" fill="hold"/>
                                        <p:tgtEl>
                                          <p:spTgt spid="18">
                                            <p:txEl>
                                              <p:pRg st="6" end="6"/>
                                            </p:txEl>
                                          </p:spTgt>
                                        </p:tgtEl>
                                        <p:attrNameLst>
                                          <p:attrName>ppt_x</p:attrName>
                                        </p:attrNameLst>
                                      </p:cBhvr>
                                      <p:tavLst>
                                        <p:tav tm="0">
                                          <p:val>
                                            <p:strVal val="#ppt_x"/>
                                          </p:val>
                                        </p:tav>
                                        <p:tav tm="100000">
                                          <p:val>
                                            <p:strVal val="#ppt_x"/>
                                          </p:val>
                                        </p:tav>
                                      </p:tavLst>
                                    </p:anim>
                                    <p:anim calcmode="lin" valueType="num">
                                      <p:cBhvr additive="base">
                                        <p:cTn id="36" dur="500" fill="hold"/>
                                        <p:tgtEl>
                                          <p:spTgt spid="18">
                                            <p:txEl>
                                              <p:pRg st="6" end="6"/>
                                            </p:txEl>
                                          </p:spTgt>
                                        </p:tgtEl>
                                        <p:attrNameLst>
                                          <p:attrName>ppt_y</p:attrName>
                                        </p:attrNameLst>
                                      </p:cBhvr>
                                      <p:tavLst>
                                        <p:tav tm="0">
                                          <p:val>
                                            <p:strVal val="1+#ppt_h/2"/>
                                          </p:val>
                                        </p:tav>
                                        <p:tav tm="100000">
                                          <p:val>
                                            <p:strVal val="#ppt_y"/>
                                          </p:val>
                                        </p:tav>
                                      </p:tavLst>
                                    </p:anim>
                                  </p:childTnLst>
                                </p:cTn>
                              </p:par>
                              <p:par>
                                <p:cTn id="37" presetID="2" presetClass="entr" presetSubtype="4" fill="hold" grpId="0" nodeType="withEffect">
                                  <p:stCondLst>
                                    <p:cond delay="0"/>
                                  </p:stCondLst>
                                  <p:childTnLst>
                                    <p:set>
                                      <p:cBhvr>
                                        <p:cTn id="38" dur="1" fill="hold">
                                          <p:stCondLst>
                                            <p:cond delay="0"/>
                                          </p:stCondLst>
                                        </p:cTn>
                                        <p:tgtEl>
                                          <p:spTgt spid="18">
                                            <p:txEl>
                                              <p:pRg st="7" end="7"/>
                                            </p:txEl>
                                          </p:spTgt>
                                        </p:tgtEl>
                                        <p:attrNameLst>
                                          <p:attrName>style.visibility</p:attrName>
                                        </p:attrNameLst>
                                      </p:cBhvr>
                                      <p:to>
                                        <p:strVal val="visible"/>
                                      </p:to>
                                    </p:set>
                                    <p:anim calcmode="lin" valueType="num">
                                      <p:cBhvr additive="base">
                                        <p:cTn id="39" dur="500" fill="hold"/>
                                        <p:tgtEl>
                                          <p:spTgt spid="18">
                                            <p:txEl>
                                              <p:pRg st="7" end="7"/>
                                            </p:txEl>
                                          </p:spTgt>
                                        </p:tgtEl>
                                        <p:attrNameLst>
                                          <p:attrName>ppt_x</p:attrName>
                                        </p:attrNameLst>
                                      </p:cBhvr>
                                      <p:tavLst>
                                        <p:tav tm="0">
                                          <p:val>
                                            <p:strVal val="#ppt_x"/>
                                          </p:val>
                                        </p:tav>
                                        <p:tav tm="100000">
                                          <p:val>
                                            <p:strVal val="#ppt_x"/>
                                          </p:val>
                                        </p:tav>
                                      </p:tavLst>
                                    </p:anim>
                                    <p:anim calcmode="lin" valueType="num">
                                      <p:cBhvr additive="base">
                                        <p:cTn id="40" dur="500" fill="hold"/>
                                        <p:tgtEl>
                                          <p:spTgt spid="18">
                                            <p:txEl>
                                              <p:pRg st="7" end="7"/>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uiExpand="1" build="allAtOnce"/>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244A0F-74DC-A346-C251-373BBBF21BF0}"/>
            </a:ext>
          </a:extLst>
        </p:cNvPr>
        <p:cNvGrpSpPr/>
        <p:nvPr/>
      </p:nvGrpSpPr>
      <p:grpSpPr>
        <a:xfrm>
          <a:off x="0" y="0"/>
          <a:ext cx="0" cy="0"/>
          <a:chOff x="0" y="0"/>
          <a:chExt cx="0" cy="0"/>
        </a:xfrm>
      </p:grpSpPr>
      <p:sp>
        <p:nvSpPr>
          <p:cNvPr id="45" name="Rectangle 44">
            <a:extLst>
              <a:ext uri="{FF2B5EF4-FFF2-40B4-BE49-F238E27FC236}">
                <a16:creationId xmlns:a16="http://schemas.microsoft.com/office/drawing/2014/main" id="{DC01AE9F-EAA9-5EA0-687E-F4E2947D515A}"/>
              </a:ext>
            </a:extLst>
          </p:cNvPr>
          <p:cNvSpPr/>
          <p:nvPr/>
        </p:nvSpPr>
        <p:spPr>
          <a:xfrm>
            <a:off x="3810000" y="1188000"/>
            <a:ext cx="14478000" cy="1204805"/>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6" name="Rectangle: Rounded Corners 45">
            <a:extLst>
              <a:ext uri="{FF2B5EF4-FFF2-40B4-BE49-F238E27FC236}">
                <a16:creationId xmlns:a16="http://schemas.microsoft.com/office/drawing/2014/main" id="{F58FE71C-4B70-F609-2A85-8037B4CCE520}"/>
              </a:ext>
            </a:extLst>
          </p:cNvPr>
          <p:cNvSpPr/>
          <p:nvPr/>
        </p:nvSpPr>
        <p:spPr>
          <a:xfrm>
            <a:off x="3858223" y="1275813"/>
            <a:ext cx="12192000" cy="1020412"/>
          </a:xfrm>
          <a:prstGeom prst="roundRect">
            <a:avLst/>
          </a:prstGeom>
          <a:solidFill>
            <a:srgbClr val="288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4" name="Rectangle 43">
            <a:extLst>
              <a:ext uri="{FF2B5EF4-FFF2-40B4-BE49-F238E27FC236}">
                <a16:creationId xmlns:a16="http://schemas.microsoft.com/office/drawing/2014/main" id="{4C0372A4-D5F0-B183-CD4B-EC7F504CB9FC}"/>
              </a:ext>
            </a:extLst>
          </p:cNvPr>
          <p:cNvSpPr/>
          <p:nvPr/>
        </p:nvSpPr>
        <p:spPr>
          <a:xfrm>
            <a:off x="0" y="2400300"/>
            <a:ext cx="3810000" cy="78867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7" name="TextBox 10">
            <a:extLst>
              <a:ext uri="{FF2B5EF4-FFF2-40B4-BE49-F238E27FC236}">
                <a16:creationId xmlns:a16="http://schemas.microsoft.com/office/drawing/2014/main" id="{BE8209F2-AEBA-0E50-2B1C-FD4EA425E0A9}"/>
              </a:ext>
            </a:extLst>
          </p:cNvPr>
          <p:cNvSpPr txBox="1"/>
          <p:nvPr/>
        </p:nvSpPr>
        <p:spPr>
          <a:xfrm>
            <a:off x="4572000" y="475436"/>
            <a:ext cx="13549652" cy="1450397"/>
          </a:xfrm>
          <a:prstGeom prst="rect">
            <a:avLst/>
          </a:prstGeom>
        </p:spPr>
        <p:txBody>
          <a:bodyPr wrap="square" lIns="0" tIns="0" rIns="0" bIns="0" rtlCol="0" anchor="t">
            <a:spAutoFit/>
          </a:bodyPr>
          <a:lstStyle/>
          <a:p>
            <a:pPr>
              <a:lnSpc>
                <a:spcPct val="130000"/>
              </a:lnSpc>
              <a:spcBef>
                <a:spcPts val="600"/>
              </a:spcBef>
              <a:spcAft>
                <a:spcPts val="600"/>
              </a:spcAft>
            </a:pPr>
            <a:endParaRPr lang="en-US" sz="3600">
              <a:effectLst/>
              <a:latin typeface="Times New Roman" panose="02020603050405020304" pitchFamily="18" charset="0"/>
              <a:ea typeface="Times New Roman" panose="02020603050405020304" pitchFamily="18" charset="0"/>
            </a:endParaRPr>
          </a:p>
          <a:p>
            <a:pPr indent="0">
              <a:lnSpc>
                <a:spcPct val="130000"/>
              </a:lnSpc>
              <a:spcBef>
                <a:spcPts val="600"/>
              </a:spcBef>
              <a:spcAft>
                <a:spcPts val="600"/>
              </a:spcAft>
              <a:buNone/>
            </a:pPr>
            <a:endParaRPr lang="en-US" sz="3200" b="0" i="0">
              <a:solidFill>
                <a:schemeClr val="tx1"/>
              </a:solidFill>
              <a:effectLst/>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7A5CEFF6-DBAC-50B7-681D-CA468A8DBDF1}"/>
              </a:ext>
            </a:extLst>
          </p:cNvPr>
          <p:cNvSpPr txBox="1"/>
          <p:nvPr/>
        </p:nvSpPr>
        <p:spPr>
          <a:xfrm>
            <a:off x="685800" y="5466487"/>
            <a:ext cx="2971800" cy="1200329"/>
          </a:xfrm>
          <a:prstGeom prst="rect">
            <a:avLst/>
          </a:prstGeom>
          <a:noFill/>
        </p:spPr>
        <p:txBody>
          <a:bodyPr wrap="square" rtlCol="0">
            <a:spAutoFit/>
          </a:bodyPr>
          <a:lstStyle/>
          <a:p>
            <a:r>
              <a:rPr lang="en-US" sz="3600">
                <a:latin typeface="Times New Roman" panose="02020603050405020304" pitchFamily="18" charset="0"/>
                <a:cs typeface="Times New Roman" panose="02020603050405020304" pitchFamily="18" charset="0"/>
              </a:rPr>
              <a:t>Phân tích thiết kế hệ thống</a:t>
            </a:r>
          </a:p>
        </p:txBody>
      </p:sp>
      <p:sp>
        <p:nvSpPr>
          <p:cNvPr id="18" name="TextBox 17">
            <a:extLst>
              <a:ext uri="{FF2B5EF4-FFF2-40B4-BE49-F238E27FC236}">
                <a16:creationId xmlns:a16="http://schemas.microsoft.com/office/drawing/2014/main" id="{FF288A30-F875-AA1D-B856-29D481908587}"/>
              </a:ext>
            </a:extLst>
          </p:cNvPr>
          <p:cNvSpPr txBox="1"/>
          <p:nvPr/>
        </p:nvSpPr>
        <p:spPr>
          <a:xfrm>
            <a:off x="3810000" y="2430905"/>
            <a:ext cx="14249400" cy="668645"/>
          </a:xfrm>
          <a:prstGeom prst="rect">
            <a:avLst/>
          </a:prstGeom>
          <a:noFill/>
        </p:spPr>
        <p:txBody>
          <a:bodyPr wrap="square" rtlCol="0">
            <a:spAutoFit/>
          </a:bodyPr>
          <a:lstStyle/>
          <a:p>
            <a:pPr lvl="0">
              <a:lnSpc>
                <a:spcPct val="130000"/>
              </a:lnSpc>
            </a:pPr>
            <a:r>
              <a:rPr lang="en-US" sz="3200" b="1">
                <a:latin typeface="Times New Roman" panose="02020603050405020304" pitchFamily="18" charset="0"/>
                <a:ea typeface="SimSun" panose="02010600030101010101" pitchFamily="2" charset="-122"/>
              </a:rPr>
              <a:t>Biểu đồ Usecase</a:t>
            </a:r>
            <a:endParaRPr lang="en-US" sz="3200">
              <a:latin typeface="Times New Roman" panose="02020603050405020304" pitchFamily="18" charset="0"/>
              <a:ea typeface="SimSun" panose="02010600030101010101" pitchFamily="2" charset="-122"/>
            </a:endParaRPr>
          </a:p>
        </p:txBody>
      </p:sp>
      <p:grpSp>
        <p:nvGrpSpPr>
          <p:cNvPr id="47" name="Group 46">
            <a:extLst>
              <a:ext uri="{FF2B5EF4-FFF2-40B4-BE49-F238E27FC236}">
                <a16:creationId xmlns:a16="http://schemas.microsoft.com/office/drawing/2014/main" id="{06403500-2549-6CE9-B204-80F9AD0FC8AB}"/>
              </a:ext>
            </a:extLst>
          </p:cNvPr>
          <p:cNvGrpSpPr/>
          <p:nvPr/>
        </p:nvGrpSpPr>
        <p:grpSpPr>
          <a:xfrm>
            <a:off x="0" y="0"/>
            <a:ext cx="18360000" cy="1188944"/>
            <a:chOff x="0" y="0"/>
            <a:chExt cx="18360000" cy="1188944"/>
          </a:xfrm>
        </p:grpSpPr>
        <p:sp>
          <p:nvSpPr>
            <p:cNvPr id="48" name="Rectangle 47">
              <a:extLst>
                <a:ext uri="{FF2B5EF4-FFF2-40B4-BE49-F238E27FC236}">
                  <a16:creationId xmlns:a16="http://schemas.microsoft.com/office/drawing/2014/main" id="{71F49054-1D19-85C2-09AE-A9C2C5E53C87}"/>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9" name="Rectangle 48">
              <a:extLst>
                <a:ext uri="{FF2B5EF4-FFF2-40B4-BE49-F238E27FC236}">
                  <a16:creationId xmlns:a16="http://schemas.microsoft.com/office/drawing/2014/main" id="{27CC9F23-D38C-B44C-5B33-15DE0FF42528}"/>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0" name="Rectangle 49">
              <a:extLst>
                <a:ext uri="{FF2B5EF4-FFF2-40B4-BE49-F238E27FC236}">
                  <a16:creationId xmlns:a16="http://schemas.microsoft.com/office/drawing/2014/main" id="{47B91105-2C0D-443E-588F-32E57341B995}"/>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1" name="Rectangle 50">
              <a:extLst>
                <a:ext uri="{FF2B5EF4-FFF2-40B4-BE49-F238E27FC236}">
                  <a16:creationId xmlns:a16="http://schemas.microsoft.com/office/drawing/2014/main" id="{BA0835B6-2AE0-F3C1-FDA6-A4898D3DE127}"/>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52" name="Oval 51">
            <a:extLst>
              <a:ext uri="{FF2B5EF4-FFF2-40B4-BE49-F238E27FC236}">
                <a16:creationId xmlns:a16="http://schemas.microsoft.com/office/drawing/2014/main" id="{1B18056E-37B7-7232-0CD5-66990543CDA7}"/>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53" name="TextBox 52">
            <a:extLst>
              <a:ext uri="{FF2B5EF4-FFF2-40B4-BE49-F238E27FC236}">
                <a16:creationId xmlns:a16="http://schemas.microsoft.com/office/drawing/2014/main" id="{6BCC2037-A5C1-CA18-3C21-EF22E0D43B68}"/>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54" name="Picture 53">
            <a:extLst>
              <a:ext uri="{FF2B5EF4-FFF2-40B4-BE49-F238E27FC236}">
                <a16:creationId xmlns:a16="http://schemas.microsoft.com/office/drawing/2014/main" id="{7D9F87D7-D9EB-2BF4-24F9-B5E79405ABB9}"/>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sp>
        <p:nvSpPr>
          <p:cNvPr id="2" name="TextBox 1">
            <a:extLst>
              <a:ext uri="{FF2B5EF4-FFF2-40B4-BE49-F238E27FC236}">
                <a16:creationId xmlns:a16="http://schemas.microsoft.com/office/drawing/2014/main" id="{5396086C-F77B-27CC-B97E-4DB9D637FA9A}"/>
              </a:ext>
            </a:extLst>
          </p:cNvPr>
          <p:cNvSpPr txBox="1"/>
          <p:nvPr/>
        </p:nvSpPr>
        <p:spPr>
          <a:xfrm>
            <a:off x="3858222" y="1463633"/>
            <a:ext cx="11534177" cy="646331"/>
          </a:xfrm>
          <a:prstGeom prst="rect">
            <a:avLst/>
          </a:prstGeom>
          <a:noFill/>
        </p:spPr>
        <p:txBody>
          <a:bodyPr wrap="square" rtlCol="0">
            <a:spAutoFit/>
          </a:bodyPr>
          <a:lstStyle/>
          <a:p>
            <a:r>
              <a:rPr lang="en-US" sz="3600">
                <a:solidFill>
                  <a:schemeClr val="bg1"/>
                </a:solidFill>
                <a:latin typeface="Times New Roman" panose="02020603050405020304" pitchFamily="18" charset="0"/>
                <a:cs typeface="Times New Roman" panose="02020603050405020304" pitchFamily="18" charset="0"/>
              </a:rPr>
              <a:t>4. KẾT QUẢ VÀ THẢO LUẬN</a:t>
            </a:r>
          </a:p>
        </p:txBody>
      </p:sp>
      <p:pic>
        <p:nvPicPr>
          <p:cNvPr id="4" name="Picture 3">
            <a:extLst>
              <a:ext uri="{FF2B5EF4-FFF2-40B4-BE49-F238E27FC236}">
                <a16:creationId xmlns:a16="http://schemas.microsoft.com/office/drawing/2014/main" id="{7F1C0BFD-CA67-3A1B-FA7F-264D711F6F09}"/>
              </a:ext>
            </a:extLst>
          </p:cNvPr>
          <p:cNvPicPr>
            <a:picLocks noChangeAspect="1"/>
          </p:cNvPicPr>
          <p:nvPr/>
        </p:nvPicPr>
        <p:blipFill rotWithShape="1">
          <a:blip r:embed="rId5"/>
          <a:srcRect l="5107" t="10491" r="13287" b="8695"/>
          <a:stretch>
            <a:fillRect/>
          </a:stretch>
        </p:blipFill>
        <p:spPr bwMode="auto">
          <a:xfrm>
            <a:off x="3891456" y="3915312"/>
            <a:ext cx="6066396" cy="5095875"/>
          </a:xfrm>
          <a:prstGeom prst="rect">
            <a:avLst/>
          </a:prstGeom>
          <a:ln>
            <a:noFill/>
          </a:ln>
          <a:extLst>
            <a:ext uri="{53640926-AAD7-44D8-BBD7-CCE9431645EC}">
              <a14:shadowObscured xmlns:a14="http://schemas.microsoft.com/office/drawing/2010/main"/>
            </a:ext>
          </a:extLst>
        </p:spPr>
      </p:pic>
      <p:pic>
        <p:nvPicPr>
          <p:cNvPr id="5" name="Picture 4">
            <a:extLst>
              <a:ext uri="{FF2B5EF4-FFF2-40B4-BE49-F238E27FC236}">
                <a16:creationId xmlns:a16="http://schemas.microsoft.com/office/drawing/2014/main" id="{FD724005-59FE-EECD-C390-BB4F71CB58E0}"/>
              </a:ext>
            </a:extLst>
          </p:cNvPr>
          <p:cNvPicPr>
            <a:picLocks noChangeAspect="1"/>
          </p:cNvPicPr>
          <p:nvPr/>
        </p:nvPicPr>
        <p:blipFill rotWithShape="1">
          <a:blip r:embed="rId6"/>
          <a:srcRect l="5952" t="8600" r="8895" b="23990"/>
          <a:stretch>
            <a:fillRect/>
          </a:stretch>
        </p:blipFill>
        <p:spPr bwMode="auto">
          <a:xfrm>
            <a:off x="9924854" y="3518714"/>
            <a:ext cx="8363146" cy="5095874"/>
          </a:xfrm>
          <a:prstGeom prst="rect">
            <a:avLst/>
          </a:prstGeom>
          <a:ln>
            <a:noFill/>
          </a:ln>
          <a:extLst>
            <a:ext uri="{53640926-AAD7-44D8-BBD7-CCE9431645EC}">
              <a14:shadowObscured xmlns:a14="http://schemas.microsoft.com/office/drawing/2010/main"/>
            </a:ext>
          </a:extLst>
        </p:spPr>
      </p:pic>
    </p:spTree>
    <p:extLst>
      <p:ext uri="{BB962C8B-B14F-4D97-AF65-F5344CB8AC3E}">
        <p14:creationId xmlns:p14="http://schemas.microsoft.com/office/powerpoint/2010/main" val="255188298"/>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1"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0-#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18">
                                            <p:txEl>
                                              <p:pRg st="0" end="0"/>
                                            </p:txEl>
                                          </p:spTgt>
                                        </p:tgtEl>
                                        <p:attrNameLst>
                                          <p:attrName>style.visibility</p:attrName>
                                        </p:attrNameLst>
                                      </p:cBhvr>
                                      <p:to>
                                        <p:strVal val="visible"/>
                                      </p:to>
                                    </p:set>
                                    <p:anim calcmode="lin" valueType="num">
                                      <p:cBhvr additive="base">
                                        <p:cTn id="11" dur="500" fill="hold"/>
                                        <p:tgtEl>
                                          <p:spTgt spid="18">
                                            <p:txEl>
                                              <p:pRg st="0" end="0"/>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18">
                                            <p:txEl>
                                              <p:pRg st="0" end="0"/>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uiExpand="1" build="allAtOnce"/>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974571-413E-4545-328E-450C8A74C833}"/>
            </a:ext>
          </a:extLst>
        </p:cNvPr>
        <p:cNvGrpSpPr/>
        <p:nvPr/>
      </p:nvGrpSpPr>
      <p:grpSpPr>
        <a:xfrm>
          <a:off x="0" y="0"/>
          <a:ext cx="0" cy="0"/>
          <a:chOff x="0" y="0"/>
          <a:chExt cx="0" cy="0"/>
        </a:xfrm>
      </p:grpSpPr>
      <p:sp>
        <p:nvSpPr>
          <p:cNvPr id="45" name="Rectangle 44">
            <a:extLst>
              <a:ext uri="{FF2B5EF4-FFF2-40B4-BE49-F238E27FC236}">
                <a16:creationId xmlns:a16="http://schemas.microsoft.com/office/drawing/2014/main" id="{FDBAFC3C-D6AB-E89F-E7B6-91C24E00FFEC}"/>
              </a:ext>
            </a:extLst>
          </p:cNvPr>
          <p:cNvSpPr/>
          <p:nvPr/>
        </p:nvSpPr>
        <p:spPr>
          <a:xfrm>
            <a:off x="3810000" y="1188000"/>
            <a:ext cx="14478000" cy="1204805"/>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6" name="Rectangle: Rounded Corners 45">
            <a:extLst>
              <a:ext uri="{FF2B5EF4-FFF2-40B4-BE49-F238E27FC236}">
                <a16:creationId xmlns:a16="http://schemas.microsoft.com/office/drawing/2014/main" id="{2CEE31E4-04B3-63C8-2A65-804757B1B4A2}"/>
              </a:ext>
            </a:extLst>
          </p:cNvPr>
          <p:cNvSpPr/>
          <p:nvPr/>
        </p:nvSpPr>
        <p:spPr>
          <a:xfrm>
            <a:off x="3858223" y="1275813"/>
            <a:ext cx="12192000" cy="1020412"/>
          </a:xfrm>
          <a:prstGeom prst="roundRect">
            <a:avLst/>
          </a:prstGeom>
          <a:solidFill>
            <a:srgbClr val="288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4" name="Rectangle 43">
            <a:extLst>
              <a:ext uri="{FF2B5EF4-FFF2-40B4-BE49-F238E27FC236}">
                <a16:creationId xmlns:a16="http://schemas.microsoft.com/office/drawing/2014/main" id="{37334A50-0490-AE7B-E350-AD319836B530}"/>
              </a:ext>
            </a:extLst>
          </p:cNvPr>
          <p:cNvSpPr/>
          <p:nvPr/>
        </p:nvSpPr>
        <p:spPr>
          <a:xfrm>
            <a:off x="0" y="2400300"/>
            <a:ext cx="3810000" cy="78867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7" name="TextBox 10">
            <a:extLst>
              <a:ext uri="{FF2B5EF4-FFF2-40B4-BE49-F238E27FC236}">
                <a16:creationId xmlns:a16="http://schemas.microsoft.com/office/drawing/2014/main" id="{9CB22D16-05E7-9E6C-BD6B-6582A079169A}"/>
              </a:ext>
            </a:extLst>
          </p:cNvPr>
          <p:cNvSpPr txBox="1"/>
          <p:nvPr/>
        </p:nvSpPr>
        <p:spPr>
          <a:xfrm>
            <a:off x="4572000" y="475436"/>
            <a:ext cx="13549652" cy="1450397"/>
          </a:xfrm>
          <a:prstGeom prst="rect">
            <a:avLst/>
          </a:prstGeom>
        </p:spPr>
        <p:txBody>
          <a:bodyPr wrap="square" lIns="0" tIns="0" rIns="0" bIns="0" rtlCol="0" anchor="t">
            <a:spAutoFit/>
          </a:bodyPr>
          <a:lstStyle/>
          <a:p>
            <a:pPr>
              <a:lnSpc>
                <a:spcPct val="130000"/>
              </a:lnSpc>
              <a:spcBef>
                <a:spcPts val="600"/>
              </a:spcBef>
              <a:spcAft>
                <a:spcPts val="600"/>
              </a:spcAft>
            </a:pPr>
            <a:endParaRPr lang="en-US" sz="3600">
              <a:effectLst/>
              <a:latin typeface="Times New Roman" panose="02020603050405020304" pitchFamily="18" charset="0"/>
              <a:ea typeface="Times New Roman" panose="02020603050405020304" pitchFamily="18" charset="0"/>
            </a:endParaRPr>
          </a:p>
          <a:p>
            <a:pPr indent="0">
              <a:lnSpc>
                <a:spcPct val="130000"/>
              </a:lnSpc>
              <a:spcBef>
                <a:spcPts val="600"/>
              </a:spcBef>
              <a:spcAft>
                <a:spcPts val="600"/>
              </a:spcAft>
              <a:buNone/>
            </a:pPr>
            <a:endParaRPr lang="en-US" sz="3200" b="0" i="0">
              <a:solidFill>
                <a:schemeClr val="tx1"/>
              </a:solidFill>
              <a:effectLst/>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FBE78F8C-3C80-B9E2-7C93-F5C0F12336D7}"/>
              </a:ext>
            </a:extLst>
          </p:cNvPr>
          <p:cNvSpPr txBox="1"/>
          <p:nvPr/>
        </p:nvSpPr>
        <p:spPr>
          <a:xfrm>
            <a:off x="685800" y="5466487"/>
            <a:ext cx="2971800" cy="1200329"/>
          </a:xfrm>
          <a:prstGeom prst="rect">
            <a:avLst/>
          </a:prstGeom>
          <a:noFill/>
        </p:spPr>
        <p:txBody>
          <a:bodyPr wrap="square" rtlCol="0">
            <a:spAutoFit/>
          </a:bodyPr>
          <a:lstStyle/>
          <a:p>
            <a:r>
              <a:rPr lang="en-US" sz="3600">
                <a:latin typeface="Times New Roman" panose="02020603050405020304" pitchFamily="18" charset="0"/>
                <a:cs typeface="Times New Roman" panose="02020603050405020304" pitchFamily="18" charset="0"/>
              </a:rPr>
              <a:t>Phân tích thiết kế hệ thống</a:t>
            </a:r>
          </a:p>
        </p:txBody>
      </p:sp>
      <p:sp>
        <p:nvSpPr>
          <p:cNvPr id="18" name="TextBox 17">
            <a:extLst>
              <a:ext uri="{FF2B5EF4-FFF2-40B4-BE49-F238E27FC236}">
                <a16:creationId xmlns:a16="http://schemas.microsoft.com/office/drawing/2014/main" id="{AD3EAC8F-8841-6863-E2D0-384782038D83}"/>
              </a:ext>
            </a:extLst>
          </p:cNvPr>
          <p:cNvSpPr txBox="1"/>
          <p:nvPr/>
        </p:nvSpPr>
        <p:spPr>
          <a:xfrm>
            <a:off x="3810000" y="2430905"/>
            <a:ext cx="14249400" cy="668645"/>
          </a:xfrm>
          <a:prstGeom prst="rect">
            <a:avLst/>
          </a:prstGeom>
          <a:noFill/>
        </p:spPr>
        <p:txBody>
          <a:bodyPr wrap="square" rtlCol="0">
            <a:spAutoFit/>
          </a:bodyPr>
          <a:lstStyle/>
          <a:p>
            <a:pPr lvl="0">
              <a:lnSpc>
                <a:spcPct val="130000"/>
              </a:lnSpc>
            </a:pPr>
            <a:r>
              <a:rPr lang="en-US" sz="3200" b="1">
                <a:latin typeface="Times New Roman" panose="02020603050405020304" pitchFamily="18" charset="0"/>
                <a:ea typeface="SimSun" panose="02010600030101010101" pitchFamily="2" charset="-122"/>
              </a:rPr>
              <a:t>Biểu đồ ERD</a:t>
            </a:r>
            <a:endParaRPr lang="en-US" sz="3200">
              <a:latin typeface="Times New Roman" panose="02020603050405020304" pitchFamily="18" charset="0"/>
              <a:ea typeface="SimSun" panose="02010600030101010101" pitchFamily="2" charset="-122"/>
            </a:endParaRPr>
          </a:p>
        </p:txBody>
      </p:sp>
      <p:grpSp>
        <p:nvGrpSpPr>
          <p:cNvPr id="47" name="Group 46">
            <a:extLst>
              <a:ext uri="{FF2B5EF4-FFF2-40B4-BE49-F238E27FC236}">
                <a16:creationId xmlns:a16="http://schemas.microsoft.com/office/drawing/2014/main" id="{A18278BB-275F-702E-A795-E3D4811FD50A}"/>
              </a:ext>
            </a:extLst>
          </p:cNvPr>
          <p:cNvGrpSpPr/>
          <p:nvPr/>
        </p:nvGrpSpPr>
        <p:grpSpPr>
          <a:xfrm>
            <a:off x="0" y="0"/>
            <a:ext cx="18360000" cy="1188944"/>
            <a:chOff x="0" y="0"/>
            <a:chExt cx="18360000" cy="1188944"/>
          </a:xfrm>
        </p:grpSpPr>
        <p:sp>
          <p:nvSpPr>
            <p:cNvPr id="48" name="Rectangle 47">
              <a:extLst>
                <a:ext uri="{FF2B5EF4-FFF2-40B4-BE49-F238E27FC236}">
                  <a16:creationId xmlns:a16="http://schemas.microsoft.com/office/drawing/2014/main" id="{629D4C15-E4FA-C6B3-B112-426D452EC4C2}"/>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9" name="Rectangle 48">
              <a:extLst>
                <a:ext uri="{FF2B5EF4-FFF2-40B4-BE49-F238E27FC236}">
                  <a16:creationId xmlns:a16="http://schemas.microsoft.com/office/drawing/2014/main" id="{97649F4B-C6F0-7991-892E-690836104E0E}"/>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0" name="Rectangle 49">
              <a:extLst>
                <a:ext uri="{FF2B5EF4-FFF2-40B4-BE49-F238E27FC236}">
                  <a16:creationId xmlns:a16="http://schemas.microsoft.com/office/drawing/2014/main" id="{E8DFBBD1-DA98-4356-C688-7528C94717D3}"/>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1" name="Rectangle 50">
              <a:extLst>
                <a:ext uri="{FF2B5EF4-FFF2-40B4-BE49-F238E27FC236}">
                  <a16:creationId xmlns:a16="http://schemas.microsoft.com/office/drawing/2014/main" id="{BAFEE6B2-1DCC-0BE7-0C98-CC6ECC4F2FA8}"/>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52" name="Oval 51">
            <a:extLst>
              <a:ext uri="{FF2B5EF4-FFF2-40B4-BE49-F238E27FC236}">
                <a16:creationId xmlns:a16="http://schemas.microsoft.com/office/drawing/2014/main" id="{48934823-B5A2-5068-98B2-EF41806F0573}"/>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53" name="TextBox 52">
            <a:extLst>
              <a:ext uri="{FF2B5EF4-FFF2-40B4-BE49-F238E27FC236}">
                <a16:creationId xmlns:a16="http://schemas.microsoft.com/office/drawing/2014/main" id="{F10C050A-0180-5B62-E7AE-73137343E83F}"/>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54" name="Picture 53">
            <a:extLst>
              <a:ext uri="{FF2B5EF4-FFF2-40B4-BE49-F238E27FC236}">
                <a16:creationId xmlns:a16="http://schemas.microsoft.com/office/drawing/2014/main" id="{529D4D69-95E0-6DC6-7775-01947638C361}"/>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sp>
        <p:nvSpPr>
          <p:cNvPr id="2" name="TextBox 1">
            <a:extLst>
              <a:ext uri="{FF2B5EF4-FFF2-40B4-BE49-F238E27FC236}">
                <a16:creationId xmlns:a16="http://schemas.microsoft.com/office/drawing/2014/main" id="{11FFB93E-DAF1-4B32-F1CA-4EE143A9E59F}"/>
              </a:ext>
            </a:extLst>
          </p:cNvPr>
          <p:cNvSpPr txBox="1"/>
          <p:nvPr/>
        </p:nvSpPr>
        <p:spPr>
          <a:xfrm>
            <a:off x="3858222" y="1463633"/>
            <a:ext cx="11534177" cy="646331"/>
          </a:xfrm>
          <a:prstGeom prst="rect">
            <a:avLst/>
          </a:prstGeom>
          <a:noFill/>
        </p:spPr>
        <p:txBody>
          <a:bodyPr wrap="square" rtlCol="0">
            <a:spAutoFit/>
          </a:bodyPr>
          <a:lstStyle/>
          <a:p>
            <a:r>
              <a:rPr lang="en-US" sz="3600">
                <a:solidFill>
                  <a:schemeClr val="bg1"/>
                </a:solidFill>
                <a:latin typeface="Times New Roman" panose="02020603050405020304" pitchFamily="18" charset="0"/>
                <a:cs typeface="Times New Roman" panose="02020603050405020304" pitchFamily="18" charset="0"/>
              </a:rPr>
              <a:t>4. KẾT QUẢ VÀ THẢO LUẬN</a:t>
            </a:r>
          </a:p>
        </p:txBody>
      </p:sp>
      <p:pic>
        <p:nvPicPr>
          <p:cNvPr id="4" name="Picture 3">
            <a:extLst>
              <a:ext uri="{FF2B5EF4-FFF2-40B4-BE49-F238E27FC236}">
                <a16:creationId xmlns:a16="http://schemas.microsoft.com/office/drawing/2014/main" id="{EF019B76-B4EA-EFBA-4417-EEFB3BD1B485}"/>
              </a:ext>
            </a:extLst>
          </p:cNvPr>
          <p:cNvPicPr>
            <a:picLocks noChangeAspect="1"/>
          </p:cNvPicPr>
          <p:nvPr/>
        </p:nvPicPr>
        <p:blipFill>
          <a:blip r:embed="rId5">
            <a:extLst>
              <a:ext uri="{28A0092B-C50C-407E-A947-70E740481C1C}">
                <a14:useLocalDpi xmlns:a14="http://schemas.microsoft.com/office/drawing/2010/main" val="0"/>
              </a:ext>
            </a:extLst>
          </a:blip>
          <a:srcRect/>
          <a:stretch>
            <a:fillRect/>
          </a:stretch>
        </p:blipFill>
        <p:spPr bwMode="auto">
          <a:xfrm>
            <a:off x="6629400" y="3137650"/>
            <a:ext cx="7779374" cy="7144599"/>
          </a:xfrm>
          <a:prstGeom prst="rect">
            <a:avLst/>
          </a:prstGeom>
          <a:noFill/>
          <a:ln>
            <a:noFill/>
          </a:ln>
        </p:spPr>
      </p:pic>
    </p:spTree>
    <p:extLst>
      <p:ext uri="{BB962C8B-B14F-4D97-AF65-F5344CB8AC3E}">
        <p14:creationId xmlns:p14="http://schemas.microsoft.com/office/powerpoint/2010/main" val="383558810"/>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grpId="0" nodeType="withEffect">
                                  <p:stCondLst>
                                    <p:cond delay="0"/>
                                  </p:stCondLst>
                                  <p:childTnLst>
                                    <p:set>
                                      <p:cBhvr>
                                        <p:cTn id="6" dur="1" fill="hold">
                                          <p:stCondLst>
                                            <p:cond delay="0"/>
                                          </p:stCondLst>
                                        </p:cTn>
                                        <p:tgtEl>
                                          <p:spTgt spid="18">
                                            <p:txEl>
                                              <p:pRg st="0" end="0"/>
                                            </p:txEl>
                                          </p:spTgt>
                                        </p:tgtEl>
                                        <p:attrNameLst>
                                          <p:attrName>style.visibility</p:attrName>
                                        </p:attrNameLst>
                                      </p:cBhvr>
                                      <p:to>
                                        <p:strVal val="visible"/>
                                      </p:to>
                                    </p:set>
                                    <p:anim calcmode="lin" valueType="num">
                                      <p:cBhvr additive="base">
                                        <p:cTn id="7" dur="500" fill="hold"/>
                                        <p:tgtEl>
                                          <p:spTgt spid="18">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18">
                                            <p:txEl>
                                              <p:pRg st="0" end="0"/>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uiExpand="1" build="allAtOnce"/>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AFFB1F-E479-B1B9-388A-02E6BA13BD52}"/>
            </a:ext>
          </a:extLst>
        </p:cNvPr>
        <p:cNvGrpSpPr/>
        <p:nvPr/>
      </p:nvGrpSpPr>
      <p:grpSpPr>
        <a:xfrm>
          <a:off x="0" y="0"/>
          <a:ext cx="0" cy="0"/>
          <a:chOff x="0" y="0"/>
          <a:chExt cx="0" cy="0"/>
        </a:xfrm>
      </p:grpSpPr>
      <p:sp>
        <p:nvSpPr>
          <p:cNvPr id="45" name="Rectangle 44">
            <a:extLst>
              <a:ext uri="{FF2B5EF4-FFF2-40B4-BE49-F238E27FC236}">
                <a16:creationId xmlns:a16="http://schemas.microsoft.com/office/drawing/2014/main" id="{798B88E7-5AFF-9B66-9D68-6BA65D5DE9B9}"/>
              </a:ext>
            </a:extLst>
          </p:cNvPr>
          <p:cNvSpPr/>
          <p:nvPr/>
        </p:nvSpPr>
        <p:spPr>
          <a:xfrm>
            <a:off x="3810000" y="1188000"/>
            <a:ext cx="14478000" cy="1204805"/>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6" name="Rectangle: Rounded Corners 45">
            <a:extLst>
              <a:ext uri="{FF2B5EF4-FFF2-40B4-BE49-F238E27FC236}">
                <a16:creationId xmlns:a16="http://schemas.microsoft.com/office/drawing/2014/main" id="{F68EA1EF-CC0B-989F-A6BC-C6361B6A00BF}"/>
              </a:ext>
            </a:extLst>
          </p:cNvPr>
          <p:cNvSpPr/>
          <p:nvPr/>
        </p:nvSpPr>
        <p:spPr>
          <a:xfrm>
            <a:off x="3858223" y="1275813"/>
            <a:ext cx="12192000" cy="1020412"/>
          </a:xfrm>
          <a:prstGeom prst="roundRect">
            <a:avLst/>
          </a:prstGeom>
          <a:solidFill>
            <a:srgbClr val="288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4" name="Rectangle 43">
            <a:extLst>
              <a:ext uri="{FF2B5EF4-FFF2-40B4-BE49-F238E27FC236}">
                <a16:creationId xmlns:a16="http://schemas.microsoft.com/office/drawing/2014/main" id="{6988D3BF-4EA9-5EC8-3D85-7D527510961E}"/>
              </a:ext>
            </a:extLst>
          </p:cNvPr>
          <p:cNvSpPr/>
          <p:nvPr/>
        </p:nvSpPr>
        <p:spPr>
          <a:xfrm>
            <a:off x="0" y="2400300"/>
            <a:ext cx="3810000" cy="78867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7" name="TextBox 10">
            <a:extLst>
              <a:ext uri="{FF2B5EF4-FFF2-40B4-BE49-F238E27FC236}">
                <a16:creationId xmlns:a16="http://schemas.microsoft.com/office/drawing/2014/main" id="{730CFFD8-8423-69F8-27D7-A1B18A3EA0EC}"/>
              </a:ext>
            </a:extLst>
          </p:cNvPr>
          <p:cNvSpPr txBox="1"/>
          <p:nvPr/>
        </p:nvSpPr>
        <p:spPr>
          <a:xfrm>
            <a:off x="4572000" y="475436"/>
            <a:ext cx="13549652" cy="1450397"/>
          </a:xfrm>
          <a:prstGeom prst="rect">
            <a:avLst/>
          </a:prstGeom>
        </p:spPr>
        <p:txBody>
          <a:bodyPr wrap="square" lIns="0" tIns="0" rIns="0" bIns="0" rtlCol="0" anchor="t">
            <a:spAutoFit/>
          </a:bodyPr>
          <a:lstStyle/>
          <a:p>
            <a:pPr>
              <a:lnSpc>
                <a:spcPct val="130000"/>
              </a:lnSpc>
              <a:spcBef>
                <a:spcPts val="600"/>
              </a:spcBef>
              <a:spcAft>
                <a:spcPts val="600"/>
              </a:spcAft>
            </a:pPr>
            <a:endParaRPr lang="en-US" sz="3600">
              <a:effectLst/>
              <a:latin typeface="Times New Roman" panose="02020603050405020304" pitchFamily="18" charset="0"/>
              <a:ea typeface="Times New Roman" panose="02020603050405020304" pitchFamily="18" charset="0"/>
            </a:endParaRPr>
          </a:p>
          <a:p>
            <a:pPr indent="0">
              <a:lnSpc>
                <a:spcPct val="130000"/>
              </a:lnSpc>
              <a:spcBef>
                <a:spcPts val="600"/>
              </a:spcBef>
              <a:spcAft>
                <a:spcPts val="600"/>
              </a:spcAft>
              <a:buNone/>
            </a:pPr>
            <a:endParaRPr lang="en-US" sz="3200" b="0" i="0">
              <a:solidFill>
                <a:schemeClr val="tx1"/>
              </a:solidFill>
              <a:effectLst/>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14527EF6-3BDE-0DC3-CA8C-3737B3480865}"/>
              </a:ext>
            </a:extLst>
          </p:cNvPr>
          <p:cNvSpPr txBox="1"/>
          <p:nvPr/>
        </p:nvSpPr>
        <p:spPr>
          <a:xfrm>
            <a:off x="685800" y="5466487"/>
            <a:ext cx="2971800" cy="1200329"/>
          </a:xfrm>
          <a:prstGeom prst="rect">
            <a:avLst/>
          </a:prstGeom>
          <a:noFill/>
        </p:spPr>
        <p:txBody>
          <a:bodyPr wrap="square" rtlCol="0">
            <a:spAutoFit/>
          </a:bodyPr>
          <a:lstStyle/>
          <a:p>
            <a:r>
              <a:rPr lang="en-US" sz="3600">
                <a:latin typeface="Times New Roman" panose="02020603050405020304" pitchFamily="18" charset="0"/>
                <a:cs typeface="Times New Roman" panose="02020603050405020304" pitchFamily="18" charset="0"/>
              </a:rPr>
              <a:t>Phân tích thiết kế hệ thống</a:t>
            </a:r>
          </a:p>
        </p:txBody>
      </p:sp>
      <p:sp>
        <p:nvSpPr>
          <p:cNvPr id="18" name="TextBox 17">
            <a:extLst>
              <a:ext uri="{FF2B5EF4-FFF2-40B4-BE49-F238E27FC236}">
                <a16:creationId xmlns:a16="http://schemas.microsoft.com/office/drawing/2014/main" id="{E15515DD-A935-9793-1AC0-12508149B5BC}"/>
              </a:ext>
            </a:extLst>
          </p:cNvPr>
          <p:cNvSpPr txBox="1"/>
          <p:nvPr/>
        </p:nvSpPr>
        <p:spPr>
          <a:xfrm>
            <a:off x="3810000" y="2430905"/>
            <a:ext cx="14249400" cy="668645"/>
          </a:xfrm>
          <a:prstGeom prst="rect">
            <a:avLst/>
          </a:prstGeom>
          <a:noFill/>
        </p:spPr>
        <p:txBody>
          <a:bodyPr wrap="square" rtlCol="0">
            <a:spAutoFit/>
          </a:bodyPr>
          <a:lstStyle/>
          <a:p>
            <a:pPr lvl="0">
              <a:lnSpc>
                <a:spcPct val="130000"/>
              </a:lnSpc>
            </a:pPr>
            <a:r>
              <a:rPr lang="en-US" sz="3200" b="1">
                <a:latin typeface="Times New Roman" panose="02020603050405020304" pitchFamily="18" charset="0"/>
                <a:ea typeface="SimSun" panose="02010600030101010101" pitchFamily="2" charset="-122"/>
              </a:rPr>
              <a:t>Biểu đồ Sequence</a:t>
            </a:r>
            <a:endParaRPr lang="en-US" sz="3200">
              <a:latin typeface="Times New Roman" panose="02020603050405020304" pitchFamily="18" charset="0"/>
              <a:ea typeface="SimSun" panose="02010600030101010101" pitchFamily="2" charset="-122"/>
            </a:endParaRPr>
          </a:p>
        </p:txBody>
      </p:sp>
      <p:grpSp>
        <p:nvGrpSpPr>
          <p:cNvPr id="47" name="Group 46">
            <a:extLst>
              <a:ext uri="{FF2B5EF4-FFF2-40B4-BE49-F238E27FC236}">
                <a16:creationId xmlns:a16="http://schemas.microsoft.com/office/drawing/2014/main" id="{D91366EB-0423-AF76-4101-C4FD3AFC0941}"/>
              </a:ext>
            </a:extLst>
          </p:cNvPr>
          <p:cNvGrpSpPr/>
          <p:nvPr/>
        </p:nvGrpSpPr>
        <p:grpSpPr>
          <a:xfrm>
            <a:off x="0" y="0"/>
            <a:ext cx="18360000" cy="1188944"/>
            <a:chOff x="0" y="0"/>
            <a:chExt cx="18360000" cy="1188944"/>
          </a:xfrm>
        </p:grpSpPr>
        <p:sp>
          <p:nvSpPr>
            <p:cNvPr id="48" name="Rectangle 47">
              <a:extLst>
                <a:ext uri="{FF2B5EF4-FFF2-40B4-BE49-F238E27FC236}">
                  <a16:creationId xmlns:a16="http://schemas.microsoft.com/office/drawing/2014/main" id="{592634C6-DE5B-1F11-3999-9A4FAC3E2D86}"/>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9" name="Rectangle 48">
              <a:extLst>
                <a:ext uri="{FF2B5EF4-FFF2-40B4-BE49-F238E27FC236}">
                  <a16:creationId xmlns:a16="http://schemas.microsoft.com/office/drawing/2014/main" id="{E2E694F5-E155-3D0A-1F79-BCAFCAB50571}"/>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0" name="Rectangle 49">
              <a:extLst>
                <a:ext uri="{FF2B5EF4-FFF2-40B4-BE49-F238E27FC236}">
                  <a16:creationId xmlns:a16="http://schemas.microsoft.com/office/drawing/2014/main" id="{B6C5B9C3-617E-451F-9F17-29AE4CE51A01}"/>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1" name="Rectangle 50">
              <a:extLst>
                <a:ext uri="{FF2B5EF4-FFF2-40B4-BE49-F238E27FC236}">
                  <a16:creationId xmlns:a16="http://schemas.microsoft.com/office/drawing/2014/main" id="{549274FA-2371-90DE-FF3F-E2E90897E45D}"/>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52" name="Oval 51">
            <a:extLst>
              <a:ext uri="{FF2B5EF4-FFF2-40B4-BE49-F238E27FC236}">
                <a16:creationId xmlns:a16="http://schemas.microsoft.com/office/drawing/2014/main" id="{0FFAC545-042D-317F-F029-3851F10FE5DF}"/>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53" name="TextBox 52">
            <a:extLst>
              <a:ext uri="{FF2B5EF4-FFF2-40B4-BE49-F238E27FC236}">
                <a16:creationId xmlns:a16="http://schemas.microsoft.com/office/drawing/2014/main" id="{58792570-C937-6D4C-0688-1704B2B6C0B3}"/>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54" name="Picture 53">
            <a:extLst>
              <a:ext uri="{FF2B5EF4-FFF2-40B4-BE49-F238E27FC236}">
                <a16:creationId xmlns:a16="http://schemas.microsoft.com/office/drawing/2014/main" id="{E4B06361-F37F-0A4E-4D78-AA0601D2C002}"/>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sp>
        <p:nvSpPr>
          <p:cNvPr id="2" name="TextBox 1">
            <a:extLst>
              <a:ext uri="{FF2B5EF4-FFF2-40B4-BE49-F238E27FC236}">
                <a16:creationId xmlns:a16="http://schemas.microsoft.com/office/drawing/2014/main" id="{09CA6638-CAF3-063A-C30B-85D37FA5DDFC}"/>
              </a:ext>
            </a:extLst>
          </p:cNvPr>
          <p:cNvSpPr txBox="1"/>
          <p:nvPr/>
        </p:nvSpPr>
        <p:spPr>
          <a:xfrm>
            <a:off x="3858222" y="1463633"/>
            <a:ext cx="11534177" cy="646331"/>
          </a:xfrm>
          <a:prstGeom prst="rect">
            <a:avLst/>
          </a:prstGeom>
          <a:noFill/>
        </p:spPr>
        <p:txBody>
          <a:bodyPr wrap="square" rtlCol="0">
            <a:spAutoFit/>
          </a:bodyPr>
          <a:lstStyle/>
          <a:p>
            <a:r>
              <a:rPr lang="en-US" sz="3600">
                <a:solidFill>
                  <a:schemeClr val="bg1"/>
                </a:solidFill>
                <a:latin typeface="Times New Roman" panose="02020603050405020304" pitchFamily="18" charset="0"/>
                <a:cs typeface="Times New Roman" panose="02020603050405020304" pitchFamily="18" charset="0"/>
              </a:rPr>
              <a:t>4. KẾT QUẢ VÀ THẢO LUẬN</a:t>
            </a:r>
          </a:p>
        </p:txBody>
      </p:sp>
      <p:pic>
        <p:nvPicPr>
          <p:cNvPr id="4" name="Picture 3">
            <a:extLst>
              <a:ext uri="{FF2B5EF4-FFF2-40B4-BE49-F238E27FC236}">
                <a16:creationId xmlns:a16="http://schemas.microsoft.com/office/drawing/2014/main" id="{865CFDCE-295D-FEF3-7720-54C35E312A0C}"/>
              </a:ext>
            </a:extLst>
          </p:cNvPr>
          <p:cNvPicPr>
            <a:picLocks noChangeAspect="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5779859" y="3771900"/>
            <a:ext cx="9648825" cy="4758774"/>
          </a:xfrm>
          <a:prstGeom prst="rect">
            <a:avLst/>
          </a:prstGeom>
          <a:noFill/>
          <a:ln>
            <a:noFill/>
          </a:ln>
        </p:spPr>
      </p:pic>
    </p:spTree>
    <p:extLst>
      <p:ext uri="{BB962C8B-B14F-4D97-AF65-F5344CB8AC3E}">
        <p14:creationId xmlns:p14="http://schemas.microsoft.com/office/powerpoint/2010/main" val="1035156198"/>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grpId="0" nodeType="withEffect">
                                  <p:stCondLst>
                                    <p:cond delay="0"/>
                                  </p:stCondLst>
                                  <p:childTnLst>
                                    <p:set>
                                      <p:cBhvr>
                                        <p:cTn id="6" dur="1" fill="hold">
                                          <p:stCondLst>
                                            <p:cond delay="0"/>
                                          </p:stCondLst>
                                        </p:cTn>
                                        <p:tgtEl>
                                          <p:spTgt spid="18">
                                            <p:txEl>
                                              <p:pRg st="0" end="0"/>
                                            </p:txEl>
                                          </p:spTgt>
                                        </p:tgtEl>
                                        <p:attrNameLst>
                                          <p:attrName>style.visibility</p:attrName>
                                        </p:attrNameLst>
                                      </p:cBhvr>
                                      <p:to>
                                        <p:strVal val="visible"/>
                                      </p:to>
                                    </p:set>
                                    <p:anim calcmode="lin" valueType="num">
                                      <p:cBhvr additive="base">
                                        <p:cTn id="7" dur="500" fill="hold"/>
                                        <p:tgtEl>
                                          <p:spTgt spid="18">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18">
                                            <p:txEl>
                                              <p:pRg st="0" end="0"/>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uiExpand="1" build="allAtOnce"/>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3B26DE-6447-9C48-DBA0-9689FCD7D7C1}"/>
            </a:ext>
          </a:extLst>
        </p:cNvPr>
        <p:cNvGrpSpPr/>
        <p:nvPr/>
      </p:nvGrpSpPr>
      <p:grpSpPr>
        <a:xfrm>
          <a:off x="0" y="0"/>
          <a:ext cx="0" cy="0"/>
          <a:chOff x="0" y="0"/>
          <a:chExt cx="0" cy="0"/>
        </a:xfrm>
      </p:grpSpPr>
      <p:sp>
        <p:nvSpPr>
          <p:cNvPr id="45" name="Rectangle 44">
            <a:extLst>
              <a:ext uri="{FF2B5EF4-FFF2-40B4-BE49-F238E27FC236}">
                <a16:creationId xmlns:a16="http://schemas.microsoft.com/office/drawing/2014/main" id="{D9B7F4C2-ABA1-DADC-2EE7-78C75B940ECE}"/>
              </a:ext>
            </a:extLst>
          </p:cNvPr>
          <p:cNvSpPr/>
          <p:nvPr/>
        </p:nvSpPr>
        <p:spPr>
          <a:xfrm>
            <a:off x="3810000" y="1188000"/>
            <a:ext cx="14478000" cy="1204805"/>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6" name="Rectangle: Rounded Corners 45">
            <a:extLst>
              <a:ext uri="{FF2B5EF4-FFF2-40B4-BE49-F238E27FC236}">
                <a16:creationId xmlns:a16="http://schemas.microsoft.com/office/drawing/2014/main" id="{B5594B10-80A1-3150-47FD-BD9E70393AF9}"/>
              </a:ext>
            </a:extLst>
          </p:cNvPr>
          <p:cNvSpPr/>
          <p:nvPr/>
        </p:nvSpPr>
        <p:spPr>
          <a:xfrm>
            <a:off x="3858223" y="1275813"/>
            <a:ext cx="12192000" cy="1020412"/>
          </a:xfrm>
          <a:prstGeom prst="roundRect">
            <a:avLst/>
          </a:prstGeom>
          <a:solidFill>
            <a:srgbClr val="288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4" name="Rectangle 43">
            <a:extLst>
              <a:ext uri="{FF2B5EF4-FFF2-40B4-BE49-F238E27FC236}">
                <a16:creationId xmlns:a16="http://schemas.microsoft.com/office/drawing/2014/main" id="{C584175D-C2AF-EF21-CF9C-367E86650E1C}"/>
              </a:ext>
            </a:extLst>
          </p:cNvPr>
          <p:cNvSpPr/>
          <p:nvPr/>
        </p:nvSpPr>
        <p:spPr>
          <a:xfrm>
            <a:off x="0" y="2400300"/>
            <a:ext cx="3810000" cy="78867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7" name="TextBox 10">
            <a:extLst>
              <a:ext uri="{FF2B5EF4-FFF2-40B4-BE49-F238E27FC236}">
                <a16:creationId xmlns:a16="http://schemas.microsoft.com/office/drawing/2014/main" id="{7E68D001-E604-2EB7-B25F-6FFFD7C2CEB9}"/>
              </a:ext>
            </a:extLst>
          </p:cNvPr>
          <p:cNvSpPr txBox="1"/>
          <p:nvPr/>
        </p:nvSpPr>
        <p:spPr>
          <a:xfrm>
            <a:off x="4572000" y="475436"/>
            <a:ext cx="13549652" cy="1450397"/>
          </a:xfrm>
          <a:prstGeom prst="rect">
            <a:avLst/>
          </a:prstGeom>
        </p:spPr>
        <p:txBody>
          <a:bodyPr wrap="square" lIns="0" tIns="0" rIns="0" bIns="0" rtlCol="0" anchor="t">
            <a:spAutoFit/>
          </a:bodyPr>
          <a:lstStyle/>
          <a:p>
            <a:pPr>
              <a:lnSpc>
                <a:spcPct val="130000"/>
              </a:lnSpc>
              <a:spcBef>
                <a:spcPts val="600"/>
              </a:spcBef>
              <a:spcAft>
                <a:spcPts val="600"/>
              </a:spcAft>
            </a:pPr>
            <a:endParaRPr lang="en-US" sz="3600">
              <a:effectLst/>
              <a:latin typeface="Times New Roman" panose="02020603050405020304" pitchFamily="18" charset="0"/>
              <a:ea typeface="Times New Roman" panose="02020603050405020304" pitchFamily="18" charset="0"/>
            </a:endParaRPr>
          </a:p>
          <a:p>
            <a:pPr indent="0">
              <a:lnSpc>
                <a:spcPct val="130000"/>
              </a:lnSpc>
              <a:spcBef>
                <a:spcPts val="600"/>
              </a:spcBef>
              <a:spcAft>
                <a:spcPts val="600"/>
              </a:spcAft>
              <a:buNone/>
            </a:pPr>
            <a:endParaRPr lang="en-US" sz="3200" b="0" i="0">
              <a:solidFill>
                <a:schemeClr val="tx1"/>
              </a:solidFill>
              <a:effectLst/>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76BD6934-94FE-31EE-7F07-F722A2FAC2F5}"/>
              </a:ext>
            </a:extLst>
          </p:cNvPr>
          <p:cNvSpPr txBox="1"/>
          <p:nvPr/>
        </p:nvSpPr>
        <p:spPr>
          <a:xfrm>
            <a:off x="685800" y="5466487"/>
            <a:ext cx="2971800" cy="1200329"/>
          </a:xfrm>
          <a:prstGeom prst="rect">
            <a:avLst/>
          </a:prstGeom>
          <a:noFill/>
        </p:spPr>
        <p:txBody>
          <a:bodyPr wrap="square" rtlCol="0">
            <a:spAutoFit/>
          </a:bodyPr>
          <a:lstStyle/>
          <a:p>
            <a:r>
              <a:rPr lang="en-US" sz="3600">
                <a:latin typeface="Times New Roman" panose="02020603050405020304" pitchFamily="18" charset="0"/>
                <a:cs typeface="Times New Roman" panose="02020603050405020304" pitchFamily="18" charset="0"/>
              </a:rPr>
              <a:t>Phân tích thiết kế hệ thống</a:t>
            </a:r>
          </a:p>
        </p:txBody>
      </p:sp>
      <p:sp>
        <p:nvSpPr>
          <p:cNvPr id="18" name="TextBox 17">
            <a:extLst>
              <a:ext uri="{FF2B5EF4-FFF2-40B4-BE49-F238E27FC236}">
                <a16:creationId xmlns:a16="http://schemas.microsoft.com/office/drawing/2014/main" id="{426221C3-BABF-9CD6-E1FE-C73DB53FB2E9}"/>
              </a:ext>
            </a:extLst>
          </p:cNvPr>
          <p:cNvSpPr txBox="1"/>
          <p:nvPr/>
        </p:nvSpPr>
        <p:spPr>
          <a:xfrm>
            <a:off x="3810000" y="2430905"/>
            <a:ext cx="14249400" cy="668645"/>
          </a:xfrm>
          <a:prstGeom prst="rect">
            <a:avLst/>
          </a:prstGeom>
          <a:noFill/>
        </p:spPr>
        <p:txBody>
          <a:bodyPr wrap="square" rtlCol="0">
            <a:spAutoFit/>
          </a:bodyPr>
          <a:lstStyle/>
          <a:p>
            <a:pPr lvl="0">
              <a:lnSpc>
                <a:spcPct val="130000"/>
              </a:lnSpc>
            </a:pPr>
            <a:r>
              <a:rPr lang="en-US" sz="3200" b="1">
                <a:latin typeface="Times New Roman" panose="02020603050405020304" pitchFamily="18" charset="0"/>
                <a:ea typeface="SimSun" panose="02010600030101010101" pitchFamily="2" charset="-122"/>
              </a:rPr>
              <a:t>Biểu đồ Sequence</a:t>
            </a:r>
            <a:endParaRPr lang="en-US" sz="3200">
              <a:latin typeface="Times New Roman" panose="02020603050405020304" pitchFamily="18" charset="0"/>
              <a:ea typeface="SimSun" panose="02010600030101010101" pitchFamily="2" charset="-122"/>
            </a:endParaRPr>
          </a:p>
        </p:txBody>
      </p:sp>
      <p:grpSp>
        <p:nvGrpSpPr>
          <p:cNvPr id="47" name="Group 46">
            <a:extLst>
              <a:ext uri="{FF2B5EF4-FFF2-40B4-BE49-F238E27FC236}">
                <a16:creationId xmlns:a16="http://schemas.microsoft.com/office/drawing/2014/main" id="{6B5B3B17-E02F-B68B-C9EA-8B8736664322}"/>
              </a:ext>
            </a:extLst>
          </p:cNvPr>
          <p:cNvGrpSpPr/>
          <p:nvPr/>
        </p:nvGrpSpPr>
        <p:grpSpPr>
          <a:xfrm>
            <a:off x="0" y="0"/>
            <a:ext cx="18360000" cy="1188944"/>
            <a:chOff x="0" y="0"/>
            <a:chExt cx="18360000" cy="1188944"/>
          </a:xfrm>
        </p:grpSpPr>
        <p:sp>
          <p:nvSpPr>
            <p:cNvPr id="48" name="Rectangle 47">
              <a:extLst>
                <a:ext uri="{FF2B5EF4-FFF2-40B4-BE49-F238E27FC236}">
                  <a16:creationId xmlns:a16="http://schemas.microsoft.com/office/drawing/2014/main" id="{7908F42D-FB22-B3E8-FA90-88D8C3F66E58}"/>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9" name="Rectangle 48">
              <a:extLst>
                <a:ext uri="{FF2B5EF4-FFF2-40B4-BE49-F238E27FC236}">
                  <a16:creationId xmlns:a16="http://schemas.microsoft.com/office/drawing/2014/main" id="{03C568A4-BFAD-E7CC-2370-A6F004F88255}"/>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0" name="Rectangle 49">
              <a:extLst>
                <a:ext uri="{FF2B5EF4-FFF2-40B4-BE49-F238E27FC236}">
                  <a16:creationId xmlns:a16="http://schemas.microsoft.com/office/drawing/2014/main" id="{138F8C54-BD64-767A-5C6F-8D98683F07FF}"/>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1" name="Rectangle 50">
              <a:extLst>
                <a:ext uri="{FF2B5EF4-FFF2-40B4-BE49-F238E27FC236}">
                  <a16:creationId xmlns:a16="http://schemas.microsoft.com/office/drawing/2014/main" id="{AE600757-F5D5-7B26-9F4F-37F26B8DA5DD}"/>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52" name="Oval 51">
            <a:extLst>
              <a:ext uri="{FF2B5EF4-FFF2-40B4-BE49-F238E27FC236}">
                <a16:creationId xmlns:a16="http://schemas.microsoft.com/office/drawing/2014/main" id="{F826E097-3BCE-3AF5-FA5E-5F89664DA132}"/>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53" name="TextBox 52">
            <a:extLst>
              <a:ext uri="{FF2B5EF4-FFF2-40B4-BE49-F238E27FC236}">
                <a16:creationId xmlns:a16="http://schemas.microsoft.com/office/drawing/2014/main" id="{13329872-7FD3-FEAC-794D-182C27A94D2B}"/>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54" name="Picture 53">
            <a:extLst>
              <a:ext uri="{FF2B5EF4-FFF2-40B4-BE49-F238E27FC236}">
                <a16:creationId xmlns:a16="http://schemas.microsoft.com/office/drawing/2014/main" id="{EABAFE3C-5FF0-D842-A9E0-938C9EB22858}"/>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sp>
        <p:nvSpPr>
          <p:cNvPr id="2" name="TextBox 1">
            <a:extLst>
              <a:ext uri="{FF2B5EF4-FFF2-40B4-BE49-F238E27FC236}">
                <a16:creationId xmlns:a16="http://schemas.microsoft.com/office/drawing/2014/main" id="{68900133-8E7A-1AD6-2B45-261DE93B2A6F}"/>
              </a:ext>
            </a:extLst>
          </p:cNvPr>
          <p:cNvSpPr txBox="1"/>
          <p:nvPr/>
        </p:nvSpPr>
        <p:spPr>
          <a:xfrm>
            <a:off x="3858222" y="1463633"/>
            <a:ext cx="11534177" cy="646331"/>
          </a:xfrm>
          <a:prstGeom prst="rect">
            <a:avLst/>
          </a:prstGeom>
          <a:noFill/>
        </p:spPr>
        <p:txBody>
          <a:bodyPr wrap="square" rtlCol="0">
            <a:spAutoFit/>
          </a:bodyPr>
          <a:lstStyle/>
          <a:p>
            <a:r>
              <a:rPr lang="en-US" sz="3600">
                <a:solidFill>
                  <a:schemeClr val="bg1"/>
                </a:solidFill>
                <a:latin typeface="Times New Roman" panose="02020603050405020304" pitchFamily="18" charset="0"/>
                <a:cs typeface="Times New Roman" panose="02020603050405020304" pitchFamily="18" charset="0"/>
              </a:rPr>
              <a:t>4. KẾT QUẢ VÀ THẢO LUẬN</a:t>
            </a:r>
          </a:p>
        </p:txBody>
      </p:sp>
      <p:pic>
        <p:nvPicPr>
          <p:cNvPr id="5" name="Picture 4">
            <a:extLst>
              <a:ext uri="{FF2B5EF4-FFF2-40B4-BE49-F238E27FC236}">
                <a16:creationId xmlns:a16="http://schemas.microsoft.com/office/drawing/2014/main" id="{E6BE8C5E-3A38-3323-5CF0-D90074064646}"/>
              </a:ext>
            </a:extLst>
          </p:cNvPr>
          <p:cNvPicPr>
            <a:picLocks noChangeAspect="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5951414" y="3793526"/>
            <a:ext cx="9883257" cy="5307288"/>
          </a:xfrm>
          <a:prstGeom prst="rect">
            <a:avLst/>
          </a:prstGeom>
          <a:noFill/>
          <a:ln>
            <a:noFill/>
          </a:ln>
        </p:spPr>
      </p:pic>
    </p:spTree>
    <p:extLst>
      <p:ext uri="{BB962C8B-B14F-4D97-AF65-F5344CB8AC3E}">
        <p14:creationId xmlns:p14="http://schemas.microsoft.com/office/powerpoint/2010/main" val="3931032010"/>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5B456554-27AB-3270-29AB-501889148C00}"/>
            </a:ext>
          </a:extLst>
        </p:cNvPr>
        <p:cNvGrpSpPr/>
        <p:nvPr/>
      </p:nvGrpSpPr>
      <p:grpSpPr>
        <a:xfrm>
          <a:off x="0" y="0"/>
          <a:ext cx="0" cy="0"/>
          <a:chOff x="0" y="0"/>
          <a:chExt cx="0" cy="0"/>
        </a:xfrm>
      </p:grpSpPr>
      <p:sp>
        <p:nvSpPr>
          <p:cNvPr id="45" name="Rectangle 44">
            <a:extLst>
              <a:ext uri="{FF2B5EF4-FFF2-40B4-BE49-F238E27FC236}">
                <a16:creationId xmlns:a16="http://schemas.microsoft.com/office/drawing/2014/main" id="{165E1BF4-99CC-C549-1AD4-D3B9B946E993}"/>
              </a:ext>
            </a:extLst>
          </p:cNvPr>
          <p:cNvSpPr/>
          <p:nvPr/>
        </p:nvSpPr>
        <p:spPr>
          <a:xfrm>
            <a:off x="3810000" y="1188000"/>
            <a:ext cx="14478000" cy="1204805"/>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6" name="Rectangle: Rounded Corners 45">
            <a:extLst>
              <a:ext uri="{FF2B5EF4-FFF2-40B4-BE49-F238E27FC236}">
                <a16:creationId xmlns:a16="http://schemas.microsoft.com/office/drawing/2014/main" id="{7B01522E-91D5-A442-F2F1-A303CAEFCA0E}"/>
              </a:ext>
            </a:extLst>
          </p:cNvPr>
          <p:cNvSpPr/>
          <p:nvPr/>
        </p:nvSpPr>
        <p:spPr>
          <a:xfrm>
            <a:off x="3858223" y="1275813"/>
            <a:ext cx="12192000" cy="1020412"/>
          </a:xfrm>
          <a:prstGeom prst="roundRect">
            <a:avLst/>
          </a:prstGeom>
          <a:solidFill>
            <a:srgbClr val="288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4" name="Rectangle 43">
            <a:extLst>
              <a:ext uri="{FF2B5EF4-FFF2-40B4-BE49-F238E27FC236}">
                <a16:creationId xmlns:a16="http://schemas.microsoft.com/office/drawing/2014/main" id="{56C3FA96-510B-0F67-582E-5C2EEE8A4A6A}"/>
              </a:ext>
            </a:extLst>
          </p:cNvPr>
          <p:cNvSpPr/>
          <p:nvPr/>
        </p:nvSpPr>
        <p:spPr>
          <a:xfrm>
            <a:off x="0" y="2400300"/>
            <a:ext cx="3810000" cy="78867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7" name="TextBox 10">
            <a:extLst>
              <a:ext uri="{FF2B5EF4-FFF2-40B4-BE49-F238E27FC236}">
                <a16:creationId xmlns:a16="http://schemas.microsoft.com/office/drawing/2014/main" id="{67682754-D57C-63D7-8F85-1042F2C1F679}"/>
              </a:ext>
            </a:extLst>
          </p:cNvPr>
          <p:cNvSpPr txBox="1"/>
          <p:nvPr/>
        </p:nvSpPr>
        <p:spPr>
          <a:xfrm>
            <a:off x="4572000" y="475436"/>
            <a:ext cx="13549652" cy="1450397"/>
          </a:xfrm>
          <a:prstGeom prst="rect">
            <a:avLst/>
          </a:prstGeom>
        </p:spPr>
        <p:txBody>
          <a:bodyPr wrap="square" lIns="0" tIns="0" rIns="0" bIns="0" rtlCol="0" anchor="t">
            <a:spAutoFit/>
          </a:bodyPr>
          <a:lstStyle/>
          <a:p>
            <a:pPr>
              <a:lnSpc>
                <a:spcPct val="130000"/>
              </a:lnSpc>
              <a:spcBef>
                <a:spcPts val="600"/>
              </a:spcBef>
              <a:spcAft>
                <a:spcPts val="600"/>
              </a:spcAft>
            </a:pPr>
            <a:endParaRPr lang="en-US" sz="3600">
              <a:effectLst/>
              <a:latin typeface="Times New Roman" panose="02020603050405020304" pitchFamily="18" charset="0"/>
              <a:ea typeface="Times New Roman" panose="02020603050405020304" pitchFamily="18" charset="0"/>
            </a:endParaRPr>
          </a:p>
          <a:p>
            <a:pPr indent="0">
              <a:lnSpc>
                <a:spcPct val="130000"/>
              </a:lnSpc>
              <a:spcBef>
                <a:spcPts val="600"/>
              </a:spcBef>
              <a:spcAft>
                <a:spcPts val="600"/>
              </a:spcAft>
              <a:buNone/>
            </a:pPr>
            <a:endParaRPr lang="en-US" sz="3200" b="0" i="0">
              <a:solidFill>
                <a:schemeClr val="tx1"/>
              </a:solidFill>
              <a:effectLst/>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1B04EEF9-226A-84F2-5DB9-59AC948ACCBC}"/>
              </a:ext>
            </a:extLst>
          </p:cNvPr>
          <p:cNvSpPr txBox="1"/>
          <p:nvPr/>
        </p:nvSpPr>
        <p:spPr>
          <a:xfrm>
            <a:off x="685800" y="5466487"/>
            <a:ext cx="2971800" cy="1200329"/>
          </a:xfrm>
          <a:prstGeom prst="rect">
            <a:avLst/>
          </a:prstGeom>
          <a:noFill/>
        </p:spPr>
        <p:txBody>
          <a:bodyPr wrap="square" rtlCol="0">
            <a:spAutoFit/>
          </a:bodyPr>
          <a:lstStyle/>
          <a:p>
            <a:r>
              <a:rPr lang="en-US" sz="3600">
                <a:latin typeface="Times New Roman" panose="02020603050405020304" pitchFamily="18" charset="0"/>
                <a:cs typeface="Times New Roman" panose="02020603050405020304" pitchFamily="18" charset="0"/>
              </a:rPr>
              <a:t>Phân tích thiết kế hệ thống</a:t>
            </a:r>
          </a:p>
        </p:txBody>
      </p:sp>
      <p:sp>
        <p:nvSpPr>
          <p:cNvPr id="18" name="TextBox 17">
            <a:extLst>
              <a:ext uri="{FF2B5EF4-FFF2-40B4-BE49-F238E27FC236}">
                <a16:creationId xmlns:a16="http://schemas.microsoft.com/office/drawing/2014/main" id="{74B4046A-CF79-D4EB-8A31-5576B0F07F96}"/>
              </a:ext>
            </a:extLst>
          </p:cNvPr>
          <p:cNvSpPr txBox="1"/>
          <p:nvPr/>
        </p:nvSpPr>
        <p:spPr>
          <a:xfrm>
            <a:off x="3810000" y="2430905"/>
            <a:ext cx="14249400" cy="668645"/>
          </a:xfrm>
          <a:prstGeom prst="rect">
            <a:avLst/>
          </a:prstGeom>
          <a:noFill/>
        </p:spPr>
        <p:txBody>
          <a:bodyPr wrap="square" rtlCol="0">
            <a:spAutoFit/>
          </a:bodyPr>
          <a:lstStyle/>
          <a:p>
            <a:pPr lvl="0">
              <a:lnSpc>
                <a:spcPct val="130000"/>
              </a:lnSpc>
            </a:pPr>
            <a:r>
              <a:rPr lang="en-US" sz="3200" b="1">
                <a:latin typeface="Times New Roman" panose="02020603050405020304" pitchFamily="18" charset="0"/>
                <a:ea typeface="SimSun" panose="02010600030101010101" pitchFamily="2" charset="-122"/>
              </a:rPr>
              <a:t>Biểu đồ Sequence</a:t>
            </a:r>
            <a:endParaRPr lang="en-US" sz="3200">
              <a:latin typeface="Times New Roman" panose="02020603050405020304" pitchFamily="18" charset="0"/>
              <a:ea typeface="SimSun" panose="02010600030101010101" pitchFamily="2" charset="-122"/>
            </a:endParaRPr>
          </a:p>
        </p:txBody>
      </p:sp>
      <p:grpSp>
        <p:nvGrpSpPr>
          <p:cNvPr id="47" name="Group 46">
            <a:extLst>
              <a:ext uri="{FF2B5EF4-FFF2-40B4-BE49-F238E27FC236}">
                <a16:creationId xmlns:a16="http://schemas.microsoft.com/office/drawing/2014/main" id="{5530033A-1341-EFAC-E7BC-10C21F3DB4EC}"/>
              </a:ext>
            </a:extLst>
          </p:cNvPr>
          <p:cNvGrpSpPr/>
          <p:nvPr/>
        </p:nvGrpSpPr>
        <p:grpSpPr>
          <a:xfrm>
            <a:off x="0" y="0"/>
            <a:ext cx="18360000" cy="1188944"/>
            <a:chOff x="0" y="0"/>
            <a:chExt cx="18360000" cy="1188944"/>
          </a:xfrm>
        </p:grpSpPr>
        <p:sp>
          <p:nvSpPr>
            <p:cNvPr id="48" name="Rectangle 47">
              <a:extLst>
                <a:ext uri="{FF2B5EF4-FFF2-40B4-BE49-F238E27FC236}">
                  <a16:creationId xmlns:a16="http://schemas.microsoft.com/office/drawing/2014/main" id="{B9355970-8BAA-94E1-8BAA-1EC5C6394743}"/>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9" name="Rectangle 48">
              <a:extLst>
                <a:ext uri="{FF2B5EF4-FFF2-40B4-BE49-F238E27FC236}">
                  <a16:creationId xmlns:a16="http://schemas.microsoft.com/office/drawing/2014/main" id="{4264B3C1-2F76-AC6F-F93F-FB91424FD67B}"/>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0" name="Rectangle 49">
              <a:extLst>
                <a:ext uri="{FF2B5EF4-FFF2-40B4-BE49-F238E27FC236}">
                  <a16:creationId xmlns:a16="http://schemas.microsoft.com/office/drawing/2014/main" id="{B77F4C70-C228-F6F7-8C6F-3BDD23BECED4}"/>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1" name="Rectangle 50">
              <a:extLst>
                <a:ext uri="{FF2B5EF4-FFF2-40B4-BE49-F238E27FC236}">
                  <a16:creationId xmlns:a16="http://schemas.microsoft.com/office/drawing/2014/main" id="{AF99E511-F2F0-FEDC-5DF5-01E3BF1F6EAC}"/>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52" name="Oval 51">
            <a:extLst>
              <a:ext uri="{FF2B5EF4-FFF2-40B4-BE49-F238E27FC236}">
                <a16:creationId xmlns:a16="http://schemas.microsoft.com/office/drawing/2014/main" id="{E4F77698-E8C9-F79A-A612-BB75C748195C}"/>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53" name="TextBox 52">
            <a:extLst>
              <a:ext uri="{FF2B5EF4-FFF2-40B4-BE49-F238E27FC236}">
                <a16:creationId xmlns:a16="http://schemas.microsoft.com/office/drawing/2014/main" id="{D8E9FB84-9976-559E-DC87-62D569F9906A}"/>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54" name="Picture 53">
            <a:extLst>
              <a:ext uri="{FF2B5EF4-FFF2-40B4-BE49-F238E27FC236}">
                <a16:creationId xmlns:a16="http://schemas.microsoft.com/office/drawing/2014/main" id="{A6546D38-DA2F-C7EC-5A58-37BEF73BFD0B}"/>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sp>
        <p:nvSpPr>
          <p:cNvPr id="2" name="TextBox 1">
            <a:extLst>
              <a:ext uri="{FF2B5EF4-FFF2-40B4-BE49-F238E27FC236}">
                <a16:creationId xmlns:a16="http://schemas.microsoft.com/office/drawing/2014/main" id="{8AA17AF9-CEBF-259B-6BA9-61FE0347185F}"/>
              </a:ext>
            </a:extLst>
          </p:cNvPr>
          <p:cNvSpPr txBox="1"/>
          <p:nvPr/>
        </p:nvSpPr>
        <p:spPr>
          <a:xfrm>
            <a:off x="3858222" y="1463633"/>
            <a:ext cx="11534177" cy="646331"/>
          </a:xfrm>
          <a:prstGeom prst="rect">
            <a:avLst/>
          </a:prstGeom>
          <a:noFill/>
        </p:spPr>
        <p:txBody>
          <a:bodyPr wrap="square" rtlCol="0">
            <a:spAutoFit/>
          </a:bodyPr>
          <a:lstStyle/>
          <a:p>
            <a:r>
              <a:rPr lang="en-US" sz="3600">
                <a:solidFill>
                  <a:schemeClr val="bg1"/>
                </a:solidFill>
                <a:latin typeface="Times New Roman" panose="02020603050405020304" pitchFamily="18" charset="0"/>
                <a:cs typeface="Times New Roman" panose="02020603050405020304" pitchFamily="18" charset="0"/>
              </a:rPr>
              <a:t>4. KẾT QUẢ VÀ THẢO LUẬN</a:t>
            </a:r>
          </a:p>
        </p:txBody>
      </p:sp>
      <p:pic>
        <p:nvPicPr>
          <p:cNvPr id="6" name="Picture 5">
            <a:extLst>
              <a:ext uri="{FF2B5EF4-FFF2-40B4-BE49-F238E27FC236}">
                <a16:creationId xmlns:a16="http://schemas.microsoft.com/office/drawing/2014/main" id="{4BC62E78-E44E-18F4-FE0E-FBD0496CFF2B}"/>
              </a:ext>
            </a:extLst>
          </p:cNvPr>
          <p:cNvPicPr>
            <a:picLocks noChangeAspect="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509647" y="3848100"/>
            <a:ext cx="9597920" cy="4724400"/>
          </a:xfrm>
          <a:prstGeom prst="rect">
            <a:avLst/>
          </a:prstGeom>
          <a:noFill/>
          <a:ln>
            <a:noFill/>
          </a:ln>
        </p:spPr>
      </p:pic>
    </p:spTree>
    <p:extLst>
      <p:ext uri="{BB962C8B-B14F-4D97-AF65-F5344CB8AC3E}">
        <p14:creationId xmlns:p14="http://schemas.microsoft.com/office/powerpoint/2010/main" val="2878900676"/>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054D8E69-7126-4878-96E2-A1383BF3314C}"/>
            </a:ext>
          </a:extLst>
        </p:cNvPr>
        <p:cNvGrpSpPr/>
        <p:nvPr/>
      </p:nvGrpSpPr>
      <p:grpSpPr>
        <a:xfrm>
          <a:off x="0" y="0"/>
          <a:ext cx="0" cy="0"/>
          <a:chOff x="0" y="0"/>
          <a:chExt cx="0" cy="0"/>
        </a:xfrm>
      </p:grpSpPr>
      <p:sp>
        <p:nvSpPr>
          <p:cNvPr id="45" name="Rectangle 44">
            <a:extLst>
              <a:ext uri="{FF2B5EF4-FFF2-40B4-BE49-F238E27FC236}">
                <a16:creationId xmlns:a16="http://schemas.microsoft.com/office/drawing/2014/main" id="{E71D1152-2B1C-9410-59F4-C3DA9C521891}"/>
              </a:ext>
            </a:extLst>
          </p:cNvPr>
          <p:cNvSpPr/>
          <p:nvPr/>
        </p:nvSpPr>
        <p:spPr>
          <a:xfrm>
            <a:off x="3810000" y="1188000"/>
            <a:ext cx="14478000" cy="1204805"/>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6" name="Rectangle: Rounded Corners 45">
            <a:extLst>
              <a:ext uri="{FF2B5EF4-FFF2-40B4-BE49-F238E27FC236}">
                <a16:creationId xmlns:a16="http://schemas.microsoft.com/office/drawing/2014/main" id="{3F2463E7-9E75-2067-4E09-7C1CC0977D0A}"/>
              </a:ext>
            </a:extLst>
          </p:cNvPr>
          <p:cNvSpPr/>
          <p:nvPr/>
        </p:nvSpPr>
        <p:spPr>
          <a:xfrm>
            <a:off x="3858223" y="1275813"/>
            <a:ext cx="12192000" cy="1020412"/>
          </a:xfrm>
          <a:prstGeom prst="roundRect">
            <a:avLst/>
          </a:prstGeom>
          <a:solidFill>
            <a:srgbClr val="288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4" name="Rectangle 43">
            <a:extLst>
              <a:ext uri="{FF2B5EF4-FFF2-40B4-BE49-F238E27FC236}">
                <a16:creationId xmlns:a16="http://schemas.microsoft.com/office/drawing/2014/main" id="{98CF7461-2C3C-01DD-A6FF-9BB82C709351}"/>
              </a:ext>
            </a:extLst>
          </p:cNvPr>
          <p:cNvSpPr/>
          <p:nvPr/>
        </p:nvSpPr>
        <p:spPr>
          <a:xfrm>
            <a:off x="0" y="2400300"/>
            <a:ext cx="3810000" cy="78867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7" name="TextBox 10">
            <a:extLst>
              <a:ext uri="{FF2B5EF4-FFF2-40B4-BE49-F238E27FC236}">
                <a16:creationId xmlns:a16="http://schemas.microsoft.com/office/drawing/2014/main" id="{AD49A0FF-9E60-C6B0-05FE-4F998FD6BBAC}"/>
              </a:ext>
            </a:extLst>
          </p:cNvPr>
          <p:cNvSpPr txBox="1"/>
          <p:nvPr/>
        </p:nvSpPr>
        <p:spPr>
          <a:xfrm>
            <a:off x="4572000" y="475436"/>
            <a:ext cx="13549652" cy="1450397"/>
          </a:xfrm>
          <a:prstGeom prst="rect">
            <a:avLst/>
          </a:prstGeom>
        </p:spPr>
        <p:txBody>
          <a:bodyPr wrap="square" lIns="0" tIns="0" rIns="0" bIns="0" rtlCol="0" anchor="t">
            <a:spAutoFit/>
          </a:bodyPr>
          <a:lstStyle/>
          <a:p>
            <a:pPr>
              <a:lnSpc>
                <a:spcPct val="130000"/>
              </a:lnSpc>
              <a:spcBef>
                <a:spcPts val="600"/>
              </a:spcBef>
              <a:spcAft>
                <a:spcPts val="600"/>
              </a:spcAft>
            </a:pPr>
            <a:endParaRPr lang="en-US" sz="3600">
              <a:effectLst/>
              <a:latin typeface="Times New Roman" panose="02020603050405020304" pitchFamily="18" charset="0"/>
              <a:ea typeface="Times New Roman" panose="02020603050405020304" pitchFamily="18" charset="0"/>
            </a:endParaRPr>
          </a:p>
          <a:p>
            <a:pPr indent="0">
              <a:lnSpc>
                <a:spcPct val="130000"/>
              </a:lnSpc>
              <a:spcBef>
                <a:spcPts val="600"/>
              </a:spcBef>
              <a:spcAft>
                <a:spcPts val="600"/>
              </a:spcAft>
              <a:buNone/>
            </a:pPr>
            <a:endParaRPr lang="en-US" sz="3200" b="0" i="0">
              <a:solidFill>
                <a:schemeClr val="tx1"/>
              </a:solidFill>
              <a:effectLst/>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27C1FEFE-4217-E70B-CE65-CAAAD29F6BC1}"/>
              </a:ext>
            </a:extLst>
          </p:cNvPr>
          <p:cNvSpPr txBox="1"/>
          <p:nvPr/>
        </p:nvSpPr>
        <p:spPr>
          <a:xfrm>
            <a:off x="685800" y="5466487"/>
            <a:ext cx="2971800" cy="1200329"/>
          </a:xfrm>
          <a:prstGeom prst="rect">
            <a:avLst/>
          </a:prstGeom>
          <a:noFill/>
        </p:spPr>
        <p:txBody>
          <a:bodyPr wrap="square" rtlCol="0">
            <a:spAutoFit/>
          </a:bodyPr>
          <a:lstStyle/>
          <a:p>
            <a:r>
              <a:rPr lang="en-US" sz="3600">
                <a:latin typeface="Times New Roman" panose="02020603050405020304" pitchFamily="18" charset="0"/>
                <a:cs typeface="Times New Roman" panose="02020603050405020304" pitchFamily="18" charset="0"/>
              </a:rPr>
              <a:t>Phân tích thiết kế hệ thống</a:t>
            </a:r>
          </a:p>
        </p:txBody>
      </p:sp>
      <p:sp>
        <p:nvSpPr>
          <p:cNvPr id="18" name="TextBox 17">
            <a:extLst>
              <a:ext uri="{FF2B5EF4-FFF2-40B4-BE49-F238E27FC236}">
                <a16:creationId xmlns:a16="http://schemas.microsoft.com/office/drawing/2014/main" id="{3A362EDE-CC12-1DC4-1D97-6DF0B9232455}"/>
              </a:ext>
            </a:extLst>
          </p:cNvPr>
          <p:cNvSpPr txBox="1"/>
          <p:nvPr/>
        </p:nvSpPr>
        <p:spPr>
          <a:xfrm>
            <a:off x="3810000" y="2430905"/>
            <a:ext cx="14249400" cy="668645"/>
          </a:xfrm>
          <a:prstGeom prst="rect">
            <a:avLst/>
          </a:prstGeom>
          <a:noFill/>
        </p:spPr>
        <p:txBody>
          <a:bodyPr wrap="square" rtlCol="0">
            <a:spAutoFit/>
          </a:bodyPr>
          <a:lstStyle/>
          <a:p>
            <a:pPr lvl="0">
              <a:lnSpc>
                <a:spcPct val="130000"/>
              </a:lnSpc>
            </a:pPr>
            <a:r>
              <a:rPr lang="en-US" sz="3200" b="1">
                <a:latin typeface="Times New Roman" panose="02020603050405020304" pitchFamily="18" charset="0"/>
                <a:ea typeface="SimSun" panose="02010600030101010101" pitchFamily="2" charset="-122"/>
              </a:rPr>
              <a:t>Biểu đồ Sequence</a:t>
            </a:r>
            <a:endParaRPr lang="en-US" sz="3200">
              <a:latin typeface="Times New Roman" panose="02020603050405020304" pitchFamily="18" charset="0"/>
              <a:ea typeface="SimSun" panose="02010600030101010101" pitchFamily="2" charset="-122"/>
            </a:endParaRPr>
          </a:p>
        </p:txBody>
      </p:sp>
      <p:grpSp>
        <p:nvGrpSpPr>
          <p:cNvPr id="47" name="Group 46">
            <a:extLst>
              <a:ext uri="{FF2B5EF4-FFF2-40B4-BE49-F238E27FC236}">
                <a16:creationId xmlns:a16="http://schemas.microsoft.com/office/drawing/2014/main" id="{CBFA94D4-F11C-D28A-AD04-886708F3E95C}"/>
              </a:ext>
            </a:extLst>
          </p:cNvPr>
          <p:cNvGrpSpPr/>
          <p:nvPr/>
        </p:nvGrpSpPr>
        <p:grpSpPr>
          <a:xfrm>
            <a:off x="0" y="0"/>
            <a:ext cx="18360000" cy="1188944"/>
            <a:chOff x="0" y="0"/>
            <a:chExt cx="18360000" cy="1188944"/>
          </a:xfrm>
        </p:grpSpPr>
        <p:sp>
          <p:nvSpPr>
            <p:cNvPr id="48" name="Rectangle 47">
              <a:extLst>
                <a:ext uri="{FF2B5EF4-FFF2-40B4-BE49-F238E27FC236}">
                  <a16:creationId xmlns:a16="http://schemas.microsoft.com/office/drawing/2014/main" id="{B3C1C1E1-ABE7-DAAC-165C-53106797484C}"/>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9" name="Rectangle 48">
              <a:extLst>
                <a:ext uri="{FF2B5EF4-FFF2-40B4-BE49-F238E27FC236}">
                  <a16:creationId xmlns:a16="http://schemas.microsoft.com/office/drawing/2014/main" id="{B28376E3-E285-5970-A0B9-B038410ACE3F}"/>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0" name="Rectangle 49">
              <a:extLst>
                <a:ext uri="{FF2B5EF4-FFF2-40B4-BE49-F238E27FC236}">
                  <a16:creationId xmlns:a16="http://schemas.microsoft.com/office/drawing/2014/main" id="{88A64866-F20B-AE15-F4BC-414601307475}"/>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1" name="Rectangle 50">
              <a:extLst>
                <a:ext uri="{FF2B5EF4-FFF2-40B4-BE49-F238E27FC236}">
                  <a16:creationId xmlns:a16="http://schemas.microsoft.com/office/drawing/2014/main" id="{DE8CBF2A-ADAF-4950-E60D-F8B1B6AB00BE}"/>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52" name="Oval 51">
            <a:extLst>
              <a:ext uri="{FF2B5EF4-FFF2-40B4-BE49-F238E27FC236}">
                <a16:creationId xmlns:a16="http://schemas.microsoft.com/office/drawing/2014/main" id="{47687F63-A0DA-8ECC-D84F-880323E87BFF}"/>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53" name="TextBox 52">
            <a:extLst>
              <a:ext uri="{FF2B5EF4-FFF2-40B4-BE49-F238E27FC236}">
                <a16:creationId xmlns:a16="http://schemas.microsoft.com/office/drawing/2014/main" id="{53A47577-B0A9-8835-619D-34A0A774B40D}"/>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54" name="Picture 53">
            <a:extLst>
              <a:ext uri="{FF2B5EF4-FFF2-40B4-BE49-F238E27FC236}">
                <a16:creationId xmlns:a16="http://schemas.microsoft.com/office/drawing/2014/main" id="{B4A05952-AFC5-5AAE-8CA8-6AC21BE5C217}"/>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sp>
        <p:nvSpPr>
          <p:cNvPr id="2" name="TextBox 1">
            <a:extLst>
              <a:ext uri="{FF2B5EF4-FFF2-40B4-BE49-F238E27FC236}">
                <a16:creationId xmlns:a16="http://schemas.microsoft.com/office/drawing/2014/main" id="{050DA0E0-E8EA-D09B-86F4-8EBFB641A657}"/>
              </a:ext>
            </a:extLst>
          </p:cNvPr>
          <p:cNvSpPr txBox="1"/>
          <p:nvPr/>
        </p:nvSpPr>
        <p:spPr>
          <a:xfrm>
            <a:off x="3858222" y="1463633"/>
            <a:ext cx="11534177" cy="646331"/>
          </a:xfrm>
          <a:prstGeom prst="rect">
            <a:avLst/>
          </a:prstGeom>
          <a:noFill/>
        </p:spPr>
        <p:txBody>
          <a:bodyPr wrap="square" rtlCol="0">
            <a:spAutoFit/>
          </a:bodyPr>
          <a:lstStyle/>
          <a:p>
            <a:r>
              <a:rPr lang="en-US" sz="3600">
                <a:solidFill>
                  <a:schemeClr val="bg1"/>
                </a:solidFill>
                <a:latin typeface="Times New Roman" panose="02020603050405020304" pitchFamily="18" charset="0"/>
                <a:cs typeface="Times New Roman" panose="02020603050405020304" pitchFamily="18" charset="0"/>
              </a:rPr>
              <a:t>4. KẾT QUẢ VÀ THẢO LUẬN</a:t>
            </a:r>
          </a:p>
        </p:txBody>
      </p:sp>
      <p:pic>
        <p:nvPicPr>
          <p:cNvPr id="4" name="Picture 3">
            <a:extLst>
              <a:ext uri="{FF2B5EF4-FFF2-40B4-BE49-F238E27FC236}">
                <a16:creationId xmlns:a16="http://schemas.microsoft.com/office/drawing/2014/main" id="{C8C45596-B9AB-F6BD-A40B-CBBED6B36D6D}"/>
              </a:ext>
            </a:extLst>
          </p:cNvPr>
          <p:cNvPicPr>
            <a:picLocks noChangeAspect="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638607" y="3145472"/>
            <a:ext cx="8448993" cy="6737994"/>
          </a:xfrm>
          <a:prstGeom prst="rect">
            <a:avLst/>
          </a:prstGeom>
          <a:noFill/>
          <a:ln>
            <a:noFill/>
          </a:ln>
        </p:spPr>
      </p:pic>
    </p:spTree>
    <p:extLst>
      <p:ext uri="{BB962C8B-B14F-4D97-AF65-F5344CB8AC3E}">
        <p14:creationId xmlns:p14="http://schemas.microsoft.com/office/powerpoint/2010/main" val="4272460354"/>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8AC7C3B7-8CD7-7C52-1B2A-C3B9C9740892}"/>
            </a:ext>
          </a:extLst>
        </p:cNvPr>
        <p:cNvGrpSpPr/>
        <p:nvPr/>
      </p:nvGrpSpPr>
      <p:grpSpPr>
        <a:xfrm>
          <a:off x="0" y="0"/>
          <a:ext cx="0" cy="0"/>
          <a:chOff x="0" y="0"/>
          <a:chExt cx="0" cy="0"/>
        </a:xfrm>
      </p:grpSpPr>
      <p:sp>
        <p:nvSpPr>
          <p:cNvPr id="45" name="Rectangle 44">
            <a:extLst>
              <a:ext uri="{FF2B5EF4-FFF2-40B4-BE49-F238E27FC236}">
                <a16:creationId xmlns:a16="http://schemas.microsoft.com/office/drawing/2014/main" id="{D118D9F3-2CEF-F171-8606-2083B633DFE9}"/>
              </a:ext>
            </a:extLst>
          </p:cNvPr>
          <p:cNvSpPr/>
          <p:nvPr/>
        </p:nvSpPr>
        <p:spPr>
          <a:xfrm>
            <a:off x="3810000" y="1188000"/>
            <a:ext cx="14478000" cy="1204805"/>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6" name="Rectangle: Rounded Corners 45">
            <a:extLst>
              <a:ext uri="{FF2B5EF4-FFF2-40B4-BE49-F238E27FC236}">
                <a16:creationId xmlns:a16="http://schemas.microsoft.com/office/drawing/2014/main" id="{41AD85A8-CC93-374B-CABC-1D26BFF51239}"/>
              </a:ext>
            </a:extLst>
          </p:cNvPr>
          <p:cNvSpPr/>
          <p:nvPr/>
        </p:nvSpPr>
        <p:spPr>
          <a:xfrm>
            <a:off x="3858223" y="1275813"/>
            <a:ext cx="12192000" cy="1020412"/>
          </a:xfrm>
          <a:prstGeom prst="roundRect">
            <a:avLst/>
          </a:prstGeom>
          <a:solidFill>
            <a:srgbClr val="288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4" name="Rectangle 43">
            <a:extLst>
              <a:ext uri="{FF2B5EF4-FFF2-40B4-BE49-F238E27FC236}">
                <a16:creationId xmlns:a16="http://schemas.microsoft.com/office/drawing/2014/main" id="{915E4BAF-0E77-6616-8542-F0933ADB609D}"/>
              </a:ext>
            </a:extLst>
          </p:cNvPr>
          <p:cNvSpPr/>
          <p:nvPr/>
        </p:nvSpPr>
        <p:spPr>
          <a:xfrm>
            <a:off x="0" y="2400300"/>
            <a:ext cx="3810000" cy="78867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7" name="TextBox 10">
            <a:extLst>
              <a:ext uri="{FF2B5EF4-FFF2-40B4-BE49-F238E27FC236}">
                <a16:creationId xmlns:a16="http://schemas.microsoft.com/office/drawing/2014/main" id="{C1A65034-2584-D7A8-92DD-13AD5CB6D818}"/>
              </a:ext>
            </a:extLst>
          </p:cNvPr>
          <p:cNvSpPr txBox="1"/>
          <p:nvPr/>
        </p:nvSpPr>
        <p:spPr>
          <a:xfrm>
            <a:off x="4572000" y="475436"/>
            <a:ext cx="13549652" cy="1450397"/>
          </a:xfrm>
          <a:prstGeom prst="rect">
            <a:avLst/>
          </a:prstGeom>
        </p:spPr>
        <p:txBody>
          <a:bodyPr wrap="square" lIns="0" tIns="0" rIns="0" bIns="0" rtlCol="0" anchor="t">
            <a:spAutoFit/>
          </a:bodyPr>
          <a:lstStyle/>
          <a:p>
            <a:pPr>
              <a:lnSpc>
                <a:spcPct val="130000"/>
              </a:lnSpc>
              <a:spcBef>
                <a:spcPts val="600"/>
              </a:spcBef>
              <a:spcAft>
                <a:spcPts val="600"/>
              </a:spcAft>
            </a:pPr>
            <a:endParaRPr lang="en-US" sz="3600">
              <a:effectLst/>
              <a:latin typeface="Times New Roman" panose="02020603050405020304" pitchFamily="18" charset="0"/>
              <a:ea typeface="Times New Roman" panose="02020603050405020304" pitchFamily="18" charset="0"/>
            </a:endParaRPr>
          </a:p>
          <a:p>
            <a:pPr indent="0">
              <a:lnSpc>
                <a:spcPct val="130000"/>
              </a:lnSpc>
              <a:spcBef>
                <a:spcPts val="600"/>
              </a:spcBef>
              <a:spcAft>
                <a:spcPts val="600"/>
              </a:spcAft>
              <a:buNone/>
            </a:pPr>
            <a:endParaRPr lang="en-US" sz="3200" b="0" i="0">
              <a:solidFill>
                <a:schemeClr val="tx1"/>
              </a:solidFill>
              <a:effectLst/>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0EFE6DBC-BBE3-B983-618F-D1FB3098935E}"/>
              </a:ext>
            </a:extLst>
          </p:cNvPr>
          <p:cNvSpPr txBox="1"/>
          <p:nvPr/>
        </p:nvSpPr>
        <p:spPr>
          <a:xfrm>
            <a:off x="685800" y="5466487"/>
            <a:ext cx="2971800" cy="1200329"/>
          </a:xfrm>
          <a:prstGeom prst="rect">
            <a:avLst/>
          </a:prstGeom>
          <a:noFill/>
        </p:spPr>
        <p:txBody>
          <a:bodyPr wrap="square" rtlCol="0">
            <a:spAutoFit/>
          </a:bodyPr>
          <a:lstStyle/>
          <a:p>
            <a:r>
              <a:rPr lang="en-US" sz="3600">
                <a:latin typeface="Times New Roman" panose="02020603050405020304" pitchFamily="18" charset="0"/>
                <a:cs typeface="Times New Roman" panose="02020603050405020304" pitchFamily="18" charset="0"/>
              </a:rPr>
              <a:t>Phân tích thiết kế hệ thống</a:t>
            </a:r>
          </a:p>
        </p:txBody>
      </p:sp>
      <p:sp>
        <p:nvSpPr>
          <p:cNvPr id="18" name="TextBox 17">
            <a:extLst>
              <a:ext uri="{FF2B5EF4-FFF2-40B4-BE49-F238E27FC236}">
                <a16:creationId xmlns:a16="http://schemas.microsoft.com/office/drawing/2014/main" id="{F9531477-E68C-4FE5-6469-4EFF8A273AFD}"/>
              </a:ext>
            </a:extLst>
          </p:cNvPr>
          <p:cNvSpPr txBox="1"/>
          <p:nvPr/>
        </p:nvSpPr>
        <p:spPr>
          <a:xfrm>
            <a:off x="3810000" y="2430905"/>
            <a:ext cx="14249400" cy="668645"/>
          </a:xfrm>
          <a:prstGeom prst="rect">
            <a:avLst/>
          </a:prstGeom>
          <a:noFill/>
        </p:spPr>
        <p:txBody>
          <a:bodyPr wrap="square" rtlCol="0">
            <a:spAutoFit/>
          </a:bodyPr>
          <a:lstStyle/>
          <a:p>
            <a:pPr lvl="0">
              <a:lnSpc>
                <a:spcPct val="130000"/>
              </a:lnSpc>
            </a:pPr>
            <a:r>
              <a:rPr lang="en-US" sz="3200" b="1">
                <a:latin typeface="Times New Roman" panose="02020603050405020304" pitchFamily="18" charset="0"/>
                <a:ea typeface="SimSun" panose="02010600030101010101" pitchFamily="2" charset="-122"/>
              </a:rPr>
              <a:t>Biểu đồ Sequence</a:t>
            </a:r>
            <a:endParaRPr lang="en-US" sz="3200">
              <a:latin typeface="Times New Roman" panose="02020603050405020304" pitchFamily="18" charset="0"/>
              <a:ea typeface="SimSun" panose="02010600030101010101" pitchFamily="2" charset="-122"/>
            </a:endParaRPr>
          </a:p>
        </p:txBody>
      </p:sp>
      <p:grpSp>
        <p:nvGrpSpPr>
          <p:cNvPr id="47" name="Group 46">
            <a:extLst>
              <a:ext uri="{FF2B5EF4-FFF2-40B4-BE49-F238E27FC236}">
                <a16:creationId xmlns:a16="http://schemas.microsoft.com/office/drawing/2014/main" id="{E907348A-3709-DD53-FFA0-145D7082B384}"/>
              </a:ext>
            </a:extLst>
          </p:cNvPr>
          <p:cNvGrpSpPr/>
          <p:nvPr/>
        </p:nvGrpSpPr>
        <p:grpSpPr>
          <a:xfrm>
            <a:off x="0" y="0"/>
            <a:ext cx="18360000" cy="1188944"/>
            <a:chOff x="0" y="0"/>
            <a:chExt cx="18360000" cy="1188944"/>
          </a:xfrm>
        </p:grpSpPr>
        <p:sp>
          <p:nvSpPr>
            <p:cNvPr id="48" name="Rectangle 47">
              <a:extLst>
                <a:ext uri="{FF2B5EF4-FFF2-40B4-BE49-F238E27FC236}">
                  <a16:creationId xmlns:a16="http://schemas.microsoft.com/office/drawing/2014/main" id="{DBFF6FCF-D8DD-5FFA-9BCD-2B63C5F54948}"/>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9" name="Rectangle 48">
              <a:extLst>
                <a:ext uri="{FF2B5EF4-FFF2-40B4-BE49-F238E27FC236}">
                  <a16:creationId xmlns:a16="http://schemas.microsoft.com/office/drawing/2014/main" id="{4C3A53AC-42AA-6685-71E0-2291B3F321D6}"/>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0" name="Rectangle 49">
              <a:extLst>
                <a:ext uri="{FF2B5EF4-FFF2-40B4-BE49-F238E27FC236}">
                  <a16:creationId xmlns:a16="http://schemas.microsoft.com/office/drawing/2014/main" id="{422F0338-CAEB-9751-E375-65C1ADE2595D}"/>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1" name="Rectangle 50">
              <a:extLst>
                <a:ext uri="{FF2B5EF4-FFF2-40B4-BE49-F238E27FC236}">
                  <a16:creationId xmlns:a16="http://schemas.microsoft.com/office/drawing/2014/main" id="{6F0801ED-A7A5-A5C3-5284-ECFE271822CE}"/>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52" name="Oval 51">
            <a:extLst>
              <a:ext uri="{FF2B5EF4-FFF2-40B4-BE49-F238E27FC236}">
                <a16:creationId xmlns:a16="http://schemas.microsoft.com/office/drawing/2014/main" id="{03A16AC6-28BA-B3A4-5CCF-524B76CB8B8E}"/>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53" name="TextBox 52">
            <a:extLst>
              <a:ext uri="{FF2B5EF4-FFF2-40B4-BE49-F238E27FC236}">
                <a16:creationId xmlns:a16="http://schemas.microsoft.com/office/drawing/2014/main" id="{FB06C1C1-CCCE-92C9-8A9E-9F990B729D53}"/>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54" name="Picture 53">
            <a:extLst>
              <a:ext uri="{FF2B5EF4-FFF2-40B4-BE49-F238E27FC236}">
                <a16:creationId xmlns:a16="http://schemas.microsoft.com/office/drawing/2014/main" id="{0C9E4CAA-5238-BCC2-7F53-C813D94A2D4D}"/>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sp>
        <p:nvSpPr>
          <p:cNvPr id="2" name="TextBox 1">
            <a:extLst>
              <a:ext uri="{FF2B5EF4-FFF2-40B4-BE49-F238E27FC236}">
                <a16:creationId xmlns:a16="http://schemas.microsoft.com/office/drawing/2014/main" id="{97D329AB-ACDF-ECF7-8576-2721B3F85C7D}"/>
              </a:ext>
            </a:extLst>
          </p:cNvPr>
          <p:cNvSpPr txBox="1"/>
          <p:nvPr/>
        </p:nvSpPr>
        <p:spPr>
          <a:xfrm>
            <a:off x="3858222" y="1463633"/>
            <a:ext cx="11534177" cy="646331"/>
          </a:xfrm>
          <a:prstGeom prst="rect">
            <a:avLst/>
          </a:prstGeom>
          <a:noFill/>
        </p:spPr>
        <p:txBody>
          <a:bodyPr wrap="square" rtlCol="0">
            <a:spAutoFit/>
          </a:bodyPr>
          <a:lstStyle/>
          <a:p>
            <a:r>
              <a:rPr lang="en-US" sz="3600">
                <a:solidFill>
                  <a:schemeClr val="bg1"/>
                </a:solidFill>
                <a:latin typeface="Times New Roman" panose="02020603050405020304" pitchFamily="18" charset="0"/>
                <a:cs typeface="Times New Roman" panose="02020603050405020304" pitchFamily="18" charset="0"/>
              </a:rPr>
              <a:t>4. KẾT QUẢ VÀ THẢO LUẬN</a:t>
            </a:r>
          </a:p>
        </p:txBody>
      </p:sp>
      <p:pic>
        <p:nvPicPr>
          <p:cNvPr id="5" name="Picture 4">
            <a:extLst>
              <a:ext uri="{FF2B5EF4-FFF2-40B4-BE49-F238E27FC236}">
                <a16:creationId xmlns:a16="http://schemas.microsoft.com/office/drawing/2014/main" id="{A3368147-102B-4880-2BB5-777CF2641638}"/>
              </a:ext>
            </a:extLst>
          </p:cNvPr>
          <p:cNvPicPr>
            <a:picLocks noChangeAspect="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616382" y="3431857"/>
            <a:ext cx="9421044" cy="6379707"/>
          </a:xfrm>
          <a:prstGeom prst="rect">
            <a:avLst/>
          </a:prstGeom>
          <a:noFill/>
          <a:ln>
            <a:noFill/>
          </a:ln>
        </p:spPr>
      </p:pic>
    </p:spTree>
    <p:extLst>
      <p:ext uri="{BB962C8B-B14F-4D97-AF65-F5344CB8AC3E}">
        <p14:creationId xmlns:p14="http://schemas.microsoft.com/office/powerpoint/2010/main" val="819184269"/>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E051BBBC-8C22-3A91-AE62-9923FBC32E3F}"/>
            </a:ext>
          </a:extLst>
        </p:cNvPr>
        <p:cNvGrpSpPr/>
        <p:nvPr/>
      </p:nvGrpSpPr>
      <p:grpSpPr>
        <a:xfrm>
          <a:off x="0" y="0"/>
          <a:ext cx="0" cy="0"/>
          <a:chOff x="0" y="0"/>
          <a:chExt cx="0" cy="0"/>
        </a:xfrm>
      </p:grpSpPr>
      <p:sp>
        <p:nvSpPr>
          <p:cNvPr id="45" name="Rectangle 44">
            <a:extLst>
              <a:ext uri="{FF2B5EF4-FFF2-40B4-BE49-F238E27FC236}">
                <a16:creationId xmlns:a16="http://schemas.microsoft.com/office/drawing/2014/main" id="{76ADB590-5F36-EB33-CF02-067A754ECA69}"/>
              </a:ext>
            </a:extLst>
          </p:cNvPr>
          <p:cNvSpPr/>
          <p:nvPr/>
        </p:nvSpPr>
        <p:spPr>
          <a:xfrm>
            <a:off x="3810000" y="1188000"/>
            <a:ext cx="14478000" cy="1204805"/>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6" name="Rectangle: Rounded Corners 45">
            <a:extLst>
              <a:ext uri="{FF2B5EF4-FFF2-40B4-BE49-F238E27FC236}">
                <a16:creationId xmlns:a16="http://schemas.microsoft.com/office/drawing/2014/main" id="{638388CC-65BF-414A-93D3-FFC8CE560D71}"/>
              </a:ext>
            </a:extLst>
          </p:cNvPr>
          <p:cNvSpPr/>
          <p:nvPr/>
        </p:nvSpPr>
        <p:spPr>
          <a:xfrm>
            <a:off x="3858223" y="1275813"/>
            <a:ext cx="12192000" cy="1020412"/>
          </a:xfrm>
          <a:prstGeom prst="roundRect">
            <a:avLst/>
          </a:prstGeom>
          <a:solidFill>
            <a:srgbClr val="288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4" name="Rectangle 43">
            <a:extLst>
              <a:ext uri="{FF2B5EF4-FFF2-40B4-BE49-F238E27FC236}">
                <a16:creationId xmlns:a16="http://schemas.microsoft.com/office/drawing/2014/main" id="{631C6306-C5D3-8C71-00F7-8AE458EAF025}"/>
              </a:ext>
            </a:extLst>
          </p:cNvPr>
          <p:cNvSpPr/>
          <p:nvPr/>
        </p:nvSpPr>
        <p:spPr>
          <a:xfrm>
            <a:off x="0" y="2400300"/>
            <a:ext cx="3810000" cy="78867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7" name="TextBox 10">
            <a:extLst>
              <a:ext uri="{FF2B5EF4-FFF2-40B4-BE49-F238E27FC236}">
                <a16:creationId xmlns:a16="http://schemas.microsoft.com/office/drawing/2014/main" id="{70A4043E-5075-1994-9579-0289778748D7}"/>
              </a:ext>
            </a:extLst>
          </p:cNvPr>
          <p:cNvSpPr txBox="1"/>
          <p:nvPr/>
        </p:nvSpPr>
        <p:spPr>
          <a:xfrm>
            <a:off x="4572000" y="475436"/>
            <a:ext cx="13549652" cy="1450397"/>
          </a:xfrm>
          <a:prstGeom prst="rect">
            <a:avLst/>
          </a:prstGeom>
        </p:spPr>
        <p:txBody>
          <a:bodyPr wrap="square" lIns="0" tIns="0" rIns="0" bIns="0" rtlCol="0" anchor="t">
            <a:spAutoFit/>
          </a:bodyPr>
          <a:lstStyle/>
          <a:p>
            <a:pPr>
              <a:lnSpc>
                <a:spcPct val="130000"/>
              </a:lnSpc>
              <a:spcBef>
                <a:spcPts val="600"/>
              </a:spcBef>
              <a:spcAft>
                <a:spcPts val="600"/>
              </a:spcAft>
            </a:pPr>
            <a:endParaRPr lang="en-US" sz="3600">
              <a:effectLst/>
              <a:latin typeface="Times New Roman" panose="02020603050405020304" pitchFamily="18" charset="0"/>
              <a:ea typeface="Times New Roman" panose="02020603050405020304" pitchFamily="18" charset="0"/>
            </a:endParaRPr>
          </a:p>
          <a:p>
            <a:pPr indent="0">
              <a:lnSpc>
                <a:spcPct val="130000"/>
              </a:lnSpc>
              <a:spcBef>
                <a:spcPts val="600"/>
              </a:spcBef>
              <a:spcAft>
                <a:spcPts val="600"/>
              </a:spcAft>
              <a:buNone/>
            </a:pPr>
            <a:endParaRPr lang="en-US" sz="3200" b="0" i="0">
              <a:solidFill>
                <a:schemeClr val="tx1"/>
              </a:solidFill>
              <a:effectLst/>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C507CF50-3D6B-D8D5-F6DB-8D2C439BE0EC}"/>
              </a:ext>
            </a:extLst>
          </p:cNvPr>
          <p:cNvSpPr txBox="1"/>
          <p:nvPr/>
        </p:nvSpPr>
        <p:spPr>
          <a:xfrm>
            <a:off x="685800" y="5466487"/>
            <a:ext cx="2971800" cy="1200329"/>
          </a:xfrm>
          <a:prstGeom prst="rect">
            <a:avLst/>
          </a:prstGeom>
          <a:noFill/>
        </p:spPr>
        <p:txBody>
          <a:bodyPr wrap="square" rtlCol="0">
            <a:spAutoFit/>
          </a:bodyPr>
          <a:lstStyle/>
          <a:p>
            <a:r>
              <a:rPr lang="en-US" sz="3600">
                <a:latin typeface="Times New Roman" panose="02020603050405020304" pitchFamily="18" charset="0"/>
                <a:cs typeface="Times New Roman" panose="02020603050405020304" pitchFamily="18" charset="0"/>
              </a:rPr>
              <a:t>Phân tích thiết kế hệ thống</a:t>
            </a:r>
          </a:p>
        </p:txBody>
      </p:sp>
      <p:sp>
        <p:nvSpPr>
          <p:cNvPr id="18" name="TextBox 17">
            <a:extLst>
              <a:ext uri="{FF2B5EF4-FFF2-40B4-BE49-F238E27FC236}">
                <a16:creationId xmlns:a16="http://schemas.microsoft.com/office/drawing/2014/main" id="{A0F5BE98-7B56-C79A-F7C5-AC3407A83C60}"/>
              </a:ext>
            </a:extLst>
          </p:cNvPr>
          <p:cNvSpPr txBox="1"/>
          <p:nvPr/>
        </p:nvSpPr>
        <p:spPr>
          <a:xfrm>
            <a:off x="3810000" y="2430905"/>
            <a:ext cx="14249400" cy="668645"/>
          </a:xfrm>
          <a:prstGeom prst="rect">
            <a:avLst/>
          </a:prstGeom>
          <a:noFill/>
        </p:spPr>
        <p:txBody>
          <a:bodyPr wrap="square" rtlCol="0">
            <a:spAutoFit/>
          </a:bodyPr>
          <a:lstStyle/>
          <a:p>
            <a:pPr lvl="0">
              <a:lnSpc>
                <a:spcPct val="130000"/>
              </a:lnSpc>
            </a:pPr>
            <a:r>
              <a:rPr lang="en-US" sz="3200" b="1">
                <a:latin typeface="Times New Roman" panose="02020603050405020304" pitchFamily="18" charset="0"/>
                <a:ea typeface="SimSun" panose="02010600030101010101" pitchFamily="2" charset="-122"/>
              </a:rPr>
              <a:t>Biểu đồ Sequence</a:t>
            </a:r>
            <a:endParaRPr lang="en-US" sz="3200">
              <a:latin typeface="Times New Roman" panose="02020603050405020304" pitchFamily="18" charset="0"/>
              <a:ea typeface="SimSun" panose="02010600030101010101" pitchFamily="2" charset="-122"/>
            </a:endParaRPr>
          </a:p>
        </p:txBody>
      </p:sp>
      <p:grpSp>
        <p:nvGrpSpPr>
          <p:cNvPr id="47" name="Group 46">
            <a:extLst>
              <a:ext uri="{FF2B5EF4-FFF2-40B4-BE49-F238E27FC236}">
                <a16:creationId xmlns:a16="http://schemas.microsoft.com/office/drawing/2014/main" id="{13578348-797C-68E1-2ED2-D29BEDC23097}"/>
              </a:ext>
            </a:extLst>
          </p:cNvPr>
          <p:cNvGrpSpPr/>
          <p:nvPr/>
        </p:nvGrpSpPr>
        <p:grpSpPr>
          <a:xfrm>
            <a:off x="0" y="0"/>
            <a:ext cx="18360000" cy="1188944"/>
            <a:chOff x="0" y="0"/>
            <a:chExt cx="18360000" cy="1188944"/>
          </a:xfrm>
        </p:grpSpPr>
        <p:sp>
          <p:nvSpPr>
            <p:cNvPr id="48" name="Rectangle 47">
              <a:extLst>
                <a:ext uri="{FF2B5EF4-FFF2-40B4-BE49-F238E27FC236}">
                  <a16:creationId xmlns:a16="http://schemas.microsoft.com/office/drawing/2014/main" id="{83B38DBD-7271-3FF7-180C-6D52EF7A3828}"/>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9" name="Rectangle 48">
              <a:extLst>
                <a:ext uri="{FF2B5EF4-FFF2-40B4-BE49-F238E27FC236}">
                  <a16:creationId xmlns:a16="http://schemas.microsoft.com/office/drawing/2014/main" id="{DB005ADE-C49C-9680-95F7-F8C430EBA2CC}"/>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0" name="Rectangle 49">
              <a:extLst>
                <a:ext uri="{FF2B5EF4-FFF2-40B4-BE49-F238E27FC236}">
                  <a16:creationId xmlns:a16="http://schemas.microsoft.com/office/drawing/2014/main" id="{ABC32411-5675-0FF2-CC79-D31655D79B12}"/>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1" name="Rectangle 50">
              <a:extLst>
                <a:ext uri="{FF2B5EF4-FFF2-40B4-BE49-F238E27FC236}">
                  <a16:creationId xmlns:a16="http://schemas.microsoft.com/office/drawing/2014/main" id="{168F02E3-4273-143B-4C27-E57118ADEFBE}"/>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52" name="Oval 51">
            <a:extLst>
              <a:ext uri="{FF2B5EF4-FFF2-40B4-BE49-F238E27FC236}">
                <a16:creationId xmlns:a16="http://schemas.microsoft.com/office/drawing/2014/main" id="{CE090099-E7C2-A5B2-2C84-C3098CF507AB}"/>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53" name="TextBox 52">
            <a:extLst>
              <a:ext uri="{FF2B5EF4-FFF2-40B4-BE49-F238E27FC236}">
                <a16:creationId xmlns:a16="http://schemas.microsoft.com/office/drawing/2014/main" id="{F7BB595A-6E31-A921-7939-533F7BD8EF7B}"/>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54" name="Picture 53">
            <a:extLst>
              <a:ext uri="{FF2B5EF4-FFF2-40B4-BE49-F238E27FC236}">
                <a16:creationId xmlns:a16="http://schemas.microsoft.com/office/drawing/2014/main" id="{BE7CEB28-6EE1-33E7-723C-96DD1B92604C}"/>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sp>
        <p:nvSpPr>
          <p:cNvPr id="2" name="TextBox 1">
            <a:extLst>
              <a:ext uri="{FF2B5EF4-FFF2-40B4-BE49-F238E27FC236}">
                <a16:creationId xmlns:a16="http://schemas.microsoft.com/office/drawing/2014/main" id="{54B49A57-DA9E-1EA0-B0E5-FAE6E1DE2A0A}"/>
              </a:ext>
            </a:extLst>
          </p:cNvPr>
          <p:cNvSpPr txBox="1"/>
          <p:nvPr/>
        </p:nvSpPr>
        <p:spPr>
          <a:xfrm>
            <a:off x="3858222" y="1463633"/>
            <a:ext cx="11534177" cy="646331"/>
          </a:xfrm>
          <a:prstGeom prst="rect">
            <a:avLst/>
          </a:prstGeom>
          <a:noFill/>
        </p:spPr>
        <p:txBody>
          <a:bodyPr wrap="square" rtlCol="0">
            <a:spAutoFit/>
          </a:bodyPr>
          <a:lstStyle/>
          <a:p>
            <a:r>
              <a:rPr lang="en-US" sz="3600">
                <a:solidFill>
                  <a:schemeClr val="bg1"/>
                </a:solidFill>
                <a:latin typeface="Times New Roman" panose="02020603050405020304" pitchFamily="18" charset="0"/>
                <a:cs typeface="Times New Roman" panose="02020603050405020304" pitchFamily="18" charset="0"/>
              </a:rPr>
              <a:t>4. KẾT QUẢ VÀ THẢO LUẬN</a:t>
            </a:r>
          </a:p>
        </p:txBody>
      </p:sp>
      <p:pic>
        <p:nvPicPr>
          <p:cNvPr id="5" name="Picture 4">
            <a:extLst>
              <a:ext uri="{FF2B5EF4-FFF2-40B4-BE49-F238E27FC236}">
                <a16:creationId xmlns:a16="http://schemas.microsoft.com/office/drawing/2014/main" id="{4C4A15C0-E560-60E1-4705-DB5E7D7ADF49}"/>
              </a:ext>
            </a:extLst>
          </p:cNvPr>
          <p:cNvPicPr>
            <a:picLocks noChangeAspect="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5663459" y="3608338"/>
            <a:ext cx="10527967" cy="6116955"/>
          </a:xfrm>
          <a:prstGeom prst="rect">
            <a:avLst/>
          </a:prstGeom>
          <a:noFill/>
          <a:ln>
            <a:noFill/>
          </a:ln>
        </p:spPr>
      </p:pic>
    </p:spTree>
    <p:extLst>
      <p:ext uri="{BB962C8B-B14F-4D97-AF65-F5344CB8AC3E}">
        <p14:creationId xmlns:p14="http://schemas.microsoft.com/office/powerpoint/2010/main" val="3723646064"/>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0279E140-BD31-5682-E24B-83D1D2A36BAB}"/>
            </a:ext>
          </a:extLst>
        </p:cNvPr>
        <p:cNvGrpSpPr/>
        <p:nvPr/>
      </p:nvGrpSpPr>
      <p:grpSpPr>
        <a:xfrm>
          <a:off x="0" y="0"/>
          <a:ext cx="0" cy="0"/>
          <a:chOff x="0" y="0"/>
          <a:chExt cx="0" cy="0"/>
        </a:xfrm>
      </p:grpSpPr>
      <p:sp>
        <p:nvSpPr>
          <p:cNvPr id="45" name="Rectangle 44">
            <a:extLst>
              <a:ext uri="{FF2B5EF4-FFF2-40B4-BE49-F238E27FC236}">
                <a16:creationId xmlns:a16="http://schemas.microsoft.com/office/drawing/2014/main" id="{2353BDBF-DBC1-215B-1B6B-4EBD1DF6AEDF}"/>
              </a:ext>
            </a:extLst>
          </p:cNvPr>
          <p:cNvSpPr/>
          <p:nvPr/>
        </p:nvSpPr>
        <p:spPr>
          <a:xfrm>
            <a:off x="3810000" y="1188000"/>
            <a:ext cx="14478000" cy="1204805"/>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6" name="Rectangle: Rounded Corners 45">
            <a:extLst>
              <a:ext uri="{FF2B5EF4-FFF2-40B4-BE49-F238E27FC236}">
                <a16:creationId xmlns:a16="http://schemas.microsoft.com/office/drawing/2014/main" id="{6C8F1CFD-F7E2-E565-270C-7C1D476FC353}"/>
              </a:ext>
            </a:extLst>
          </p:cNvPr>
          <p:cNvSpPr/>
          <p:nvPr/>
        </p:nvSpPr>
        <p:spPr>
          <a:xfrm>
            <a:off x="3858223" y="1275813"/>
            <a:ext cx="12192000" cy="1020412"/>
          </a:xfrm>
          <a:prstGeom prst="roundRect">
            <a:avLst/>
          </a:prstGeom>
          <a:solidFill>
            <a:srgbClr val="288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4" name="Rectangle 43">
            <a:extLst>
              <a:ext uri="{FF2B5EF4-FFF2-40B4-BE49-F238E27FC236}">
                <a16:creationId xmlns:a16="http://schemas.microsoft.com/office/drawing/2014/main" id="{B31E4590-827D-0FB4-5373-8D83285B1184}"/>
              </a:ext>
            </a:extLst>
          </p:cNvPr>
          <p:cNvSpPr/>
          <p:nvPr/>
        </p:nvSpPr>
        <p:spPr>
          <a:xfrm>
            <a:off x="0" y="2400300"/>
            <a:ext cx="3810000" cy="78867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7" name="TextBox 10">
            <a:extLst>
              <a:ext uri="{FF2B5EF4-FFF2-40B4-BE49-F238E27FC236}">
                <a16:creationId xmlns:a16="http://schemas.microsoft.com/office/drawing/2014/main" id="{1EA83FFF-45E4-CA80-6F06-5424CEAB20F6}"/>
              </a:ext>
            </a:extLst>
          </p:cNvPr>
          <p:cNvSpPr txBox="1"/>
          <p:nvPr/>
        </p:nvSpPr>
        <p:spPr>
          <a:xfrm>
            <a:off x="4572000" y="475436"/>
            <a:ext cx="13549652" cy="1450397"/>
          </a:xfrm>
          <a:prstGeom prst="rect">
            <a:avLst/>
          </a:prstGeom>
        </p:spPr>
        <p:txBody>
          <a:bodyPr wrap="square" lIns="0" tIns="0" rIns="0" bIns="0" rtlCol="0" anchor="t">
            <a:spAutoFit/>
          </a:bodyPr>
          <a:lstStyle/>
          <a:p>
            <a:pPr>
              <a:lnSpc>
                <a:spcPct val="130000"/>
              </a:lnSpc>
              <a:spcBef>
                <a:spcPts val="600"/>
              </a:spcBef>
              <a:spcAft>
                <a:spcPts val="600"/>
              </a:spcAft>
            </a:pPr>
            <a:endParaRPr lang="en-US" sz="3600">
              <a:effectLst/>
              <a:latin typeface="Times New Roman" panose="02020603050405020304" pitchFamily="18" charset="0"/>
              <a:ea typeface="Times New Roman" panose="02020603050405020304" pitchFamily="18" charset="0"/>
            </a:endParaRPr>
          </a:p>
          <a:p>
            <a:pPr indent="0">
              <a:lnSpc>
                <a:spcPct val="130000"/>
              </a:lnSpc>
              <a:spcBef>
                <a:spcPts val="600"/>
              </a:spcBef>
              <a:spcAft>
                <a:spcPts val="600"/>
              </a:spcAft>
              <a:buNone/>
            </a:pPr>
            <a:endParaRPr lang="en-US" sz="3200" b="0" i="0">
              <a:solidFill>
                <a:schemeClr val="tx1"/>
              </a:solidFill>
              <a:effectLst/>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801D8EBA-E3FA-D046-D45B-422747DAA46C}"/>
              </a:ext>
            </a:extLst>
          </p:cNvPr>
          <p:cNvSpPr txBox="1"/>
          <p:nvPr/>
        </p:nvSpPr>
        <p:spPr>
          <a:xfrm>
            <a:off x="685800" y="5466487"/>
            <a:ext cx="2971800" cy="1200329"/>
          </a:xfrm>
          <a:prstGeom prst="rect">
            <a:avLst/>
          </a:prstGeom>
          <a:noFill/>
        </p:spPr>
        <p:txBody>
          <a:bodyPr wrap="square" rtlCol="0">
            <a:spAutoFit/>
          </a:bodyPr>
          <a:lstStyle/>
          <a:p>
            <a:r>
              <a:rPr lang="en-US" sz="3600">
                <a:latin typeface="Times New Roman" panose="02020603050405020304" pitchFamily="18" charset="0"/>
                <a:cs typeface="Times New Roman" panose="02020603050405020304" pitchFamily="18" charset="0"/>
              </a:rPr>
              <a:t>Phân tích thiết kế hệ thống</a:t>
            </a:r>
          </a:p>
        </p:txBody>
      </p:sp>
      <p:sp>
        <p:nvSpPr>
          <p:cNvPr id="18" name="TextBox 17">
            <a:extLst>
              <a:ext uri="{FF2B5EF4-FFF2-40B4-BE49-F238E27FC236}">
                <a16:creationId xmlns:a16="http://schemas.microsoft.com/office/drawing/2014/main" id="{78419D54-FA04-8550-E334-910D09EBFBE0}"/>
              </a:ext>
            </a:extLst>
          </p:cNvPr>
          <p:cNvSpPr txBox="1"/>
          <p:nvPr/>
        </p:nvSpPr>
        <p:spPr>
          <a:xfrm>
            <a:off x="3810000" y="2430905"/>
            <a:ext cx="14249400" cy="668645"/>
          </a:xfrm>
          <a:prstGeom prst="rect">
            <a:avLst/>
          </a:prstGeom>
          <a:noFill/>
        </p:spPr>
        <p:txBody>
          <a:bodyPr wrap="square" rtlCol="0">
            <a:spAutoFit/>
          </a:bodyPr>
          <a:lstStyle/>
          <a:p>
            <a:pPr lvl="0">
              <a:lnSpc>
                <a:spcPct val="130000"/>
              </a:lnSpc>
            </a:pPr>
            <a:r>
              <a:rPr lang="en-US" sz="3200" b="1">
                <a:latin typeface="Times New Roman" panose="02020603050405020304" pitchFamily="18" charset="0"/>
                <a:ea typeface="SimSun" panose="02010600030101010101" pitchFamily="2" charset="-122"/>
              </a:rPr>
              <a:t>Biểu đồ Sequence</a:t>
            </a:r>
            <a:endParaRPr lang="en-US" sz="3200">
              <a:latin typeface="Times New Roman" panose="02020603050405020304" pitchFamily="18" charset="0"/>
              <a:ea typeface="SimSun" panose="02010600030101010101" pitchFamily="2" charset="-122"/>
            </a:endParaRPr>
          </a:p>
        </p:txBody>
      </p:sp>
      <p:grpSp>
        <p:nvGrpSpPr>
          <p:cNvPr id="47" name="Group 46">
            <a:extLst>
              <a:ext uri="{FF2B5EF4-FFF2-40B4-BE49-F238E27FC236}">
                <a16:creationId xmlns:a16="http://schemas.microsoft.com/office/drawing/2014/main" id="{2484A943-2131-3046-ECC5-E21C9796A877}"/>
              </a:ext>
            </a:extLst>
          </p:cNvPr>
          <p:cNvGrpSpPr/>
          <p:nvPr/>
        </p:nvGrpSpPr>
        <p:grpSpPr>
          <a:xfrm>
            <a:off x="0" y="0"/>
            <a:ext cx="18360000" cy="1188944"/>
            <a:chOff x="0" y="0"/>
            <a:chExt cx="18360000" cy="1188944"/>
          </a:xfrm>
        </p:grpSpPr>
        <p:sp>
          <p:nvSpPr>
            <p:cNvPr id="48" name="Rectangle 47">
              <a:extLst>
                <a:ext uri="{FF2B5EF4-FFF2-40B4-BE49-F238E27FC236}">
                  <a16:creationId xmlns:a16="http://schemas.microsoft.com/office/drawing/2014/main" id="{2FB67906-FCE2-D514-E5AD-E79BD28DBC25}"/>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9" name="Rectangle 48">
              <a:extLst>
                <a:ext uri="{FF2B5EF4-FFF2-40B4-BE49-F238E27FC236}">
                  <a16:creationId xmlns:a16="http://schemas.microsoft.com/office/drawing/2014/main" id="{DAFA14CE-B7A0-6516-B366-4EC18B68041A}"/>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0" name="Rectangle 49">
              <a:extLst>
                <a:ext uri="{FF2B5EF4-FFF2-40B4-BE49-F238E27FC236}">
                  <a16:creationId xmlns:a16="http://schemas.microsoft.com/office/drawing/2014/main" id="{AC7DA3EC-811D-8640-C96B-31BC011EE2AB}"/>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1" name="Rectangle 50">
              <a:extLst>
                <a:ext uri="{FF2B5EF4-FFF2-40B4-BE49-F238E27FC236}">
                  <a16:creationId xmlns:a16="http://schemas.microsoft.com/office/drawing/2014/main" id="{DB193247-53DB-520A-A323-F14274ACE737}"/>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52" name="Oval 51">
            <a:extLst>
              <a:ext uri="{FF2B5EF4-FFF2-40B4-BE49-F238E27FC236}">
                <a16:creationId xmlns:a16="http://schemas.microsoft.com/office/drawing/2014/main" id="{2B4D968E-DC04-6CD0-82DD-CFD7B0930E97}"/>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53" name="TextBox 52">
            <a:extLst>
              <a:ext uri="{FF2B5EF4-FFF2-40B4-BE49-F238E27FC236}">
                <a16:creationId xmlns:a16="http://schemas.microsoft.com/office/drawing/2014/main" id="{7D73C31B-8BDD-132B-CFD8-D43D0A78AA9C}"/>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54" name="Picture 53">
            <a:extLst>
              <a:ext uri="{FF2B5EF4-FFF2-40B4-BE49-F238E27FC236}">
                <a16:creationId xmlns:a16="http://schemas.microsoft.com/office/drawing/2014/main" id="{B4DE4F1E-F720-C870-70AC-746A3AFAD0BE}"/>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sp>
        <p:nvSpPr>
          <p:cNvPr id="2" name="TextBox 1">
            <a:extLst>
              <a:ext uri="{FF2B5EF4-FFF2-40B4-BE49-F238E27FC236}">
                <a16:creationId xmlns:a16="http://schemas.microsoft.com/office/drawing/2014/main" id="{6BBCE237-C42A-F0EC-C9E4-16E9A8EBB418}"/>
              </a:ext>
            </a:extLst>
          </p:cNvPr>
          <p:cNvSpPr txBox="1"/>
          <p:nvPr/>
        </p:nvSpPr>
        <p:spPr>
          <a:xfrm>
            <a:off x="3858222" y="1463633"/>
            <a:ext cx="11534177" cy="646331"/>
          </a:xfrm>
          <a:prstGeom prst="rect">
            <a:avLst/>
          </a:prstGeom>
          <a:noFill/>
        </p:spPr>
        <p:txBody>
          <a:bodyPr wrap="square" rtlCol="0">
            <a:spAutoFit/>
          </a:bodyPr>
          <a:lstStyle/>
          <a:p>
            <a:r>
              <a:rPr lang="en-US" sz="3600">
                <a:solidFill>
                  <a:schemeClr val="bg1"/>
                </a:solidFill>
                <a:latin typeface="Times New Roman" panose="02020603050405020304" pitchFamily="18" charset="0"/>
                <a:cs typeface="Times New Roman" panose="02020603050405020304" pitchFamily="18" charset="0"/>
              </a:rPr>
              <a:t>4. KẾT QUẢ VÀ THẢO LUẬN</a:t>
            </a:r>
          </a:p>
        </p:txBody>
      </p:sp>
      <p:pic>
        <p:nvPicPr>
          <p:cNvPr id="5" name="Picture 4">
            <a:extLst>
              <a:ext uri="{FF2B5EF4-FFF2-40B4-BE49-F238E27FC236}">
                <a16:creationId xmlns:a16="http://schemas.microsoft.com/office/drawing/2014/main" id="{BEFD505B-A968-42D7-0AA0-13D7E6CFD3BF}"/>
              </a:ext>
            </a:extLst>
          </p:cNvPr>
          <p:cNvPicPr>
            <a:picLocks noChangeAspect="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5367788" y="4007961"/>
            <a:ext cx="11958075" cy="4671378"/>
          </a:xfrm>
          <a:prstGeom prst="rect">
            <a:avLst/>
          </a:prstGeom>
          <a:noFill/>
          <a:ln>
            <a:noFill/>
          </a:ln>
        </p:spPr>
      </p:pic>
    </p:spTree>
    <p:extLst>
      <p:ext uri="{BB962C8B-B14F-4D97-AF65-F5344CB8AC3E}">
        <p14:creationId xmlns:p14="http://schemas.microsoft.com/office/powerpoint/2010/main" val="3552128886"/>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D023E90C-5CB6-C5FD-A621-F5E1CCA58CAD}"/>
            </a:ext>
          </a:extLst>
        </p:cNvPr>
        <p:cNvGrpSpPr/>
        <p:nvPr/>
      </p:nvGrpSpPr>
      <p:grpSpPr>
        <a:xfrm>
          <a:off x="0" y="0"/>
          <a:ext cx="0" cy="0"/>
          <a:chOff x="0" y="0"/>
          <a:chExt cx="0" cy="0"/>
        </a:xfrm>
      </p:grpSpPr>
      <p:sp>
        <p:nvSpPr>
          <p:cNvPr id="45" name="Rectangle 44">
            <a:extLst>
              <a:ext uri="{FF2B5EF4-FFF2-40B4-BE49-F238E27FC236}">
                <a16:creationId xmlns:a16="http://schemas.microsoft.com/office/drawing/2014/main" id="{B5279191-10C3-17D7-2E4E-79C6C28DBC60}"/>
              </a:ext>
            </a:extLst>
          </p:cNvPr>
          <p:cNvSpPr/>
          <p:nvPr/>
        </p:nvSpPr>
        <p:spPr>
          <a:xfrm>
            <a:off x="3810000" y="1188000"/>
            <a:ext cx="14478000" cy="1204805"/>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6" name="Rectangle: Rounded Corners 45">
            <a:extLst>
              <a:ext uri="{FF2B5EF4-FFF2-40B4-BE49-F238E27FC236}">
                <a16:creationId xmlns:a16="http://schemas.microsoft.com/office/drawing/2014/main" id="{B29547B7-7778-2507-CB1D-07D9DDA5521B}"/>
              </a:ext>
            </a:extLst>
          </p:cNvPr>
          <p:cNvSpPr/>
          <p:nvPr/>
        </p:nvSpPr>
        <p:spPr>
          <a:xfrm>
            <a:off x="3858223" y="1275813"/>
            <a:ext cx="12192000" cy="1020412"/>
          </a:xfrm>
          <a:prstGeom prst="roundRect">
            <a:avLst/>
          </a:prstGeom>
          <a:solidFill>
            <a:srgbClr val="288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4" name="Rectangle 43">
            <a:extLst>
              <a:ext uri="{FF2B5EF4-FFF2-40B4-BE49-F238E27FC236}">
                <a16:creationId xmlns:a16="http://schemas.microsoft.com/office/drawing/2014/main" id="{C001FA91-617B-7B13-238A-47DBF1ED0B9E}"/>
              </a:ext>
            </a:extLst>
          </p:cNvPr>
          <p:cNvSpPr/>
          <p:nvPr/>
        </p:nvSpPr>
        <p:spPr>
          <a:xfrm>
            <a:off x="0" y="2400300"/>
            <a:ext cx="3810000" cy="78867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7" name="TextBox 10">
            <a:extLst>
              <a:ext uri="{FF2B5EF4-FFF2-40B4-BE49-F238E27FC236}">
                <a16:creationId xmlns:a16="http://schemas.microsoft.com/office/drawing/2014/main" id="{1068EE17-A7FD-4C10-167E-336EB7EEB0AB}"/>
              </a:ext>
            </a:extLst>
          </p:cNvPr>
          <p:cNvSpPr txBox="1"/>
          <p:nvPr/>
        </p:nvSpPr>
        <p:spPr>
          <a:xfrm>
            <a:off x="4572000" y="475436"/>
            <a:ext cx="13549652" cy="1450397"/>
          </a:xfrm>
          <a:prstGeom prst="rect">
            <a:avLst/>
          </a:prstGeom>
        </p:spPr>
        <p:txBody>
          <a:bodyPr wrap="square" lIns="0" tIns="0" rIns="0" bIns="0" rtlCol="0" anchor="t">
            <a:spAutoFit/>
          </a:bodyPr>
          <a:lstStyle/>
          <a:p>
            <a:pPr>
              <a:lnSpc>
                <a:spcPct val="130000"/>
              </a:lnSpc>
              <a:spcBef>
                <a:spcPts val="600"/>
              </a:spcBef>
              <a:spcAft>
                <a:spcPts val="600"/>
              </a:spcAft>
            </a:pPr>
            <a:endParaRPr lang="en-US" sz="3600">
              <a:effectLst/>
              <a:latin typeface="Times New Roman" panose="02020603050405020304" pitchFamily="18" charset="0"/>
              <a:ea typeface="Times New Roman" panose="02020603050405020304" pitchFamily="18" charset="0"/>
            </a:endParaRPr>
          </a:p>
          <a:p>
            <a:pPr indent="0">
              <a:lnSpc>
                <a:spcPct val="130000"/>
              </a:lnSpc>
              <a:spcBef>
                <a:spcPts val="600"/>
              </a:spcBef>
              <a:spcAft>
                <a:spcPts val="600"/>
              </a:spcAft>
              <a:buNone/>
            </a:pPr>
            <a:endParaRPr lang="en-US" sz="3200" b="0" i="0">
              <a:solidFill>
                <a:schemeClr val="tx1"/>
              </a:solidFill>
              <a:effectLst/>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6692C399-3679-E3C1-2609-8B5559832DEF}"/>
              </a:ext>
            </a:extLst>
          </p:cNvPr>
          <p:cNvSpPr txBox="1"/>
          <p:nvPr/>
        </p:nvSpPr>
        <p:spPr>
          <a:xfrm>
            <a:off x="685800" y="5466487"/>
            <a:ext cx="2971800" cy="1200329"/>
          </a:xfrm>
          <a:prstGeom prst="rect">
            <a:avLst/>
          </a:prstGeom>
          <a:noFill/>
        </p:spPr>
        <p:txBody>
          <a:bodyPr wrap="square" rtlCol="0">
            <a:spAutoFit/>
          </a:bodyPr>
          <a:lstStyle/>
          <a:p>
            <a:r>
              <a:rPr lang="en-US" sz="3600">
                <a:latin typeface="Times New Roman" panose="02020603050405020304" pitchFamily="18" charset="0"/>
                <a:cs typeface="Times New Roman" panose="02020603050405020304" pitchFamily="18" charset="0"/>
              </a:rPr>
              <a:t>Phân tích thiết kế hệ thống</a:t>
            </a:r>
          </a:p>
        </p:txBody>
      </p:sp>
      <p:sp>
        <p:nvSpPr>
          <p:cNvPr id="18" name="TextBox 17">
            <a:extLst>
              <a:ext uri="{FF2B5EF4-FFF2-40B4-BE49-F238E27FC236}">
                <a16:creationId xmlns:a16="http://schemas.microsoft.com/office/drawing/2014/main" id="{08C7645C-F4E8-2EC4-5337-27D85DBEFF47}"/>
              </a:ext>
            </a:extLst>
          </p:cNvPr>
          <p:cNvSpPr txBox="1"/>
          <p:nvPr/>
        </p:nvSpPr>
        <p:spPr>
          <a:xfrm>
            <a:off x="3810000" y="2430905"/>
            <a:ext cx="14249400" cy="668645"/>
          </a:xfrm>
          <a:prstGeom prst="rect">
            <a:avLst/>
          </a:prstGeom>
          <a:noFill/>
        </p:spPr>
        <p:txBody>
          <a:bodyPr wrap="square" rtlCol="0">
            <a:spAutoFit/>
          </a:bodyPr>
          <a:lstStyle/>
          <a:p>
            <a:pPr lvl="0">
              <a:lnSpc>
                <a:spcPct val="130000"/>
              </a:lnSpc>
            </a:pPr>
            <a:r>
              <a:rPr lang="en-US" sz="3200" b="1">
                <a:latin typeface="Times New Roman" panose="02020603050405020304" pitchFamily="18" charset="0"/>
                <a:ea typeface="SimSun" panose="02010600030101010101" pitchFamily="2" charset="-122"/>
              </a:rPr>
              <a:t>Biểu đồ Sequence</a:t>
            </a:r>
            <a:endParaRPr lang="en-US" sz="3200">
              <a:latin typeface="Times New Roman" panose="02020603050405020304" pitchFamily="18" charset="0"/>
              <a:ea typeface="SimSun" panose="02010600030101010101" pitchFamily="2" charset="-122"/>
            </a:endParaRPr>
          </a:p>
        </p:txBody>
      </p:sp>
      <p:grpSp>
        <p:nvGrpSpPr>
          <p:cNvPr id="47" name="Group 46">
            <a:extLst>
              <a:ext uri="{FF2B5EF4-FFF2-40B4-BE49-F238E27FC236}">
                <a16:creationId xmlns:a16="http://schemas.microsoft.com/office/drawing/2014/main" id="{AD9DB726-918D-87CA-DA27-0ADF483E9EB7}"/>
              </a:ext>
            </a:extLst>
          </p:cNvPr>
          <p:cNvGrpSpPr/>
          <p:nvPr/>
        </p:nvGrpSpPr>
        <p:grpSpPr>
          <a:xfrm>
            <a:off x="0" y="0"/>
            <a:ext cx="18360000" cy="1188944"/>
            <a:chOff x="0" y="0"/>
            <a:chExt cx="18360000" cy="1188944"/>
          </a:xfrm>
        </p:grpSpPr>
        <p:sp>
          <p:nvSpPr>
            <p:cNvPr id="48" name="Rectangle 47">
              <a:extLst>
                <a:ext uri="{FF2B5EF4-FFF2-40B4-BE49-F238E27FC236}">
                  <a16:creationId xmlns:a16="http://schemas.microsoft.com/office/drawing/2014/main" id="{75CC4C83-BFA1-909A-2AB6-F83023FE779C}"/>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9" name="Rectangle 48">
              <a:extLst>
                <a:ext uri="{FF2B5EF4-FFF2-40B4-BE49-F238E27FC236}">
                  <a16:creationId xmlns:a16="http://schemas.microsoft.com/office/drawing/2014/main" id="{8385533C-D54C-21B2-462C-D7597A6179AE}"/>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0" name="Rectangle 49">
              <a:extLst>
                <a:ext uri="{FF2B5EF4-FFF2-40B4-BE49-F238E27FC236}">
                  <a16:creationId xmlns:a16="http://schemas.microsoft.com/office/drawing/2014/main" id="{1CC0017A-8C3A-0133-8F60-AD7581CFACBB}"/>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1" name="Rectangle 50">
              <a:extLst>
                <a:ext uri="{FF2B5EF4-FFF2-40B4-BE49-F238E27FC236}">
                  <a16:creationId xmlns:a16="http://schemas.microsoft.com/office/drawing/2014/main" id="{C6A3F104-FFDD-2EE7-5F3E-8846FC8D8BD2}"/>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52" name="Oval 51">
            <a:extLst>
              <a:ext uri="{FF2B5EF4-FFF2-40B4-BE49-F238E27FC236}">
                <a16:creationId xmlns:a16="http://schemas.microsoft.com/office/drawing/2014/main" id="{8F6A3980-1634-C2E0-0120-6C73E222601E}"/>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53" name="TextBox 52">
            <a:extLst>
              <a:ext uri="{FF2B5EF4-FFF2-40B4-BE49-F238E27FC236}">
                <a16:creationId xmlns:a16="http://schemas.microsoft.com/office/drawing/2014/main" id="{A7F46CE0-5AD1-79F4-0356-52EBBF288DB7}"/>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54" name="Picture 53">
            <a:extLst>
              <a:ext uri="{FF2B5EF4-FFF2-40B4-BE49-F238E27FC236}">
                <a16:creationId xmlns:a16="http://schemas.microsoft.com/office/drawing/2014/main" id="{5A5C08FB-3093-74E1-8E82-648DAFDA1AC6}"/>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sp>
        <p:nvSpPr>
          <p:cNvPr id="2" name="TextBox 1">
            <a:extLst>
              <a:ext uri="{FF2B5EF4-FFF2-40B4-BE49-F238E27FC236}">
                <a16:creationId xmlns:a16="http://schemas.microsoft.com/office/drawing/2014/main" id="{388A6FF2-AD1C-1B00-52D7-7515F41B0518}"/>
              </a:ext>
            </a:extLst>
          </p:cNvPr>
          <p:cNvSpPr txBox="1"/>
          <p:nvPr/>
        </p:nvSpPr>
        <p:spPr>
          <a:xfrm>
            <a:off x="3858222" y="1463633"/>
            <a:ext cx="11534177" cy="646331"/>
          </a:xfrm>
          <a:prstGeom prst="rect">
            <a:avLst/>
          </a:prstGeom>
          <a:noFill/>
        </p:spPr>
        <p:txBody>
          <a:bodyPr wrap="square" rtlCol="0">
            <a:spAutoFit/>
          </a:bodyPr>
          <a:lstStyle/>
          <a:p>
            <a:r>
              <a:rPr lang="en-US" sz="3600">
                <a:solidFill>
                  <a:schemeClr val="bg1"/>
                </a:solidFill>
                <a:latin typeface="Times New Roman" panose="02020603050405020304" pitchFamily="18" charset="0"/>
                <a:cs typeface="Times New Roman" panose="02020603050405020304" pitchFamily="18" charset="0"/>
              </a:rPr>
              <a:t>4. KẾT QUẢ VÀ THẢO LUẬN</a:t>
            </a:r>
          </a:p>
        </p:txBody>
      </p:sp>
      <p:pic>
        <p:nvPicPr>
          <p:cNvPr id="4" name="Picture 3">
            <a:extLst>
              <a:ext uri="{FF2B5EF4-FFF2-40B4-BE49-F238E27FC236}">
                <a16:creationId xmlns:a16="http://schemas.microsoft.com/office/drawing/2014/main" id="{85C181B5-1613-1DFD-CB97-7E0D103017F7}"/>
              </a:ext>
            </a:extLst>
          </p:cNvPr>
          <p:cNvPicPr>
            <a:picLocks noChangeAspect="1"/>
          </p:cNvPicPr>
          <p:nvPr/>
        </p:nvPicPr>
        <p:blipFill>
          <a:blip r:embed="rId5">
            <a:extLst>
              <a:ext uri="{28A0092B-C50C-407E-A947-70E740481C1C}">
                <a14:useLocalDpi xmlns:a14="http://schemas.microsoft.com/office/drawing/2010/main" val="0"/>
              </a:ext>
            </a:extLst>
          </a:blip>
          <a:srcRect/>
          <a:stretch>
            <a:fillRect/>
          </a:stretch>
        </p:blipFill>
        <p:spPr bwMode="auto">
          <a:xfrm>
            <a:off x="7239000" y="2499631"/>
            <a:ext cx="6331814" cy="7685646"/>
          </a:xfrm>
          <a:prstGeom prst="rect">
            <a:avLst/>
          </a:prstGeom>
          <a:noFill/>
          <a:ln>
            <a:noFill/>
          </a:ln>
        </p:spPr>
      </p:pic>
    </p:spTree>
    <p:extLst>
      <p:ext uri="{BB962C8B-B14F-4D97-AF65-F5344CB8AC3E}">
        <p14:creationId xmlns:p14="http://schemas.microsoft.com/office/powerpoint/2010/main" val="1653480612"/>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ABE84328-10CA-CD0D-4FA8-98A62FFC8D5A}"/>
            </a:ext>
          </a:extLst>
        </p:cNvPr>
        <p:cNvGrpSpPr/>
        <p:nvPr/>
      </p:nvGrpSpPr>
      <p:grpSpPr>
        <a:xfrm>
          <a:off x="0" y="0"/>
          <a:ext cx="0" cy="0"/>
          <a:chOff x="0" y="0"/>
          <a:chExt cx="0" cy="0"/>
        </a:xfrm>
      </p:grpSpPr>
      <p:sp>
        <p:nvSpPr>
          <p:cNvPr id="45" name="Rectangle 44">
            <a:extLst>
              <a:ext uri="{FF2B5EF4-FFF2-40B4-BE49-F238E27FC236}">
                <a16:creationId xmlns:a16="http://schemas.microsoft.com/office/drawing/2014/main" id="{E1BE8E23-6E35-B259-24A6-B4AFD892E87C}"/>
              </a:ext>
            </a:extLst>
          </p:cNvPr>
          <p:cNvSpPr/>
          <p:nvPr/>
        </p:nvSpPr>
        <p:spPr>
          <a:xfrm>
            <a:off x="3810000" y="1188000"/>
            <a:ext cx="14478000" cy="1204805"/>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6" name="Rectangle: Rounded Corners 45">
            <a:extLst>
              <a:ext uri="{FF2B5EF4-FFF2-40B4-BE49-F238E27FC236}">
                <a16:creationId xmlns:a16="http://schemas.microsoft.com/office/drawing/2014/main" id="{AC747602-8B0F-9F0F-EBC2-F083EB5EE6CA}"/>
              </a:ext>
            </a:extLst>
          </p:cNvPr>
          <p:cNvSpPr/>
          <p:nvPr/>
        </p:nvSpPr>
        <p:spPr>
          <a:xfrm>
            <a:off x="3858223" y="1275813"/>
            <a:ext cx="12192000" cy="1020412"/>
          </a:xfrm>
          <a:prstGeom prst="roundRect">
            <a:avLst/>
          </a:prstGeom>
          <a:solidFill>
            <a:srgbClr val="288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4" name="Rectangle 43">
            <a:extLst>
              <a:ext uri="{FF2B5EF4-FFF2-40B4-BE49-F238E27FC236}">
                <a16:creationId xmlns:a16="http://schemas.microsoft.com/office/drawing/2014/main" id="{029F2F37-3636-413F-6248-A8EDA51CCFF1}"/>
              </a:ext>
            </a:extLst>
          </p:cNvPr>
          <p:cNvSpPr/>
          <p:nvPr/>
        </p:nvSpPr>
        <p:spPr>
          <a:xfrm>
            <a:off x="0" y="2400300"/>
            <a:ext cx="3810000" cy="78867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7" name="TextBox 10">
            <a:extLst>
              <a:ext uri="{FF2B5EF4-FFF2-40B4-BE49-F238E27FC236}">
                <a16:creationId xmlns:a16="http://schemas.microsoft.com/office/drawing/2014/main" id="{7B0DB860-DC1B-3430-F5C8-71795D5F4072}"/>
              </a:ext>
            </a:extLst>
          </p:cNvPr>
          <p:cNvSpPr txBox="1"/>
          <p:nvPr/>
        </p:nvSpPr>
        <p:spPr>
          <a:xfrm>
            <a:off x="4572000" y="475436"/>
            <a:ext cx="13549652" cy="1450397"/>
          </a:xfrm>
          <a:prstGeom prst="rect">
            <a:avLst/>
          </a:prstGeom>
        </p:spPr>
        <p:txBody>
          <a:bodyPr wrap="square" lIns="0" tIns="0" rIns="0" bIns="0" rtlCol="0" anchor="t">
            <a:spAutoFit/>
          </a:bodyPr>
          <a:lstStyle/>
          <a:p>
            <a:pPr>
              <a:lnSpc>
                <a:spcPct val="130000"/>
              </a:lnSpc>
              <a:spcBef>
                <a:spcPts val="600"/>
              </a:spcBef>
              <a:spcAft>
                <a:spcPts val="600"/>
              </a:spcAft>
            </a:pPr>
            <a:endParaRPr lang="en-US" sz="3600">
              <a:effectLst/>
              <a:latin typeface="Times New Roman" panose="02020603050405020304" pitchFamily="18" charset="0"/>
              <a:ea typeface="Times New Roman" panose="02020603050405020304" pitchFamily="18" charset="0"/>
            </a:endParaRPr>
          </a:p>
          <a:p>
            <a:pPr indent="0">
              <a:lnSpc>
                <a:spcPct val="130000"/>
              </a:lnSpc>
              <a:spcBef>
                <a:spcPts val="600"/>
              </a:spcBef>
              <a:spcAft>
                <a:spcPts val="600"/>
              </a:spcAft>
              <a:buNone/>
            </a:pPr>
            <a:endParaRPr lang="en-US" sz="3200" b="0" i="0">
              <a:solidFill>
                <a:schemeClr val="tx1"/>
              </a:solidFill>
              <a:effectLst/>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3953BD8E-6148-7696-DD24-7AF8B41C451C}"/>
              </a:ext>
            </a:extLst>
          </p:cNvPr>
          <p:cNvSpPr txBox="1"/>
          <p:nvPr/>
        </p:nvSpPr>
        <p:spPr>
          <a:xfrm>
            <a:off x="685800" y="5466487"/>
            <a:ext cx="2971800" cy="1200329"/>
          </a:xfrm>
          <a:prstGeom prst="rect">
            <a:avLst/>
          </a:prstGeom>
          <a:noFill/>
        </p:spPr>
        <p:txBody>
          <a:bodyPr wrap="square" rtlCol="0">
            <a:spAutoFit/>
          </a:bodyPr>
          <a:lstStyle/>
          <a:p>
            <a:r>
              <a:rPr lang="en-US" sz="3600">
                <a:latin typeface="Times New Roman" panose="02020603050405020304" pitchFamily="18" charset="0"/>
                <a:cs typeface="Times New Roman" panose="02020603050405020304" pitchFamily="18" charset="0"/>
              </a:rPr>
              <a:t>Phân tích thiết kế hệ thống</a:t>
            </a:r>
          </a:p>
        </p:txBody>
      </p:sp>
      <p:sp>
        <p:nvSpPr>
          <p:cNvPr id="18" name="TextBox 17">
            <a:extLst>
              <a:ext uri="{FF2B5EF4-FFF2-40B4-BE49-F238E27FC236}">
                <a16:creationId xmlns:a16="http://schemas.microsoft.com/office/drawing/2014/main" id="{F3B7F314-7B6A-42DD-DF82-E2E300E044EB}"/>
              </a:ext>
            </a:extLst>
          </p:cNvPr>
          <p:cNvSpPr txBox="1"/>
          <p:nvPr/>
        </p:nvSpPr>
        <p:spPr>
          <a:xfrm>
            <a:off x="3810000" y="2430905"/>
            <a:ext cx="14249400" cy="668645"/>
          </a:xfrm>
          <a:prstGeom prst="rect">
            <a:avLst/>
          </a:prstGeom>
          <a:noFill/>
        </p:spPr>
        <p:txBody>
          <a:bodyPr wrap="square" rtlCol="0">
            <a:spAutoFit/>
          </a:bodyPr>
          <a:lstStyle/>
          <a:p>
            <a:pPr lvl="0">
              <a:lnSpc>
                <a:spcPct val="130000"/>
              </a:lnSpc>
            </a:pPr>
            <a:r>
              <a:rPr lang="en-US" sz="3200" b="1">
                <a:latin typeface="Times New Roman" panose="02020603050405020304" pitchFamily="18" charset="0"/>
                <a:ea typeface="SimSun" panose="02010600030101010101" pitchFamily="2" charset="-122"/>
              </a:rPr>
              <a:t>Biểu đồ Sequence</a:t>
            </a:r>
            <a:endParaRPr lang="en-US" sz="3200">
              <a:latin typeface="Times New Roman" panose="02020603050405020304" pitchFamily="18" charset="0"/>
              <a:ea typeface="SimSun" panose="02010600030101010101" pitchFamily="2" charset="-122"/>
            </a:endParaRPr>
          </a:p>
        </p:txBody>
      </p:sp>
      <p:grpSp>
        <p:nvGrpSpPr>
          <p:cNvPr id="47" name="Group 46">
            <a:extLst>
              <a:ext uri="{FF2B5EF4-FFF2-40B4-BE49-F238E27FC236}">
                <a16:creationId xmlns:a16="http://schemas.microsoft.com/office/drawing/2014/main" id="{9F926772-1847-7399-E9DF-46395E9D7026}"/>
              </a:ext>
            </a:extLst>
          </p:cNvPr>
          <p:cNvGrpSpPr/>
          <p:nvPr/>
        </p:nvGrpSpPr>
        <p:grpSpPr>
          <a:xfrm>
            <a:off x="0" y="0"/>
            <a:ext cx="18360000" cy="1188944"/>
            <a:chOff x="0" y="0"/>
            <a:chExt cx="18360000" cy="1188944"/>
          </a:xfrm>
        </p:grpSpPr>
        <p:sp>
          <p:nvSpPr>
            <p:cNvPr id="48" name="Rectangle 47">
              <a:extLst>
                <a:ext uri="{FF2B5EF4-FFF2-40B4-BE49-F238E27FC236}">
                  <a16:creationId xmlns:a16="http://schemas.microsoft.com/office/drawing/2014/main" id="{71D88EE5-54F5-4093-A14B-56D03A832FC4}"/>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9" name="Rectangle 48">
              <a:extLst>
                <a:ext uri="{FF2B5EF4-FFF2-40B4-BE49-F238E27FC236}">
                  <a16:creationId xmlns:a16="http://schemas.microsoft.com/office/drawing/2014/main" id="{5AA0B4AD-6257-B1F4-1E00-480B70CED161}"/>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0" name="Rectangle 49">
              <a:extLst>
                <a:ext uri="{FF2B5EF4-FFF2-40B4-BE49-F238E27FC236}">
                  <a16:creationId xmlns:a16="http://schemas.microsoft.com/office/drawing/2014/main" id="{6F02553F-4241-5946-429E-27C7B0B2A08F}"/>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1" name="Rectangle 50">
              <a:extLst>
                <a:ext uri="{FF2B5EF4-FFF2-40B4-BE49-F238E27FC236}">
                  <a16:creationId xmlns:a16="http://schemas.microsoft.com/office/drawing/2014/main" id="{3585203B-BD27-D51D-F6C9-480015EDA099}"/>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52" name="Oval 51">
            <a:extLst>
              <a:ext uri="{FF2B5EF4-FFF2-40B4-BE49-F238E27FC236}">
                <a16:creationId xmlns:a16="http://schemas.microsoft.com/office/drawing/2014/main" id="{D78EDFBD-C858-2D51-C4D0-5B95E9CC6218}"/>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53" name="TextBox 52">
            <a:extLst>
              <a:ext uri="{FF2B5EF4-FFF2-40B4-BE49-F238E27FC236}">
                <a16:creationId xmlns:a16="http://schemas.microsoft.com/office/drawing/2014/main" id="{7F217D59-E822-CE1D-CA81-0D8E0D1C63BD}"/>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54" name="Picture 53">
            <a:extLst>
              <a:ext uri="{FF2B5EF4-FFF2-40B4-BE49-F238E27FC236}">
                <a16:creationId xmlns:a16="http://schemas.microsoft.com/office/drawing/2014/main" id="{C48D12FC-F936-F786-E85D-002191A1FAD1}"/>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sp>
        <p:nvSpPr>
          <p:cNvPr id="2" name="TextBox 1">
            <a:extLst>
              <a:ext uri="{FF2B5EF4-FFF2-40B4-BE49-F238E27FC236}">
                <a16:creationId xmlns:a16="http://schemas.microsoft.com/office/drawing/2014/main" id="{82F1DE9F-056C-4C15-F021-D857889281FF}"/>
              </a:ext>
            </a:extLst>
          </p:cNvPr>
          <p:cNvSpPr txBox="1"/>
          <p:nvPr/>
        </p:nvSpPr>
        <p:spPr>
          <a:xfrm>
            <a:off x="3858222" y="1463633"/>
            <a:ext cx="11534177" cy="646331"/>
          </a:xfrm>
          <a:prstGeom prst="rect">
            <a:avLst/>
          </a:prstGeom>
          <a:noFill/>
        </p:spPr>
        <p:txBody>
          <a:bodyPr wrap="square" rtlCol="0">
            <a:spAutoFit/>
          </a:bodyPr>
          <a:lstStyle/>
          <a:p>
            <a:r>
              <a:rPr lang="en-US" sz="3600">
                <a:solidFill>
                  <a:schemeClr val="bg1"/>
                </a:solidFill>
                <a:latin typeface="Times New Roman" panose="02020603050405020304" pitchFamily="18" charset="0"/>
                <a:cs typeface="Times New Roman" panose="02020603050405020304" pitchFamily="18" charset="0"/>
              </a:rPr>
              <a:t>4. KẾT QUẢ VÀ THẢO LUẬN</a:t>
            </a:r>
          </a:p>
        </p:txBody>
      </p:sp>
      <p:pic>
        <p:nvPicPr>
          <p:cNvPr id="5" name="Picture 4">
            <a:extLst>
              <a:ext uri="{FF2B5EF4-FFF2-40B4-BE49-F238E27FC236}">
                <a16:creationId xmlns:a16="http://schemas.microsoft.com/office/drawing/2014/main" id="{F7B8BFF7-F032-E663-1BDB-4EA81ACC880F}"/>
              </a:ext>
            </a:extLst>
          </p:cNvPr>
          <p:cNvPicPr>
            <a:picLocks noChangeAspect="1"/>
          </p:cNvPicPr>
          <p:nvPr/>
        </p:nvPicPr>
        <p:blipFill>
          <a:blip r:embed="rId5">
            <a:extLst>
              <a:ext uri="{28A0092B-C50C-407E-A947-70E740481C1C}">
                <a14:useLocalDpi xmlns:a14="http://schemas.microsoft.com/office/drawing/2010/main" val="0"/>
              </a:ext>
            </a:extLst>
          </a:blip>
          <a:srcRect/>
          <a:stretch>
            <a:fillRect/>
          </a:stretch>
        </p:blipFill>
        <p:spPr bwMode="auto">
          <a:xfrm>
            <a:off x="7086600" y="2456088"/>
            <a:ext cx="6202620" cy="7842912"/>
          </a:xfrm>
          <a:prstGeom prst="rect">
            <a:avLst/>
          </a:prstGeom>
          <a:noFill/>
          <a:ln>
            <a:noFill/>
          </a:ln>
        </p:spPr>
      </p:pic>
    </p:spTree>
    <p:extLst>
      <p:ext uri="{BB962C8B-B14F-4D97-AF65-F5344CB8AC3E}">
        <p14:creationId xmlns:p14="http://schemas.microsoft.com/office/powerpoint/2010/main" val="848250290"/>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068779F7-DEBE-3294-3AD6-15348ABA5021}"/>
            </a:ext>
          </a:extLst>
        </p:cNvPr>
        <p:cNvGrpSpPr/>
        <p:nvPr/>
      </p:nvGrpSpPr>
      <p:grpSpPr>
        <a:xfrm>
          <a:off x="0" y="0"/>
          <a:ext cx="0" cy="0"/>
          <a:chOff x="0" y="0"/>
          <a:chExt cx="0" cy="0"/>
        </a:xfrm>
      </p:grpSpPr>
      <p:sp>
        <p:nvSpPr>
          <p:cNvPr id="45" name="Rectangle 44">
            <a:extLst>
              <a:ext uri="{FF2B5EF4-FFF2-40B4-BE49-F238E27FC236}">
                <a16:creationId xmlns:a16="http://schemas.microsoft.com/office/drawing/2014/main" id="{D0EAFE7A-29DE-F230-3923-4B4F54F476D2}"/>
              </a:ext>
            </a:extLst>
          </p:cNvPr>
          <p:cNvSpPr/>
          <p:nvPr/>
        </p:nvSpPr>
        <p:spPr>
          <a:xfrm>
            <a:off x="3810000" y="1188000"/>
            <a:ext cx="14478000" cy="1204805"/>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6" name="Rectangle: Rounded Corners 45">
            <a:extLst>
              <a:ext uri="{FF2B5EF4-FFF2-40B4-BE49-F238E27FC236}">
                <a16:creationId xmlns:a16="http://schemas.microsoft.com/office/drawing/2014/main" id="{7D144E74-6813-188E-E590-30CBD54ED2C7}"/>
              </a:ext>
            </a:extLst>
          </p:cNvPr>
          <p:cNvSpPr/>
          <p:nvPr/>
        </p:nvSpPr>
        <p:spPr>
          <a:xfrm>
            <a:off x="3858223" y="1275813"/>
            <a:ext cx="12192000" cy="1020412"/>
          </a:xfrm>
          <a:prstGeom prst="roundRect">
            <a:avLst/>
          </a:prstGeom>
          <a:solidFill>
            <a:srgbClr val="288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4" name="Rectangle 43">
            <a:extLst>
              <a:ext uri="{FF2B5EF4-FFF2-40B4-BE49-F238E27FC236}">
                <a16:creationId xmlns:a16="http://schemas.microsoft.com/office/drawing/2014/main" id="{A08B8FE6-76A6-1C6E-75D9-716126D0B2B8}"/>
              </a:ext>
            </a:extLst>
          </p:cNvPr>
          <p:cNvSpPr/>
          <p:nvPr/>
        </p:nvSpPr>
        <p:spPr>
          <a:xfrm>
            <a:off x="0" y="2400300"/>
            <a:ext cx="3810000" cy="78867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7" name="TextBox 10">
            <a:extLst>
              <a:ext uri="{FF2B5EF4-FFF2-40B4-BE49-F238E27FC236}">
                <a16:creationId xmlns:a16="http://schemas.microsoft.com/office/drawing/2014/main" id="{2CFFBCF3-FE69-1579-1514-B917F216497C}"/>
              </a:ext>
            </a:extLst>
          </p:cNvPr>
          <p:cNvSpPr txBox="1"/>
          <p:nvPr/>
        </p:nvSpPr>
        <p:spPr>
          <a:xfrm>
            <a:off x="4572000" y="475436"/>
            <a:ext cx="13549652" cy="1450397"/>
          </a:xfrm>
          <a:prstGeom prst="rect">
            <a:avLst/>
          </a:prstGeom>
        </p:spPr>
        <p:txBody>
          <a:bodyPr wrap="square" lIns="0" tIns="0" rIns="0" bIns="0" rtlCol="0" anchor="t">
            <a:spAutoFit/>
          </a:bodyPr>
          <a:lstStyle/>
          <a:p>
            <a:pPr>
              <a:lnSpc>
                <a:spcPct val="130000"/>
              </a:lnSpc>
              <a:spcBef>
                <a:spcPts val="600"/>
              </a:spcBef>
              <a:spcAft>
                <a:spcPts val="600"/>
              </a:spcAft>
            </a:pPr>
            <a:endParaRPr lang="en-US" sz="3600">
              <a:effectLst/>
              <a:latin typeface="Times New Roman" panose="02020603050405020304" pitchFamily="18" charset="0"/>
              <a:ea typeface="Times New Roman" panose="02020603050405020304" pitchFamily="18" charset="0"/>
            </a:endParaRPr>
          </a:p>
          <a:p>
            <a:pPr indent="0">
              <a:lnSpc>
                <a:spcPct val="130000"/>
              </a:lnSpc>
              <a:spcBef>
                <a:spcPts val="600"/>
              </a:spcBef>
              <a:spcAft>
                <a:spcPts val="600"/>
              </a:spcAft>
              <a:buNone/>
            </a:pPr>
            <a:endParaRPr lang="en-US" sz="3200" b="0" i="0">
              <a:solidFill>
                <a:schemeClr val="tx1"/>
              </a:solidFill>
              <a:effectLst/>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9B3187DE-6269-8CAB-E582-BEA5141678CB}"/>
              </a:ext>
            </a:extLst>
          </p:cNvPr>
          <p:cNvSpPr txBox="1"/>
          <p:nvPr/>
        </p:nvSpPr>
        <p:spPr>
          <a:xfrm>
            <a:off x="685800" y="5466487"/>
            <a:ext cx="2971800" cy="1200329"/>
          </a:xfrm>
          <a:prstGeom prst="rect">
            <a:avLst/>
          </a:prstGeom>
          <a:noFill/>
        </p:spPr>
        <p:txBody>
          <a:bodyPr wrap="square" rtlCol="0">
            <a:spAutoFit/>
          </a:bodyPr>
          <a:lstStyle/>
          <a:p>
            <a:r>
              <a:rPr lang="en-US" sz="3600">
                <a:latin typeface="Times New Roman" panose="02020603050405020304" pitchFamily="18" charset="0"/>
                <a:cs typeface="Times New Roman" panose="02020603050405020304" pitchFamily="18" charset="0"/>
              </a:rPr>
              <a:t>Phân tích thiết kế hệ thống</a:t>
            </a:r>
          </a:p>
        </p:txBody>
      </p:sp>
      <p:sp>
        <p:nvSpPr>
          <p:cNvPr id="18" name="TextBox 17">
            <a:extLst>
              <a:ext uri="{FF2B5EF4-FFF2-40B4-BE49-F238E27FC236}">
                <a16:creationId xmlns:a16="http://schemas.microsoft.com/office/drawing/2014/main" id="{0FC47791-AF15-2EDD-7CA0-57466084CD0D}"/>
              </a:ext>
            </a:extLst>
          </p:cNvPr>
          <p:cNvSpPr txBox="1"/>
          <p:nvPr/>
        </p:nvSpPr>
        <p:spPr>
          <a:xfrm>
            <a:off x="3810000" y="2430905"/>
            <a:ext cx="14249400" cy="668645"/>
          </a:xfrm>
          <a:prstGeom prst="rect">
            <a:avLst/>
          </a:prstGeom>
          <a:noFill/>
        </p:spPr>
        <p:txBody>
          <a:bodyPr wrap="square" rtlCol="0">
            <a:spAutoFit/>
          </a:bodyPr>
          <a:lstStyle/>
          <a:p>
            <a:pPr lvl="0">
              <a:lnSpc>
                <a:spcPct val="130000"/>
              </a:lnSpc>
            </a:pPr>
            <a:r>
              <a:rPr lang="en-US" sz="3200" b="1">
                <a:latin typeface="Times New Roman" panose="02020603050405020304" pitchFamily="18" charset="0"/>
                <a:ea typeface="SimSun" panose="02010600030101010101" pitchFamily="2" charset="-122"/>
              </a:rPr>
              <a:t>Biểu đồ Sequence</a:t>
            </a:r>
            <a:endParaRPr lang="en-US" sz="3200">
              <a:latin typeface="Times New Roman" panose="02020603050405020304" pitchFamily="18" charset="0"/>
              <a:ea typeface="SimSun" panose="02010600030101010101" pitchFamily="2" charset="-122"/>
            </a:endParaRPr>
          </a:p>
        </p:txBody>
      </p:sp>
      <p:grpSp>
        <p:nvGrpSpPr>
          <p:cNvPr id="47" name="Group 46">
            <a:extLst>
              <a:ext uri="{FF2B5EF4-FFF2-40B4-BE49-F238E27FC236}">
                <a16:creationId xmlns:a16="http://schemas.microsoft.com/office/drawing/2014/main" id="{B64F3E31-2BCB-6433-1340-D7CE60A0B1F1}"/>
              </a:ext>
            </a:extLst>
          </p:cNvPr>
          <p:cNvGrpSpPr/>
          <p:nvPr/>
        </p:nvGrpSpPr>
        <p:grpSpPr>
          <a:xfrm>
            <a:off x="0" y="0"/>
            <a:ext cx="18360000" cy="1188944"/>
            <a:chOff x="0" y="0"/>
            <a:chExt cx="18360000" cy="1188944"/>
          </a:xfrm>
        </p:grpSpPr>
        <p:sp>
          <p:nvSpPr>
            <p:cNvPr id="48" name="Rectangle 47">
              <a:extLst>
                <a:ext uri="{FF2B5EF4-FFF2-40B4-BE49-F238E27FC236}">
                  <a16:creationId xmlns:a16="http://schemas.microsoft.com/office/drawing/2014/main" id="{9FE6F89A-7EE5-8CE3-2A65-D1295271E6CF}"/>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9" name="Rectangle 48">
              <a:extLst>
                <a:ext uri="{FF2B5EF4-FFF2-40B4-BE49-F238E27FC236}">
                  <a16:creationId xmlns:a16="http://schemas.microsoft.com/office/drawing/2014/main" id="{49937A51-0042-88B0-1D26-A19881D09340}"/>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0" name="Rectangle 49">
              <a:extLst>
                <a:ext uri="{FF2B5EF4-FFF2-40B4-BE49-F238E27FC236}">
                  <a16:creationId xmlns:a16="http://schemas.microsoft.com/office/drawing/2014/main" id="{A5BA45BF-E879-8151-775E-97E9A9CE67B5}"/>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1" name="Rectangle 50">
              <a:extLst>
                <a:ext uri="{FF2B5EF4-FFF2-40B4-BE49-F238E27FC236}">
                  <a16:creationId xmlns:a16="http://schemas.microsoft.com/office/drawing/2014/main" id="{AC882A74-7730-B7F2-B7C1-449B9857ABD8}"/>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52" name="Oval 51">
            <a:extLst>
              <a:ext uri="{FF2B5EF4-FFF2-40B4-BE49-F238E27FC236}">
                <a16:creationId xmlns:a16="http://schemas.microsoft.com/office/drawing/2014/main" id="{772F9E15-A600-30AB-019A-CCF3121ABB88}"/>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53" name="TextBox 52">
            <a:extLst>
              <a:ext uri="{FF2B5EF4-FFF2-40B4-BE49-F238E27FC236}">
                <a16:creationId xmlns:a16="http://schemas.microsoft.com/office/drawing/2014/main" id="{612CF7CE-011A-6308-AA39-256C3455B5C7}"/>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54" name="Picture 53">
            <a:extLst>
              <a:ext uri="{FF2B5EF4-FFF2-40B4-BE49-F238E27FC236}">
                <a16:creationId xmlns:a16="http://schemas.microsoft.com/office/drawing/2014/main" id="{5EA67F75-5A28-5211-3BF6-D6803DB93E0F}"/>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sp>
        <p:nvSpPr>
          <p:cNvPr id="2" name="TextBox 1">
            <a:extLst>
              <a:ext uri="{FF2B5EF4-FFF2-40B4-BE49-F238E27FC236}">
                <a16:creationId xmlns:a16="http://schemas.microsoft.com/office/drawing/2014/main" id="{137D6BCA-F0D5-4164-20C0-D1DE7D9EACA6}"/>
              </a:ext>
            </a:extLst>
          </p:cNvPr>
          <p:cNvSpPr txBox="1"/>
          <p:nvPr/>
        </p:nvSpPr>
        <p:spPr>
          <a:xfrm>
            <a:off x="3858222" y="1463633"/>
            <a:ext cx="11534177" cy="646331"/>
          </a:xfrm>
          <a:prstGeom prst="rect">
            <a:avLst/>
          </a:prstGeom>
          <a:noFill/>
        </p:spPr>
        <p:txBody>
          <a:bodyPr wrap="square" rtlCol="0">
            <a:spAutoFit/>
          </a:bodyPr>
          <a:lstStyle/>
          <a:p>
            <a:r>
              <a:rPr lang="en-US" sz="3600">
                <a:solidFill>
                  <a:schemeClr val="bg1"/>
                </a:solidFill>
                <a:latin typeface="Times New Roman" panose="02020603050405020304" pitchFamily="18" charset="0"/>
                <a:cs typeface="Times New Roman" panose="02020603050405020304" pitchFamily="18" charset="0"/>
              </a:rPr>
              <a:t>4. KẾT QUẢ VÀ THẢO LUẬN</a:t>
            </a:r>
          </a:p>
        </p:txBody>
      </p:sp>
      <p:pic>
        <p:nvPicPr>
          <p:cNvPr id="6" name="Picture 5">
            <a:extLst>
              <a:ext uri="{FF2B5EF4-FFF2-40B4-BE49-F238E27FC236}">
                <a16:creationId xmlns:a16="http://schemas.microsoft.com/office/drawing/2014/main" id="{659FECD5-A8DB-7652-C251-4B89B3D1391E}"/>
              </a:ext>
            </a:extLst>
          </p:cNvPr>
          <p:cNvPicPr>
            <a:picLocks noChangeAspect="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7164032" y="2536322"/>
            <a:ext cx="6780567" cy="7637011"/>
          </a:xfrm>
          <a:prstGeom prst="rect">
            <a:avLst/>
          </a:prstGeom>
          <a:noFill/>
          <a:ln>
            <a:noFill/>
          </a:ln>
        </p:spPr>
      </p:pic>
    </p:spTree>
    <p:extLst>
      <p:ext uri="{BB962C8B-B14F-4D97-AF65-F5344CB8AC3E}">
        <p14:creationId xmlns:p14="http://schemas.microsoft.com/office/powerpoint/2010/main" val="1627696627"/>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42BEC651-0487-F159-0AE8-F35F645263AC}"/>
            </a:ext>
          </a:extLst>
        </p:cNvPr>
        <p:cNvGrpSpPr/>
        <p:nvPr/>
      </p:nvGrpSpPr>
      <p:grpSpPr>
        <a:xfrm>
          <a:off x="0" y="0"/>
          <a:ext cx="0" cy="0"/>
          <a:chOff x="0" y="0"/>
          <a:chExt cx="0" cy="0"/>
        </a:xfrm>
      </p:grpSpPr>
      <p:sp>
        <p:nvSpPr>
          <p:cNvPr id="45" name="Rectangle 44">
            <a:extLst>
              <a:ext uri="{FF2B5EF4-FFF2-40B4-BE49-F238E27FC236}">
                <a16:creationId xmlns:a16="http://schemas.microsoft.com/office/drawing/2014/main" id="{35583024-6E94-0D91-2521-3D8D6851A650}"/>
              </a:ext>
            </a:extLst>
          </p:cNvPr>
          <p:cNvSpPr/>
          <p:nvPr/>
        </p:nvSpPr>
        <p:spPr>
          <a:xfrm>
            <a:off x="3810000" y="1188000"/>
            <a:ext cx="14478000" cy="1204805"/>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6" name="Rectangle: Rounded Corners 45">
            <a:extLst>
              <a:ext uri="{FF2B5EF4-FFF2-40B4-BE49-F238E27FC236}">
                <a16:creationId xmlns:a16="http://schemas.microsoft.com/office/drawing/2014/main" id="{4C7FE0B0-DA2D-5CB4-07C3-BE71C97A8AD8}"/>
              </a:ext>
            </a:extLst>
          </p:cNvPr>
          <p:cNvSpPr/>
          <p:nvPr/>
        </p:nvSpPr>
        <p:spPr>
          <a:xfrm>
            <a:off x="3858223" y="1275813"/>
            <a:ext cx="12192000" cy="1020412"/>
          </a:xfrm>
          <a:prstGeom prst="roundRect">
            <a:avLst/>
          </a:prstGeom>
          <a:solidFill>
            <a:srgbClr val="288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4" name="Rectangle 43">
            <a:extLst>
              <a:ext uri="{FF2B5EF4-FFF2-40B4-BE49-F238E27FC236}">
                <a16:creationId xmlns:a16="http://schemas.microsoft.com/office/drawing/2014/main" id="{721BE998-202C-DD88-2EE8-AD2606D399EB}"/>
              </a:ext>
            </a:extLst>
          </p:cNvPr>
          <p:cNvSpPr/>
          <p:nvPr/>
        </p:nvSpPr>
        <p:spPr>
          <a:xfrm>
            <a:off x="0" y="2400300"/>
            <a:ext cx="3810000" cy="78867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7" name="TextBox 10">
            <a:extLst>
              <a:ext uri="{FF2B5EF4-FFF2-40B4-BE49-F238E27FC236}">
                <a16:creationId xmlns:a16="http://schemas.microsoft.com/office/drawing/2014/main" id="{DC89F156-9C25-AB9D-8148-DA4D08951CB3}"/>
              </a:ext>
            </a:extLst>
          </p:cNvPr>
          <p:cNvSpPr txBox="1"/>
          <p:nvPr/>
        </p:nvSpPr>
        <p:spPr>
          <a:xfrm>
            <a:off x="4572000" y="475436"/>
            <a:ext cx="13549652" cy="1450397"/>
          </a:xfrm>
          <a:prstGeom prst="rect">
            <a:avLst/>
          </a:prstGeom>
        </p:spPr>
        <p:txBody>
          <a:bodyPr wrap="square" lIns="0" tIns="0" rIns="0" bIns="0" rtlCol="0" anchor="t">
            <a:spAutoFit/>
          </a:bodyPr>
          <a:lstStyle/>
          <a:p>
            <a:pPr>
              <a:lnSpc>
                <a:spcPct val="130000"/>
              </a:lnSpc>
              <a:spcBef>
                <a:spcPts val="600"/>
              </a:spcBef>
              <a:spcAft>
                <a:spcPts val="600"/>
              </a:spcAft>
            </a:pPr>
            <a:endParaRPr lang="en-US" sz="3600">
              <a:effectLst/>
              <a:latin typeface="Times New Roman" panose="02020603050405020304" pitchFamily="18" charset="0"/>
              <a:ea typeface="Times New Roman" panose="02020603050405020304" pitchFamily="18" charset="0"/>
            </a:endParaRPr>
          </a:p>
          <a:p>
            <a:pPr indent="0">
              <a:lnSpc>
                <a:spcPct val="130000"/>
              </a:lnSpc>
              <a:spcBef>
                <a:spcPts val="600"/>
              </a:spcBef>
              <a:spcAft>
                <a:spcPts val="600"/>
              </a:spcAft>
              <a:buNone/>
            </a:pPr>
            <a:endParaRPr lang="en-US" sz="3200" b="0" i="0">
              <a:solidFill>
                <a:schemeClr val="tx1"/>
              </a:solidFill>
              <a:effectLst/>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B31EA0AF-B010-4C92-473D-65A605EC1CB7}"/>
              </a:ext>
            </a:extLst>
          </p:cNvPr>
          <p:cNvSpPr txBox="1"/>
          <p:nvPr/>
        </p:nvSpPr>
        <p:spPr>
          <a:xfrm>
            <a:off x="685800" y="5466487"/>
            <a:ext cx="2971800" cy="1200329"/>
          </a:xfrm>
          <a:prstGeom prst="rect">
            <a:avLst/>
          </a:prstGeom>
          <a:noFill/>
        </p:spPr>
        <p:txBody>
          <a:bodyPr wrap="square" rtlCol="0">
            <a:spAutoFit/>
          </a:bodyPr>
          <a:lstStyle/>
          <a:p>
            <a:r>
              <a:rPr lang="en-US" sz="3600">
                <a:latin typeface="Times New Roman" panose="02020603050405020304" pitchFamily="18" charset="0"/>
                <a:cs typeface="Times New Roman" panose="02020603050405020304" pitchFamily="18" charset="0"/>
              </a:rPr>
              <a:t>Phân tích thiết kế hệ thống</a:t>
            </a:r>
          </a:p>
        </p:txBody>
      </p:sp>
      <p:sp>
        <p:nvSpPr>
          <p:cNvPr id="18" name="TextBox 17">
            <a:extLst>
              <a:ext uri="{FF2B5EF4-FFF2-40B4-BE49-F238E27FC236}">
                <a16:creationId xmlns:a16="http://schemas.microsoft.com/office/drawing/2014/main" id="{4C6E6301-F708-C9B9-8CF7-80E2C7684B71}"/>
              </a:ext>
            </a:extLst>
          </p:cNvPr>
          <p:cNvSpPr txBox="1"/>
          <p:nvPr/>
        </p:nvSpPr>
        <p:spPr>
          <a:xfrm>
            <a:off x="3810000" y="2430905"/>
            <a:ext cx="14249400" cy="668645"/>
          </a:xfrm>
          <a:prstGeom prst="rect">
            <a:avLst/>
          </a:prstGeom>
          <a:noFill/>
        </p:spPr>
        <p:txBody>
          <a:bodyPr wrap="square" rtlCol="0">
            <a:spAutoFit/>
          </a:bodyPr>
          <a:lstStyle/>
          <a:p>
            <a:pPr lvl="0">
              <a:lnSpc>
                <a:spcPct val="130000"/>
              </a:lnSpc>
            </a:pPr>
            <a:r>
              <a:rPr lang="en-US" sz="3200" b="1">
                <a:latin typeface="Times New Roman" panose="02020603050405020304" pitchFamily="18" charset="0"/>
                <a:ea typeface="SimSun" panose="02010600030101010101" pitchFamily="2" charset="-122"/>
              </a:rPr>
              <a:t>Biểu đồ Sequence</a:t>
            </a:r>
            <a:endParaRPr lang="en-US" sz="3200">
              <a:latin typeface="Times New Roman" panose="02020603050405020304" pitchFamily="18" charset="0"/>
              <a:ea typeface="SimSun" panose="02010600030101010101" pitchFamily="2" charset="-122"/>
            </a:endParaRPr>
          </a:p>
        </p:txBody>
      </p:sp>
      <p:grpSp>
        <p:nvGrpSpPr>
          <p:cNvPr id="47" name="Group 46">
            <a:extLst>
              <a:ext uri="{FF2B5EF4-FFF2-40B4-BE49-F238E27FC236}">
                <a16:creationId xmlns:a16="http://schemas.microsoft.com/office/drawing/2014/main" id="{5D340A37-3C95-EEF2-BE99-D7D10E937F23}"/>
              </a:ext>
            </a:extLst>
          </p:cNvPr>
          <p:cNvGrpSpPr/>
          <p:nvPr/>
        </p:nvGrpSpPr>
        <p:grpSpPr>
          <a:xfrm>
            <a:off x="0" y="0"/>
            <a:ext cx="18360000" cy="1188944"/>
            <a:chOff x="0" y="0"/>
            <a:chExt cx="18360000" cy="1188944"/>
          </a:xfrm>
        </p:grpSpPr>
        <p:sp>
          <p:nvSpPr>
            <p:cNvPr id="48" name="Rectangle 47">
              <a:extLst>
                <a:ext uri="{FF2B5EF4-FFF2-40B4-BE49-F238E27FC236}">
                  <a16:creationId xmlns:a16="http://schemas.microsoft.com/office/drawing/2014/main" id="{83910FA1-DE12-1508-24F2-82F0EFBE1175}"/>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9" name="Rectangle 48">
              <a:extLst>
                <a:ext uri="{FF2B5EF4-FFF2-40B4-BE49-F238E27FC236}">
                  <a16:creationId xmlns:a16="http://schemas.microsoft.com/office/drawing/2014/main" id="{564460B1-AACC-398C-6369-60CC6F2DBCB9}"/>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0" name="Rectangle 49">
              <a:extLst>
                <a:ext uri="{FF2B5EF4-FFF2-40B4-BE49-F238E27FC236}">
                  <a16:creationId xmlns:a16="http://schemas.microsoft.com/office/drawing/2014/main" id="{EDD9D7F5-2971-D4AB-C359-EFA9C776FC59}"/>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1" name="Rectangle 50">
              <a:extLst>
                <a:ext uri="{FF2B5EF4-FFF2-40B4-BE49-F238E27FC236}">
                  <a16:creationId xmlns:a16="http://schemas.microsoft.com/office/drawing/2014/main" id="{BC2B15AC-5FB9-C7E3-95BE-8B51C0880F71}"/>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52" name="Oval 51">
            <a:extLst>
              <a:ext uri="{FF2B5EF4-FFF2-40B4-BE49-F238E27FC236}">
                <a16:creationId xmlns:a16="http://schemas.microsoft.com/office/drawing/2014/main" id="{B7746193-D953-0AFE-E637-B36E125EE3D9}"/>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53" name="TextBox 52">
            <a:extLst>
              <a:ext uri="{FF2B5EF4-FFF2-40B4-BE49-F238E27FC236}">
                <a16:creationId xmlns:a16="http://schemas.microsoft.com/office/drawing/2014/main" id="{C955842F-C0D0-5F32-EDCC-1C49F920C9BB}"/>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54" name="Picture 53">
            <a:extLst>
              <a:ext uri="{FF2B5EF4-FFF2-40B4-BE49-F238E27FC236}">
                <a16:creationId xmlns:a16="http://schemas.microsoft.com/office/drawing/2014/main" id="{F0009FFE-9DB7-5DC9-2ABF-B221BC6FE9C4}"/>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sp>
        <p:nvSpPr>
          <p:cNvPr id="2" name="TextBox 1">
            <a:extLst>
              <a:ext uri="{FF2B5EF4-FFF2-40B4-BE49-F238E27FC236}">
                <a16:creationId xmlns:a16="http://schemas.microsoft.com/office/drawing/2014/main" id="{E24DC6E5-B29F-9603-40E6-30187F7D506E}"/>
              </a:ext>
            </a:extLst>
          </p:cNvPr>
          <p:cNvSpPr txBox="1"/>
          <p:nvPr/>
        </p:nvSpPr>
        <p:spPr>
          <a:xfrm>
            <a:off x="3858222" y="1463633"/>
            <a:ext cx="11534177" cy="646331"/>
          </a:xfrm>
          <a:prstGeom prst="rect">
            <a:avLst/>
          </a:prstGeom>
          <a:noFill/>
        </p:spPr>
        <p:txBody>
          <a:bodyPr wrap="square" rtlCol="0">
            <a:spAutoFit/>
          </a:bodyPr>
          <a:lstStyle/>
          <a:p>
            <a:r>
              <a:rPr lang="en-US" sz="3600">
                <a:solidFill>
                  <a:schemeClr val="bg1"/>
                </a:solidFill>
                <a:latin typeface="Times New Roman" panose="02020603050405020304" pitchFamily="18" charset="0"/>
                <a:cs typeface="Times New Roman" panose="02020603050405020304" pitchFamily="18" charset="0"/>
              </a:rPr>
              <a:t>4. KẾT QUẢ VÀ THẢO LUẬN</a:t>
            </a:r>
          </a:p>
        </p:txBody>
      </p:sp>
      <p:pic>
        <p:nvPicPr>
          <p:cNvPr id="5" name="Picture 4">
            <a:extLst>
              <a:ext uri="{FF2B5EF4-FFF2-40B4-BE49-F238E27FC236}">
                <a16:creationId xmlns:a16="http://schemas.microsoft.com/office/drawing/2014/main" id="{37FF7DEC-9E0A-D31B-BCC3-43E423ED978E}"/>
              </a:ext>
            </a:extLst>
          </p:cNvPr>
          <p:cNvPicPr>
            <a:picLocks noChangeAspect="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663812" y="3137650"/>
            <a:ext cx="7890611" cy="6673914"/>
          </a:xfrm>
          <a:prstGeom prst="rect">
            <a:avLst/>
          </a:prstGeom>
          <a:noFill/>
          <a:ln>
            <a:noFill/>
          </a:ln>
        </p:spPr>
      </p:pic>
    </p:spTree>
    <p:extLst>
      <p:ext uri="{BB962C8B-B14F-4D97-AF65-F5344CB8AC3E}">
        <p14:creationId xmlns:p14="http://schemas.microsoft.com/office/powerpoint/2010/main" val="2818887070"/>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F03272CE-7A6A-AF4D-E059-B6B8BF1F5B88}"/>
            </a:ext>
          </a:extLst>
        </p:cNvPr>
        <p:cNvGrpSpPr/>
        <p:nvPr/>
      </p:nvGrpSpPr>
      <p:grpSpPr>
        <a:xfrm>
          <a:off x="0" y="0"/>
          <a:ext cx="0" cy="0"/>
          <a:chOff x="0" y="0"/>
          <a:chExt cx="0" cy="0"/>
        </a:xfrm>
      </p:grpSpPr>
      <p:sp>
        <p:nvSpPr>
          <p:cNvPr id="45" name="Rectangle 44">
            <a:extLst>
              <a:ext uri="{FF2B5EF4-FFF2-40B4-BE49-F238E27FC236}">
                <a16:creationId xmlns:a16="http://schemas.microsoft.com/office/drawing/2014/main" id="{4584E75F-6142-AB57-BC1D-ED9E7804E2BD}"/>
              </a:ext>
            </a:extLst>
          </p:cNvPr>
          <p:cNvSpPr/>
          <p:nvPr/>
        </p:nvSpPr>
        <p:spPr>
          <a:xfrm>
            <a:off x="3810000" y="1188000"/>
            <a:ext cx="14478000" cy="1204805"/>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6" name="Rectangle: Rounded Corners 45">
            <a:extLst>
              <a:ext uri="{FF2B5EF4-FFF2-40B4-BE49-F238E27FC236}">
                <a16:creationId xmlns:a16="http://schemas.microsoft.com/office/drawing/2014/main" id="{EAA91929-D731-7CCC-4130-E5DAD929BDDF}"/>
              </a:ext>
            </a:extLst>
          </p:cNvPr>
          <p:cNvSpPr/>
          <p:nvPr/>
        </p:nvSpPr>
        <p:spPr>
          <a:xfrm>
            <a:off x="3858223" y="1275813"/>
            <a:ext cx="12192000" cy="1020412"/>
          </a:xfrm>
          <a:prstGeom prst="roundRect">
            <a:avLst/>
          </a:prstGeom>
          <a:solidFill>
            <a:srgbClr val="288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4" name="Rectangle 43">
            <a:extLst>
              <a:ext uri="{FF2B5EF4-FFF2-40B4-BE49-F238E27FC236}">
                <a16:creationId xmlns:a16="http://schemas.microsoft.com/office/drawing/2014/main" id="{20AA027D-370C-A31C-D6EE-82A97CD720E8}"/>
              </a:ext>
            </a:extLst>
          </p:cNvPr>
          <p:cNvSpPr/>
          <p:nvPr/>
        </p:nvSpPr>
        <p:spPr>
          <a:xfrm>
            <a:off x="0" y="2400300"/>
            <a:ext cx="3810000" cy="78867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7" name="TextBox 10">
            <a:extLst>
              <a:ext uri="{FF2B5EF4-FFF2-40B4-BE49-F238E27FC236}">
                <a16:creationId xmlns:a16="http://schemas.microsoft.com/office/drawing/2014/main" id="{51F41689-CA01-A6AB-6877-2509D3B58DAC}"/>
              </a:ext>
            </a:extLst>
          </p:cNvPr>
          <p:cNvSpPr txBox="1"/>
          <p:nvPr/>
        </p:nvSpPr>
        <p:spPr>
          <a:xfrm>
            <a:off x="4572000" y="475436"/>
            <a:ext cx="13549652" cy="1450397"/>
          </a:xfrm>
          <a:prstGeom prst="rect">
            <a:avLst/>
          </a:prstGeom>
        </p:spPr>
        <p:txBody>
          <a:bodyPr wrap="square" lIns="0" tIns="0" rIns="0" bIns="0" rtlCol="0" anchor="t">
            <a:spAutoFit/>
          </a:bodyPr>
          <a:lstStyle/>
          <a:p>
            <a:pPr>
              <a:lnSpc>
                <a:spcPct val="130000"/>
              </a:lnSpc>
              <a:spcBef>
                <a:spcPts val="600"/>
              </a:spcBef>
              <a:spcAft>
                <a:spcPts val="600"/>
              </a:spcAft>
            </a:pPr>
            <a:endParaRPr lang="en-US" sz="3600">
              <a:effectLst/>
              <a:latin typeface="Times New Roman" panose="02020603050405020304" pitchFamily="18" charset="0"/>
              <a:ea typeface="Times New Roman" panose="02020603050405020304" pitchFamily="18" charset="0"/>
            </a:endParaRPr>
          </a:p>
          <a:p>
            <a:pPr indent="0">
              <a:lnSpc>
                <a:spcPct val="130000"/>
              </a:lnSpc>
              <a:spcBef>
                <a:spcPts val="600"/>
              </a:spcBef>
              <a:spcAft>
                <a:spcPts val="600"/>
              </a:spcAft>
              <a:buNone/>
            </a:pPr>
            <a:endParaRPr lang="en-US" sz="3200" b="0" i="0">
              <a:solidFill>
                <a:schemeClr val="tx1"/>
              </a:solidFill>
              <a:effectLst/>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3FC76840-AE18-133F-F207-70F820836D0C}"/>
              </a:ext>
            </a:extLst>
          </p:cNvPr>
          <p:cNvSpPr txBox="1"/>
          <p:nvPr/>
        </p:nvSpPr>
        <p:spPr>
          <a:xfrm>
            <a:off x="685800" y="5466487"/>
            <a:ext cx="2971800" cy="1200329"/>
          </a:xfrm>
          <a:prstGeom prst="rect">
            <a:avLst/>
          </a:prstGeom>
          <a:noFill/>
        </p:spPr>
        <p:txBody>
          <a:bodyPr wrap="square" rtlCol="0">
            <a:spAutoFit/>
          </a:bodyPr>
          <a:lstStyle/>
          <a:p>
            <a:r>
              <a:rPr lang="en-US" sz="3600">
                <a:latin typeface="Times New Roman" panose="02020603050405020304" pitchFamily="18" charset="0"/>
                <a:cs typeface="Times New Roman" panose="02020603050405020304" pitchFamily="18" charset="0"/>
              </a:rPr>
              <a:t>Phân tích thiết kế hệ thống</a:t>
            </a:r>
          </a:p>
        </p:txBody>
      </p:sp>
      <p:sp>
        <p:nvSpPr>
          <p:cNvPr id="18" name="TextBox 17">
            <a:extLst>
              <a:ext uri="{FF2B5EF4-FFF2-40B4-BE49-F238E27FC236}">
                <a16:creationId xmlns:a16="http://schemas.microsoft.com/office/drawing/2014/main" id="{66FDFE90-41E3-4FCA-02DF-411BAE46547F}"/>
              </a:ext>
            </a:extLst>
          </p:cNvPr>
          <p:cNvSpPr txBox="1"/>
          <p:nvPr/>
        </p:nvSpPr>
        <p:spPr>
          <a:xfrm>
            <a:off x="3810000" y="2430905"/>
            <a:ext cx="14249400" cy="668645"/>
          </a:xfrm>
          <a:prstGeom prst="rect">
            <a:avLst/>
          </a:prstGeom>
          <a:noFill/>
        </p:spPr>
        <p:txBody>
          <a:bodyPr wrap="square" rtlCol="0">
            <a:spAutoFit/>
          </a:bodyPr>
          <a:lstStyle/>
          <a:p>
            <a:pPr lvl="0">
              <a:lnSpc>
                <a:spcPct val="130000"/>
              </a:lnSpc>
            </a:pPr>
            <a:r>
              <a:rPr lang="en-US" sz="3200" b="1">
                <a:latin typeface="Times New Roman" panose="02020603050405020304" pitchFamily="18" charset="0"/>
                <a:ea typeface="SimSun" panose="02010600030101010101" pitchFamily="2" charset="-122"/>
              </a:rPr>
              <a:t>Biểu đồ Sequence</a:t>
            </a:r>
            <a:endParaRPr lang="en-US" sz="3200">
              <a:latin typeface="Times New Roman" panose="02020603050405020304" pitchFamily="18" charset="0"/>
              <a:ea typeface="SimSun" panose="02010600030101010101" pitchFamily="2" charset="-122"/>
            </a:endParaRPr>
          </a:p>
        </p:txBody>
      </p:sp>
      <p:grpSp>
        <p:nvGrpSpPr>
          <p:cNvPr id="47" name="Group 46">
            <a:extLst>
              <a:ext uri="{FF2B5EF4-FFF2-40B4-BE49-F238E27FC236}">
                <a16:creationId xmlns:a16="http://schemas.microsoft.com/office/drawing/2014/main" id="{FB77F49E-D72A-E864-E137-966FC0A8D7F0}"/>
              </a:ext>
            </a:extLst>
          </p:cNvPr>
          <p:cNvGrpSpPr/>
          <p:nvPr/>
        </p:nvGrpSpPr>
        <p:grpSpPr>
          <a:xfrm>
            <a:off x="0" y="0"/>
            <a:ext cx="18360000" cy="1188944"/>
            <a:chOff x="0" y="0"/>
            <a:chExt cx="18360000" cy="1188944"/>
          </a:xfrm>
        </p:grpSpPr>
        <p:sp>
          <p:nvSpPr>
            <p:cNvPr id="48" name="Rectangle 47">
              <a:extLst>
                <a:ext uri="{FF2B5EF4-FFF2-40B4-BE49-F238E27FC236}">
                  <a16:creationId xmlns:a16="http://schemas.microsoft.com/office/drawing/2014/main" id="{55399F99-2CBD-23C3-CA5A-CB393F4A24A5}"/>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9" name="Rectangle 48">
              <a:extLst>
                <a:ext uri="{FF2B5EF4-FFF2-40B4-BE49-F238E27FC236}">
                  <a16:creationId xmlns:a16="http://schemas.microsoft.com/office/drawing/2014/main" id="{D1F84B58-479B-E5CA-7D8B-96CE994C41EA}"/>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0" name="Rectangle 49">
              <a:extLst>
                <a:ext uri="{FF2B5EF4-FFF2-40B4-BE49-F238E27FC236}">
                  <a16:creationId xmlns:a16="http://schemas.microsoft.com/office/drawing/2014/main" id="{1D7A04B9-9821-3525-2AFE-460FA53B9E34}"/>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1" name="Rectangle 50">
              <a:extLst>
                <a:ext uri="{FF2B5EF4-FFF2-40B4-BE49-F238E27FC236}">
                  <a16:creationId xmlns:a16="http://schemas.microsoft.com/office/drawing/2014/main" id="{C2D956DF-D76F-EC68-36CD-62D650B80CF7}"/>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52" name="Oval 51">
            <a:extLst>
              <a:ext uri="{FF2B5EF4-FFF2-40B4-BE49-F238E27FC236}">
                <a16:creationId xmlns:a16="http://schemas.microsoft.com/office/drawing/2014/main" id="{23EF1DE0-CA77-6F22-ADC6-467F956D0B6F}"/>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53" name="TextBox 52">
            <a:extLst>
              <a:ext uri="{FF2B5EF4-FFF2-40B4-BE49-F238E27FC236}">
                <a16:creationId xmlns:a16="http://schemas.microsoft.com/office/drawing/2014/main" id="{3A8520AC-5554-A030-5A81-ACC8CE3BAB8B}"/>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54" name="Picture 53">
            <a:extLst>
              <a:ext uri="{FF2B5EF4-FFF2-40B4-BE49-F238E27FC236}">
                <a16:creationId xmlns:a16="http://schemas.microsoft.com/office/drawing/2014/main" id="{02AE50A7-0035-1279-6C56-BC2F746A21C3}"/>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sp>
        <p:nvSpPr>
          <p:cNvPr id="2" name="TextBox 1">
            <a:extLst>
              <a:ext uri="{FF2B5EF4-FFF2-40B4-BE49-F238E27FC236}">
                <a16:creationId xmlns:a16="http://schemas.microsoft.com/office/drawing/2014/main" id="{F2CFD170-EA86-45DF-DA9A-C8E50728B8FE}"/>
              </a:ext>
            </a:extLst>
          </p:cNvPr>
          <p:cNvSpPr txBox="1"/>
          <p:nvPr/>
        </p:nvSpPr>
        <p:spPr>
          <a:xfrm>
            <a:off x="3858222" y="1463633"/>
            <a:ext cx="11534177" cy="646331"/>
          </a:xfrm>
          <a:prstGeom prst="rect">
            <a:avLst/>
          </a:prstGeom>
          <a:noFill/>
        </p:spPr>
        <p:txBody>
          <a:bodyPr wrap="square" rtlCol="0">
            <a:spAutoFit/>
          </a:bodyPr>
          <a:lstStyle/>
          <a:p>
            <a:r>
              <a:rPr lang="en-US" sz="3600">
                <a:solidFill>
                  <a:schemeClr val="bg1"/>
                </a:solidFill>
                <a:latin typeface="Times New Roman" panose="02020603050405020304" pitchFamily="18" charset="0"/>
                <a:cs typeface="Times New Roman" panose="02020603050405020304" pitchFamily="18" charset="0"/>
              </a:rPr>
              <a:t>4. KẾT QUẢ VÀ THẢO LUẬN</a:t>
            </a:r>
          </a:p>
        </p:txBody>
      </p:sp>
      <p:pic>
        <p:nvPicPr>
          <p:cNvPr id="4" name="Picture 3">
            <a:extLst>
              <a:ext uri="{FF2B5EF4-FFF2-40B4-BE49-F238E27FC236}">
                <a16:creationId xmlns:a16="http://schemas.microsoft.com/office/drawing/2014/main" id="{E86812A6-4728-EE18-BDB0-C4D6B90715DA}"/>
              </a:ext>
            </a:extLst>
          </p:cNvPr>
          <p:cNvPicPr>
            <a:picLocks noChangeAspect="1"/>
          </p:cNvPicPr>
          <p:nvPr/>
        </p:nvPicPr>
        <p:blipFill>
          <a:blip r:embed="rId5">
            <a:extLst>
              <a:ext uri="{28A0092B-C50C-407E-A947-70E740481C1C}">
                <a14:useLocalDpi xmlns:a14="http://schemas.microsoft.com/office/drawing/2010/main" val="0"/>
              </a:ext>
            </a:extLst>
          </a:blip>
          <a:srcRect/>
          <a:stretch>
            <a:fillRect/>
          </a:stretch>
        </p:blipFill>
        <p:spPr bwMode="auto">
          <a:xfrm>
            <a:off x="7164032" y="2462918"/>
            <a:ext cx="6628167" cy="7652410"/>
          </a:xfrm>
          <a:prstGeom prst="rect">
            <a:avLst/>
          </a:prstGeom>
          <a:noFill/>
          <a:ln>
            <a:noFill/>
          </a:ln>
        </p:spPr>
      </p:pic>
    </p:spTree>
    <p:extLst>
      <p:ext uri="{BB962C8B-B14F-4D97-AF65-F5344CB8AC3E}">
        <p14:creationId xmlns:p14="http://schemas.microsoft.com/office/powerpoint/2010/main" val="3038307872"/>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D97E4DD-CC51-5991-7287-121C6391A173}"/>
            </a:ext>
          </a:extLst>
        </p:cNvPr>
        <p:cNvGrpSpPr/>
        <p:nvPr/>
      </p:nvGrpSpPr>
      <p:grpSpPr>
        <a:xfrm>
          <a:off x="0" y="0"/>
          <a:ext cx="0" cy="0"/>
          <a:chOff x="0" y="0"/>
          <a:chExt cx="0" cy="0"/>
        </a:xfrm>
      </p:grpSpPr>
      <p:sp>
        <p:nvSpPr>
          <p:cNvPr id="45" name="Rectangle 44">
            <a:extLst>
              <a:ext uri="{FF2B5EF4-FFF2-40B4-BE49-F238E27FC236}">
                <a16:creationId xmlns:a16="http://schemas.microsoft.com/office/drawing/2014/main" id="{3FFF9D94-C054-3864-F7E1-8182C98100C9}"/>
              </a:ext>
            </a:extLst>
          </p:cNvPr>
          <p:cNvSpPr/>
          <p:nvPr/>
        </p:nvSpPr>
        <p:spPr>
          <a:xfrm>
            <a:off x="3810000" y="1188000"/>
            <a:ext cx="14478000" cy="1204805"/>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6" name="Rectangle: Rounded Corners 45">
            <a:extLst>
              <a:ext uri="{FF2B5EF4-FFF2-40B4-BE49-F238E27FC236}">
                <a16:creationId xmlns:a16="http://schemas.microsoft.com/office/drawing/2014/main" id="{C950F44D-D929-1F58-5F36-F61DDE69CCEA}"/>
              </a:ext>
            </a:extLst>
          </p:cNvPr>
          <p:cNvSpPr/>
          <p:nvPr/>
        </p:nvSpPr>
        <p:spPr>
          <a:xfrm>
            <a:off x="3858223" y="1275813"/>
            <a:ext cx="12192000" cy="1020412"/>
          </a:xfrm>
          <a:prstGeom prst="roundRect">
            <a:avLst/>
          </a:prstGeom>
          <a:solidFill>
            <a:srgbClr val="288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4" name="Rectangle 43">
            <a:extLst>
              <a:ext uri="{FF2B5EF4-FFF2-40B4-BE49-F238E27FC236}">
                <a16:creationId xmlns:a16="http://schemas.microsoft.com/office/drawing/2014/main" id="{3D1ACD15-6662-3A19-FFA4-063CEF322C50}"/>
              </a:ext>
            </a:extLst>
          </p:cNvPr>
          <p:cNvSpPr/>
          <p:nvPr/>
        </p:nvSpPr>
        <p:spPr>
          <a:xfrm>
            <a:off x="0" y="2400300"/>
            <a:ext cx="3810000" cy="78867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7" name="TextBox 10">
            <a:extLst>
              <a:ext uri="{FF2B5EF4-FFF2-40B4-BE49-F238E27FC236}">
                <a16:creationId xmlns:a16="http://schemas.microsoft.com/office/drawing/2014/main" id="{1211EB57-AA6D-2462-4F5C-639DABDB04C9}"/>
              </a:ext>
            </a:extLst>
          </p:cNvPr>
          <p:cNvSpPr txBox="1"/>
          <p:nvPr/>
        </p:nvSpPr>
        <p:spPr>
          <a:xfrm>
            <a:off x="4572000" y="475436"/>
            <a:ext cx="13549652" cy="1450397"/>
          </a:xfrm>
          <a:prstGeom prst="rect">
            <a:avLst/>
          </a:prstGeom>
        </p:spPr>
        <p:txBody>
          <a:bodyPr wrap="square" lIns="0" tIns="0" rIns="0" bIns="0" rtlCol="0" anchor="t">
            <a:spAutoFit/>
          </a:bodyPr>
          <a:lstStyle/>
          <a:p>
            <a:pPr>
              <a:lnSpc>
                <a:spcPct val="130000"/>
              </a:lnSpc>
              <a:spcBef>
                <a:spcPts val="600"/>
              </a:spcBef>
              <a:spcAft>
                <a:spcPts val="600"/>
              </a:spcAft>
            </a:pPr>
            <a:endParaRPr lang="en-US" sz="3600">
              <a:effectLst/>
              <a:latin typeface="Times New Roman" panose="02020603050405020304" pitchFamily="18" charset="0"/>
              <a:ea typeface="Times New Roman" panose="02020603050405020304" pitchFamily="18" charset="0"/>
            </a:endParaRPr>
          </a:p>
          <a:p>
            <a:pPr indent="0">
              <a:lnSpc>
                <a:spcPct val="130000"/>
              </a:lnSpc>
              <a:spcBef>
                <a:spcPts val="600"/>
              </a:spcBef>
              <a:spcAft>
                <a:spcPts val="600"/>
              </a:spcAft>
              <a:buNone/>
            </a:pPr>
            <a:endParaRPr lang="en-US" sz="3200" b="0" i="0">
              <a:solidFill>
                <a:schemeClr val="tx1"/>
              </a:solidFill>
              <a:effectLst/>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7749AB15-5CEC-FBD9-79EC-AF09C44625DB}"/>
              </a:ext>
            </a:extLst>
          </p:cNvPr>
          <p:cNvSpPr txBox="1"/>
          <p:nvPr/>
        </p:nvSpPr>
        <p:spPr>
          <a:xfrm>
            <a:off x="685800" y="5466487"/>
            <a:ext cx="2971800" cy="1200329"/>
          </a:xfrm>
          <a:prstGeom prst="rect">
            <a:avLst/>
          </a:prstGeom>
          <a:noFill/>
        </p:spPr>
        <p:txBody>
          <a:bodyPr wrap="square" rtlCol="0">
            <a:spAutoFit/>
          </a:bodyPr>
          <a:lstStyle/>
          <a:p>
            <a:r>
              <a:rPr lang="en-US" sz="3600">
                <a:latin typeface="Times New Roman" panose="02020603050405020304" pitchFamily="18" charset="0"/>
                <a:cs typeface="Times New Roman" panose="02020603050405020304" pitchFamily="18" charset="0"/>
              </a:rPr>
              <a:t>Phân tích thiết kế hệ thống</a:t>
            </a:r>
          </a:p>
        </p:txBody>
      </p:sp>
      <p:sp>
        <p:nvSpPr>
          <p:cNvPr id="18" name="TextBox 17">
            <a:extLst>
              <a:ext uri="{FF2B5EF4-FFF2-40B4-BE49-F238E27FC236}">
                <a16:creationId xmlns:a16="http://schemas.microsoft.com/office/drawing/2014/main" id="{47698B7E-F102-3C61-C54E-DA6136EDFAF2}"/>
              </a:ext>
            </a:extLst>
          </p:cNvPr>
          <p:cNvSpPr txBox="1"/>
          <p:nvPr/>
        </p:nvSpPr>
        <p:spPr>
          <a:xfrm>
            <a:off x="3810000" y="2430905"/>
            <a:ext cx="14249400" cy="668645"/>
          </a:xfrm>
          <a:prstGeom prst="rect">
            <a:avLst/>
          </a:prstGeom>
          <a:noFill/>
        </p:spPr>
        <p:txBody>
          <a:bodyPr wrap="square" rtlCol="0">
            <a:spAutoFit/>
          </a:bodyPr>
          <a:lstStyle/>
          <a:p>
            <a:pPr lvl="0">
              <a:lnSpc>
                <a:spcPct val="130000"/>
              </a:lnSpc>
            </a:pPr>
            <a:r>
              <a:rPr lang="en-US" sz="3200" b="1">
                <a:latin typeface="Times New Roman" panose="02020603050405020304" pitchFamily="18" charset="0"/>
                <a:ea typeface="SimSun" panose="02010600030101010101" pitchFamily="2" charset="-122"/>
              </a:rPr>
              <a:t>Biểu đồ Sequence</a:t>
            </a:r>
            <a:endParaRPr lang="en-US" sz="3200">
              <a:latin typeface="Times New Roman" panose="02020603050405020304" pitchFamily="18" charset="0"/>
              <a:ea typeface="SimSun" panose="02010600030101010101" pitchFamily="2" charset="-122"/>
            </a:endParaRPr>
          </a:p>
        </p:txBody>
      </p:sp>
      <p:grpSp>
        <p:nvGrpSpPr>
          <p:cNvPr id="47" name="Group 46">
            <a:extLst>
              <a:ext uri="{FF2B5EF4-FFF2-40B4-BE49-F238E27FC236}">
                <a16:creationId xmlns:a16="http://schemas.microsoft.com/office/drawing/2014/main" id="{F3877973-4655-615C-223F-91937C2EF606}"/>
              </a:ext>
            </a:extLst>
          </p:cNvPr>
          <p:cNvGrpSpPr/>
          <p:nvPr/>
        </p:nvGrpSpPr>
        <p:grpSpPr>
          <a:xfrm>
            <a:off x="0" y="0"/>
            <a:ext cx="18360000" cy="1188944"/>
            <a:chOff x="0" y="0"/>
            <a:chExt cx="18360000" cy="1188944"/>
          </a:xfrm>
        </p:grpSpPr>
        <p:sp>
          <p:nvSpPr>
            <p:cNvPr id="48" name="Rectangle 47">
              <a:extLst>
                <a:ext uri="{FF2B5EF4-FFF2-40B4-BE49-F238E27FC236}">
                  <a16:creationId xmlns:a16="http://schemas.microsoft.com/office/drawing/2014/main" id="{D2D29145-55D3-0CB5-C11E-E0A7A156A71B}"/>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9" name="Rectangle 48">
              <a:extLst>
                <a:ext uri="{FF2B5EF4-FFF2-40B4-BE49-F238E27FC236}">
                  <a16:creationId xmlns:a16="http://schemas.microsoft.com/office/drawing/2014/main" id="{DE5891EE-17E6-9BBA-F40F-81B464A281A4}"/>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0" name="Rectangle 49">
              <a:extLst>
                <a:ext uri="{FF2B5EF4-FFF2-40B4-BE49-F238E27FC236}">
                  <a16:creationId xmlns:a16="http://schemas.microsoft.com/office/drawing/2014/main" id="{91FEAD89-A84D-5268-667D-0A3ECED7EA3C}"/>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1" name="Rectangle 50">
              <a:extLst>
                <a:ext uri="{FF2B5EF4-FFF2-40B4-BE49-F238E27FC236}">
                  <a16:creationId xmlns:a16="http://schemas.microsoft.com/office/drawing/2014/main" id="{F47EF472-7FB8-A4F3-C125-1A4E8F778D8F}"/>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52" name="Oval 51">
            <a:extLst>
              <a:ext uri="{FF2B5EF4-FFF2-40B4-BE49-F238E27FC236}">
                <a16:creationId xmlns:a16="http://schemas.microsoft.com/office/drawing/2014/main" id="{5C6A9CD9-D046-D8C9-6E4D-88521AB99DC3}"/>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53" name="TextBox 52">
            <a:extLst>
              <a:ext uri="{FF2B5EF4-FFF2-40B4-BE49-F238E27FC236}">
                <a16:creationId xmlns:a16="http://schemas.microsoft.com/office/drawing/2014/main" id="{AD3E7981-14F3-8506-D0B0-0816DCD47F11}"/>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54" name="Picture 53">
            <a:extLst>
              <a:ext uri="{FF2B5EF4-FFF2-40B4-BE49-F238E27FC236}">
                <a16:creationId xmlns:a16="http://schemas.microsoft.com/office/drawing/2014/main" id="{B8C6B209-8EA9-7A4E-2130-75D6A00B18D3}"/>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sp>
        <p:nvSpPr>
          <p:cNvPr id="2" name="TextBox 1">
            <a:extLst>
              <a:ext uri="{FF2B5EF4-FFF2-40B4-BE49-F238E27FC236}">
                <a16:creationId xmlns:a16="http://schemas.microsoft.com/office/drawing/2014/main" id="{5241E903-4011-68D9-0090-9593EB950EE3}"/>
              </a:ext>
            </a:extLst>
          </p:cNvPr>
          <p:cNvSpPr txBox="1"/>
          <p:nvPr/>
        </p:nvSpPr>
        <p:spPr>
          <a:xfrm>
            <a:off x="3858222" y="1463633"/>
            <a:ext cx="11534177" cy="646331"/>
          </a:xfrm>
          <a:prstGeom prst="rect">
            <a:avLst/>
          </a:prstGeom>
          <a:noFill/>
        </p:spPr>
        <p:txBody>
          <a:bodyPr wrap="square" rtlCol="0">
            <a:spAutoFit/>
          </a:bodyPr>
          <a:lstStyle/>
          <a:p>
            <a:r>
              <a:rPr lang="en-US" sz="3600">
                <a:solidFill>
                  <a:schemeClr val="bg1"/>
                </a:solidFill>
                <a:latin typeface="Times New Roman" panose="02020603050405020304" pitchFamily="18" charset="0"/>
                <a:cs typeface="Times New Roman" panose="02020603050405020304" pitchFamily="18" charset="0"/>
              </a:rPr>
              <a:t>4. KẾT QUẢ VÀ THẢO LUẬN</a:t>
            </a:r>
          </a:p>
        </p:txBody>
      </p:sp>
      <p:pic>
        <p:nvPicPr>
          <p:cNvPr id="5" name="Picture 4">
            <a:extLst>
              <a:ext uri="{FF2B5EF4-FFF2-40B4-BE49-F238E27FC236}">
                <a16:creationId xmlns:a16="http://schemas.microsoft.com/office/drawing/2014/main" id="{E7CCAB27-CA12-FC1E-7424-FF5D7C90F566}"/>
              </a:ext>
            </a:extLst>
          </p:cNvPr>
          <p:cNvPicPr>
            <a:picLocks noChangeAspect="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631305" y="3228657"/>
            <a:ext cx="8638224" cy="6582907"/>
          </a:xfrm>
          <a:prstGeom prst="rect">
            <a:avLst/>
          </a:prstGeom>
          <a:noFill/>
          <a:ln>
            <a:noFill/>
          </a:ln>
        </p:spPr>
      </p:pic>
    </p:spTree>
    <p:extLst>
      <p:ext uri="{BB962C8B-B14F-4D97-AF65-F5344CB8AC3E}">
        <p14:creationId xmlns:p14="http://schemas.microsoft.com/office/powerpoint/2010/main" val="648172249"/>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8978C14E-77EC-C342-64C8-5A87C2A1D65B}"/>
            </a:ext>
          </a:extLst>
        </p:cNvPr>
        <p:cNvGrpSpPr/>
        <p:nvPr/>
      </p:nvGrpSpPr>
      <p:grpSpPr>
        <a:xfrm>
          <a:off x="0" y="0"/>
          <a:ext cx="0" cy="0"/>
          <a:chOff x="0" y="0"/>
          <a:chExt cx="0" cy="0"/>
        </a:xfrm>
      </p:grpSpPr>
      <p:sp>
        <p:nvSpPr>
          <p:cNvPr id="45" name="Rectangle 44">
            <a:extLst>
              <a:ext uri="{FF2B5EF4-FFF2-40B4-BE49-F238E27FC236}">
                <a16:creationId xmlns:a16="http://schemas.microsoft.com/office/drawing/2014/main" id="{FAD2C7E7-9049-B97D-EFCB-CCCDD3BDDF35}"/>
              </a:ext>
            </a:extLst>
          </p:cNvPr>
          <p:cNvSpPr/>
          <p:nvPr/>
        </p:nvSpPr>
        <p:spPr>
          <a:xfrm>
            <a:off x="3810000" y="1188000"/>
            <a:ext cx="14478000" cy="1204805"/>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6" name="Rectangle: Rounded Corners 45">
            <a:extLst>
              <a:ext uri="{FF2B5EF4-FFF2-40B4-BE49-F238E27FC236}">
                <a16:creationId xmlns:a16="http://schemas.microsoft.com/office/drawing/2014/main" id="{33BDB8B3-6896-D73A-BFAD-C9E48153A207}"/>
              </a:ext>
            </a:extLst>
          </p:cNvPr>
          <p:cNvSpPr/>
          <p:nvPr/>
        </p:nvSpPr>
        <p:spPr>
          <a:xfrm>
            <a:off x="3858223" y="1275813"/>
            <a:ext cx="12192000" cy="1020412"/>
          </a:xfrm>
          <a:prstGeom prst="roundRect">
            <a:avLst/>
          </a:prstGeom>
          <a:solidFill>
            <a:srgbClr val="288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4" name="Rectangle 43">
            <a:extLst>
              <a:ext uri="{FF2B5EF4-FFF2-40B4-BE49-F238E27FC236}">
                <a16:creationId xmlns:a16="http://schemas.microsoft.com/office/drawing/2014/main" id="{26EACD3B-9F0C-5CD6-A4A8-D10A31A7B9CD}"/>
              </a:ext>
            </a:extLst>
          </p:cNvPr>
          <p:cNvSpPr/>
          <p:nvPr/>
        </p:nvSpPr>
        <p:spPr>
          <a:xfrm>
            <a:off x="0" y="2400300"/>
            <a:ext cx="3810000" cy="78867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7" name="TextBox 10">
            <a:extLst>
              <a:ext uri="{FF2B5EF4-FFF2-40B4-BE49-F238E27FC236}">
                <a16:creationId xmlns:a16="http://schemas.microsoft.com/office/drawing/2014/main" id="{F089EA28-8D3A-BA97-6A8A-579D892CEABE}"/>
              </a:ext>
            </a:extLst>
          </p:cNvPr>
          <p:cNvSpPr txBox="1"/>
          <p:nvPr/>
        </p:nvSpPr>
        <p:spPr>
          <a:xfrm>
            <a:off x="4572000" y="475436"/>
            <a:ext cx="13549652" cy="1450397"/>
          </a:xfrm>
          <a:prstGeom prst="rect">
            <a:avLst/>
          </a:prstGeom>
        </p:spPr>
        <p:txBody>
          <a:bodyPr wrap="square" lIns="0" tIns="0" rIns="0" bIns="0" rtlCol="0" anchor="t">
            <a:spAutoFit/>
          </a:bodyPr>
          <a:lstStyle/>
          <a:p>
            <a:pPr>
              <a:lnSpc>
                <a:spcPct val="130000"/>
              </a:lnSpc>
              <a:spcBef>
                <a:spcPts val="600"/>
              </a:spcBef>
              <a:spcAft>
                <a:spcPts val="600"/>
              </a:spcAft>
            </a:pPr>
            <a:endParaRPr lang="en-US" sz="3600">
              <a:effectLst/>
              <a:latin typeface="Times New Roman" panose="02020603050405020304" pitchFamily="18" charset="0"/>
              <a:ea typeface="Times New Roman" panose="02020603050405020304" pitchFamily="18" charset="0"/>
            </a:endParaRPr>
          </a:p>
          <a:p>
            <a:pPr indent="0">
              <a:lnSpc>
                <a:spcPct val="130000"/>
              </a:lnSpc>
              <a:spcBef>
                <a:spcPts val="600"/>
              </a:spcBef>
              <a:spcAft>
                <a:spcPts val="600"/>
              </a:spcAft>
              <a:buNone/>
            </a:pPr>
            <a:endParaRPr lang="en-US" sz="3200" b="0" i="0">
              <a:solidFill>
                <a:schemeClr val="tx1"/>
              </a:solidFill>
              <a:effectLst/>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258015B3-78BA-E0FD-E3A1-AD10810670D1}"/>
              </a:ext>
            </a:extLst>
          </p:cNvPr>
          <p:cNvSpPr txBox="1"/>
          <p:nvPr/>
        </p:nvSpPr>
        <p:spPr>
          <a:xfrm>
            <a:off x="685800" y="5466487"/>
            <a:ext cx="2971800" cy="1200329"/>
          </a:xfrm>
          <a:prstGeom prst="rect">
            <a:avLst/>
          </a:prstGeom>
          <a:noFill/>
        </p:spPr>
        <p:txBody>
          <a:bodyPr wrap="square" rtlCol="0">
            <a:spAutoFit/>
          </a:bodyPr>
          <a:lstStyle/>
          <a:p>
            <a:r>
              <a:rPr lang="en-US" sz="3600">
                <a:latin typeface="Times New Roman" panose="02020603050405020304" pitchFamily="18" charset="0"/>
                <a:cs typeface="Times New Roman" panose="02020603050405020304" pitchFamily="18" charset="0"/>
              </a:rPr>
              <a:t>Phân tích thiết kế hệ thống</a:t>
            </a:r>
          </a:p>
        </p:txBody>
      </p:sp>
      <p:sp>
        <p:nvSpPr>
          <p:cNvPr id="18" name="TextBox 17">
            <a:extLst>
              <a:ext uri="{FF2B5EF4-FFF2-40B4-BE49-F238E27FC236}">
                <a16:creationId xmlns:a16="http://schemas.microsoft.com/office/drawing/2014/main" id="{27FBDF56-3D46-7363-5737-08ABA0D00CEB}"/>
              </a:ext>
            </a:extLst>
          </p:cNvPr>
          <p:cNvSpPr txBox="1"/>
          <p:nvPr/>
        </p:nvSpPr>
        <p:spPr>
          <a:xfrm>
            <a:off x="3810000" y="2430905"/>
            <a:ext cx="14249400" cy="668645"/>
          </a:xfrm>
          <a:prstGeom prst="rect">
            <a:avLst/>
          </a:prstGeom>
          <a:noFill/>
        </p:spPr>
        <p:txBody>
          <a:bodyPr wrap="square" rtlCol="0">
            <a:spAutoFit/>
          </a:bodyPr>
          <a:lstStyle/>
          <a:p>
            <a:pPr lvl="0">
              <a:lnSpc>
                <a:spcPct val="130000"/>
              </a:lnSpc>
            </a:pPr>
            <a:r>
              <a:rPr lang="en-US" sz="3200" b="1">
                <a:latin typeface="Times New Roman" panose="02020603050405020304" pitchFamily="18" charset="0"/>
                <a:ea typeface="SimSun" panose="02010600030101010101" pitchFamily="2" charset="-122"/>
              </a:rPr>
              <a:t>Biểu đồ Sequence</a:t>
            </a:r>
            <a:endParaRPr lang="en-US" sz="3200">
              <a:latin typeface="Times New Roman" panose="02020603050405020304" pitchFamily="18" charset="0"/>
              <a:ea typeface="SimSun" panose="02010600030101010101" pitchFamily="2" charset="-122"/>
            </a:endParaRPr>
          </a:p>
        </p:txBody>
      </p:sp>
      <p:grpSp>
        <p:nvGrpSpPr>
          <p:cNvPr id="47" name="Group 46">
            <a:extLst>
              <a:ext uri="{FF2B5EF4-FFF2-40B4-BE49-F238E27FC236}">
                <a16:creationId xmlns:a16="http://schemas.microsoft.com/office/drawing/2014/main" id="{E996DEAC-D8F3-77FE-D9F0-D86C721BB643}"/>
              </a:ext>
            </a:extLst>
          </p:cNvPr>
          <p:cNvGrpSpPr/>
          <p:nvPr/>
        </p:nvGrpSpPr>
        <p:grpSpPr>
          <a:xfrm>
            <a:off x="0" y="0"/>
            <a:ext cx="18360000" cy="1188944"/>
            <a:chOff x="0" y="0"/>
            <a:chExt cx="18360000" cy="1188944"/>
          </a:xfrm>
        </p:grpSpPr>
        <p:sp>
          <p:nvSpPr>
            <p:cNvPr id="48" name="Rectangle 47">
              <a:extLst>
                <a:ext uri="{FF2B5EF4-FFF2-40B4-BE49-F238E27FC236}">
                  <a16:creationId xmlns:a16="http://schemas.microsoft.com/office/drawing/2014/main" id="{76FB6E5B-5EAA-1ED2-A845-94F4C4720581}"/>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9" name="Rectangle 48">
              <a:extLst>
                <a:ext uri="{FF2B5EF4-FFF2-40B4-BE49-F238E27FC236}">
                  <a16:creationId xmlns:a16="http://schemas.microsoft.com/office/drawing/2014/main" id="{AA295764-5CEC-3820-52FC-CC71000548FB}"/>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0" name="Rectangle 49">
              <a:extLst>
                <a:ext uri="{FF2B5EF4-FFF2-40B4-BE49-F238E27FC236}">
                  <a16:creationId xmlns:a16="http://schemas.microsoft.com/office/drawing/2014/main" id="{B8E756F5-7418-F470-23EE-283B8DD9B43E}"/>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1" name="Rectangle 50">
              <a:extLst>
                <a:ext uri="{FF2B5EF4-FFF2-40B4-BE49-F238E27FC236}">
                  <a16:creationId xmlns:a16="http://schemas.microsoft.com/office/drawing/2014/main" id="{59535598-9D65-A9C8-DFD3-78A2A67C1FBE}"/>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52" name="Oval 51">
            <a:extLst>
              <a:ext uri="{FF2B5EF4-FFF2-40B4-BE49-F238E27FC236}">
                <a16:creationId xmlns:a16="http://schemas.microsoft.com/office/drawing/2014/main" id="{6F075C4F-4BB1-B84A-6E46-C6EB5758D908}"/>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53" name="TextBox 52">
            <a:extLst>
              <a:ext uri="{FF2B5EF4-FFF2-40B4-BE49-F238E27FC236}">
                <a16:creationId xmlns:a16="http://schemas.microsoft.com/office/drawing/2014/main" id="{24AAE874-9871-C464-E591-E8FF565FA13B}"/>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54" name="Picture 53">
            <a:extLst>
              <a:ext uri="{FF2B5EF4-FFF2-40B4-BE49-F238E27FC236}">
                <a16:creationId xmlns:a16="http://schemas.microsoft.com/office/drawing/2014/main" id="{B9AF9134-9D01-9314-9ABD-C7C803132941}"/>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sp>
        <p:nvSpPr>
          <p:cNvPr id="2" name="TextBox 1">
            <a:extLst>
              <a:ext uri="{FF2B5EF4-FFF2-40B4-BE49-F238E27FC236}">
                <a16:creationId xmlns:a16="http://schemas.microsoft.com/office/drawing/2014/main" id="{1E8EDE16-04F9-C6ED-A65B-F879493315D7}"/>
              </a:ext>
            </a:extLst>
          </p:cNvPr>
          <p:cNvSpPr txBox="1"/>
          <p:nvPr/>
        </p:nvSpPr>
        <p:spPr>
          <a:xfrm>
            <a:off x="3858222" y="1463633"/>
            <a:ext cx="11534177" cy="646331"/>
          </a:xfrm>
          <a:prstGeom prst="rect">
            <a:avLst/>
          </a:prstGeom>
          <a:noFill/>
        </p:spPr>
        <p:txBody>
          <a:bodyPr wrap="square" rtlCol="0">
            <a:spAutoFit/>
          </a:bodyPr>
          <a:lstStyle/>
          <a:p>
            <a:r>
              <a:rPr lang="en-US" sz="3600">
                <a:solidFill>
                  <a:schemeClr val="bg1"/>
                </a:solidFill>
                <a:latin typeface="Times New Roman" panose="02020603050405020304" pitchFamily="18" charset="0"/>
                <a:cs typeface="Times New Roman" panose="02020603050405020304" pitchFamily="18" charset="0"/>
              </a:rPr>
              <a:t>4. KẾT QUẢ VÀ THẢO LUẬN</a:t>
            </a:r>
          </a:p>
        </p:txBody>
      </p:sp>
      <p:pic>
        <p:nvPicPr>
          <p:cNvPr id="4" name="Picture 3">
            <a:extLst>
              <a:ext uri="{FF2B5EF4-FFF2-40B4-BE49-F238E27FC236}">
                <a16:creationId xmlns:a16="http://schemas.microsoft.com/office/drawing/2014/main" id="{FAFA4C29-AB7F-6A98-13CB-3582F3A5B5B1}"/>
              </a:ext>
            </a:extLst>
          </p:cNvPr>
          <p:cNvPicPr>
            <a:picLocks noChangeAspect="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934200" y="3099550"/>
            <a:ext cx="7183698" cy="7130450"/>
          </a:xfrm>
          <a:prstGeom prst="rect">
            <a:avLst/>
          </a:prstGeom>
          <a:noFill/>
          <a:ln>
            <a:noFill/>
          </a:ln>
        </p:spPr>
      </p:pic>
    </p:spTree>
    <p:extLst>
      <p:ext uri="{BB962C8B-B14F-4D97-AF65-F5344CB8AC3E}">
        <p14:creationId xmlns:p14="http://schemas.microsoft.com/office/powerpoint/2010/main" val="4150686937"/>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63831A-BB42-4731-291B-AA2FC250A9F5}"/>
            </a:ext>
          </a:extLst>
        </p:cNvPr>
        <p:cNvGrpSpPr/>
        <p:nvPr/>
      </p:nvGrpSpPr>
      <p:grpSpPr>
        <a:xfrm>
          <a:off x="0" y="0"/>
          <a:ext cx="0" cy="0"/>
          <a:chOff x="0" y="0"/>
          <a:chExt cx="0" cy="0"/>
        </a:xfrm>
      </p:grpSpPr>
      <p:sp>
        <p:nvSpPr>
          <p:cNvPr id="45" name="Rectangle 44">
            <a:extLst>
              <a:ext uri="{FF2B5EF4-FFF2-40B4-BE49-F238E27FC236}">
                <a16:creationId xmlns:a16="http://schemas.microsoft.com/office/drawing/2014/main" id="{835A3D4F-AD46-DC25-79CC-56506D5FC733}"/>
              </a:ext>
            </a:extLst>
          </p:cNvPr>
          <p:cNvSpPr/>
          <p:nvPr/>
        </p:nvSpPr>
        <p:spPr>
          <a:xfrm>
            <a:off x="3810000" y="1188000"/>
            <a:ext cx="14478000" cy="1204805"/>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6" name="Rectangle: Rounded Corners 45">
            <a:extLst>
              <a:ext uri="{FF2B5EF4-FFF2-40B4-BE49-F238E27FC236}">
                <a16:creationId xmlns:a16="http://schemas.microsoft.com/office/drawing/2014/main" id="{A874E943-F40A-38C6-6937-F3B7B8915D26}"/>
              </a:ext>
            </a:extLst>
          </p:cNvPr>
          <p:cNvSpPr/>
          <p:nvPr/>
        </p:nvSpPr>
        <p:spPr>
          <a:xfrm>
            <a:off x="3858223" y="1275813"/>
            <a:ext cx="12192000" cy="1020412"/>
          </a:xfrm>
          <a:prstGeom prst="roundRect">
            <a:avLst/>
          </a:prstGeom>
          <a:solidFill>
            <a:srgbClr val="288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4" name="Rectangle 43">
            <a:extLst>
              <a:ext uri="{FF2B5EF4-FFF2-40B4-BE49-F238E27FC236}">
                <a16:creationId xmlns:a16="http://schemas.microsoft.com/office/drawing/2014/main" id="{3DBCB59F-C269-0FB2-EFD4-E8093DC254B9}"/>
              </a:ext>
            </a:extLst>
          </p:cNvPr>
          <p:cNvSpPr/>
          <p:nvPr/>
        </p:nvSpPr>
        <p:spPr>
          <a:xfrm>
            <a:off x="0" y="2400300"/>
            <a:ext cx="3810000" cy="78867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7" name="TextBox 10">
            <a:extLst>
              <a:ext uri="{FF2B5EF4-FFF2-40B4-BE49-F238E27FC236}">
                <a16:creationId xmlns:a16="http://schemas.microsoft.com/office/drawing/2014/main" id="{8A9A719A-BB3A-AD5B-3AF1-187469F8D1E4}"/>
              </a:ext>
            </a:extLst>
          </p:cNvPr>
          <p:cNvSpPr txBox="1"/>
          <p:nvPr/>
        </p:nvSpPr>
        <p:spPr>
          <a:xfrm>
            <a:off x="4572000" y="475436"/>
            <a:ext cx="13549652" cy="1450397"/>
          </a:xfrm>
          <a:prstGeom prst="rect">
            <a:avLst/>
          </a:prstGeom>
        </p:spPr>
        <p:txBody>
          <a:bodyPr wrap="square" lIns="0" tIns="0" rIns="0" bIns="0" rtlCol="0" anchor="t">
            <a:spAutoFit/>
          </a:bodyPr>
          <a:lstStyle/>
          <a:p>
            <a:pPr>
              <a:lnSpc>
                <a:spcPct val="130000"/>
              </a:lnSpc>
              <a:spcBef>
                <a:spcPts val="600"/>
              </a:spcBef>
              <a:spcAft>
                <a:spcPts val="600"/>
              </a:spcAft>
            </a:pPr>
            <a:endParaRPr lang="en-US" sz="3600">
              <a:effectLst/>
              <a:latin typeface="Times New Roman" panose="02020603050405020304" pitchFamily="18" charset="0"/>
              <a:ea typeface="Times New Roman" panose="02020603050405020304" pitchFamily="18" charset="0"/>
            </a:endParaRPr>
          </a:p>
          <a:p>
            <a:pPr indent="0">
              <a:lnSpc>
                <a:spcPct val="130000"/>
              </a:lnSpc>
              <a:spcBef>
                <a:spcPts val="600"/>
              </a:spcBef>
              <a:spcAft>
                <a:spcPts val="600"/>
              </a:spcAft>
              <a:buNone/>
            </a:pPr>
            <a:endParaRPr lang="en-US" sz="3200" b="0" i="0">
              <a:solidFill>
                <a:schemeClr val="tx1"/>
              </a:solidFill>
              <a:effectLst/>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4A9EDBF3-378E-1672-1BE4-D25753440D5B}"/>
              </a:ext>
            </a:extLst>
          </p:cNvPr>
          <p:cNvSpPr txBox="1"/>
          <p:nvPr/>
        </p:nvSpPr>
        <p:spPr>
          <a:xfrm>
            <a:off x="685800" y="5466487"/>
            <a:ext cx="2971800" cy="1200329"/>
          </a:xfrm>
          <a:prstGeom prst="rect">
            <a:avLst/>
          </a:prstGeom>
          <a:noFill/>
        </p:spPr>
        <p:txBody>
          <a:bodyPr wrap="square" rtlCol="0">
            <a:spAutoFit/>
          </a:bodyPr>
          <a:lstStyle/>
          <a:p>
            <a:r>
              <a:rPr lang="en-US" sz="3600">
                <a:latin typeface="Times New Roman" panose="02020603050405020304" pitchFamily="18" charset="0"/>
                <a:cs typeface="Times New Roman" panose="02020603050405020304" pitchFamily="18" charset="0"/>
              </a:rPr>
              <a:t>Phân tích thiết kế hệ thống</a:t>
            </a:r>
          </a:p>
        </p:txBody>
      </p:sp>
      <p:sp>
        <p:nvSpPr>
          <p:cNvPr id="18" name="TextBox 17">
            <a:extLst>
              <a:ext uri="{FF2B5EF4-FFF2-40B4-BE49-F238E27FC236}">
                <a16:creationId xmlns:a16="http://schemas.microsoft.com/office/drawing/2014/main" id="{95B4BB9B-8E58-A2AC-F66E-93BD5C6084B3}"/>
              </a:ext>
            </a:extLst>
          </p:cNvPr>
          <p:cNvSpPr txBox="1"/>
          <p:nvPr/>
        </p:nvSpPr>
        <p:spPr>
          <a:xfrm>
            <a:off x="3810000" y="2430905"/>
            <a:ext cx="14249400" cy="668645"/>
          </a:xfrm>
          <a:prstGeom prst="rect">
            <a:avLst/>
          </a:prstGeom>
          <a:noFill/>
        </p:spPr>
        <p:txBody>
          <a:bodyPr wrap="square" rtlCol="0">
            <a:spAutoFit/>
          </a:bodyPr>
          <a:lstStyle/>
          <a:p>
            <a:pPr lvl="0">
              <a:lnSpc>
                <a:spcPct val="130000"/>
              </a:lnSpc>
            </a:pPr>
            <a:r>
              <a:rPr lang="en-US" sz="3200" b="1">
                <a:latin typeface="Times New Roman" panose="02020603050405020304" pitchFamily="18" charset="0"/>
                <a:ea typeface="SimSun" panose="02010600030101010101" pitchFamily="2" charset="-122"/>
              </a:rPr>
              <a:t>Cơ sở dữ liệu thực tế</a:t>
            </a:r>
            <a:endParaRPr lang="en-US" sz="3200">
              <a:latin typeface="Times New Roman" panose="02020603050405020304" pitchFamily="18" charset="0"/>
              <a:ea typeface="SimSun" panose="02010600030101010101" pitchFamily="2" charset="-122"/>
            </a:endParaRPr>
          </a:p>
        </p:txBody>
      </p:sp>
      <p:grpSp>
        <p:nvGrpSpPr>
          <p:cNvPr id="47" name="Group 46">
            <a:extLst>
              <a:ext uri="{FF2B5EF4-FFF2-40B4-BE49-F238E27FC236}">
                <a16:creationId xmlns:a16="http://schemas.microsoft.com/office/drawing/2014/main" id="{3FA406DC-960A-698B-A389-E65A503DAB75}"/>
              </a:ext>
            </a:extLst>
          </p:cNvPr>
          <p:cNvGrpSpPr/>
          <p:nvPr/>
        </p:nvGrpSpPr>
        <p:grpSpPr>
          <a:xfrm>
            <a:off x="0" y="0"/>
            <a:ext cx="18360000" cy="1188944"/>
            <a:chOff x="0" y="0"/>
            <a:chExt cx="18360000" cy="1188944"/>
          </a:xfrm>
        </p:grpSpPr>
        <p:sp>
          <p:nvSpPr>
            <p:cNvPr id="48" name="Rectangle 47">
              <a:extLst>
                <a:ext uri="{FF2B5EF4-FFF2-40B4-BE49-F238E27FC236}">
                  <a16:creationId xmlns:a16="http://schemas.microsoft.com/office/drawing/2014/main" id="{EFDB1E68-4DCA-2981-4891-1E35E33DCF8A}"/>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9" name="Rectangle 48">
              <a:extLst>
                <a:ext uri="{FF2B5EF4-FFF2-40B4-BE49-F238E27FC236}">
                  <a16:creationId xmlns:a16="http://schemas.microsoft.com/office/drawing/2014/main" id="{E1E4C469-4F9D-860B-D78E-6209719EEA7E}"/>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0" name="Rectangle 49">
              <a:extLst>
                <a:ext uri="{FF2B5EF4-FFF2-40B4-BE49-F238E27FC236}">
                  <a16:creationId xmlns:a16="http://schemas.microsoft.com/office/drawing/2014/main" id="{8CBF5690-5E00-8220-6C8E-671C9E725161}"/>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1" name="Rectangle 50">
              <a:extLst>
                <a:ext uri="{FF2B5EF4-FFF2-40B4-BE49-F238E27FC236}">
                  <a16:creationId xmlns:a16="http://schemas.microsoft.com/office/drawing/2014/main" id="{73A41465-62E0-C005-EDFD-070395C02B1F}"/>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52" name="Oval 51">
            <a:extLst>
              <a:ext uri="{FF2B5EF4-FFF2-40B4-BE49-F238E27FC236}">
                <a16:creationId xmlns:a16="http://schemas.microsoft.com/office/drawing/2014/main" id="{940ED141-8160-4675-4065-B6D0E5F52959}"/>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53" name="TextBox 52">
            <a:extLst>
              <a:ext uri="{FF2B5EF4-FFF2-40B4-BE49-F238E27FC236}">
                <a16:creationId xmlns:a16="http://schemas.microsoft.com/office/drawing/2014/main" id="{D30358AF-85C1-1415-1548-E1B9505AD7D3}"/>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54" name="Picture 53">
            <a:extLst>
              <a:ext uri="{FF2B5EF4-FFF2-40B4-BE49-F238E27FC236}">
                <a16:creationId xmlns:a16="http://schemas.microsoft.com/office/drawing/2014/main" id="{F9BF0085-3F07-8A09-95B4-31EEF4CADB4C}"/>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sp>
        <p:nvSpPr>
          <p:cNvPr id="2" name="TextBox 1">
            <a:extLst>
              <a:ext uri="{FF2B5EF4-FFF2-40B4-BE49-F238E27FC236}">
                <a16:creationId xmlns:a16="http://schemas.microsoft.com/office/drawing/2014/main" id="{B28D7637-1CFF-4772-9F5D-40D54456564A}"/>
              </a:ext>
            </a:extLst>
          </p:cNvPr>
          <p:cNvSpPr txBox="1"/>
          <p:nvPr/>
        </p:nvSpPr>
        <p:spPr>
          <a:xfrm>
            <a:off x="3858222" y="1463633"/>
            <a:ext cx="11534177" cy="646331"/>
          </a:xfrm>
          <a:prstGeom prst="rect">
            <a:avLst/>
          </a:prstGeom>
          <a:noFill/>
        </p:spPr>
        <p:txBody>
          <a:bodyPr wrap="square" rtlCol="0">
            <a:spAutoFit/>
          </a:bodyPr>
          <a:lstStyle/>
          <a:p>
            <a:r>
              <a:rPr lang="en-US" sz="3600">
                <a:solidFill>
                  <a:schemeClr val="bg1"/>
                </a:solidFill>
                <a:latin typeface="Times New Roman" panose="02020603050405020304" pitchFamily="18" charset="0"/>
                <a:cs typeface="Times New Roman" panose="02020603050405020304" pitchFamily="18" charset="0"/>
              </a:rPr>
              <a:t>4. KẾT QUẢ VÀ THẢO LUẬN</a:t>
            </a:r>
          </a:p>
        </p:txBody>
      </p:sp>
      <p:pic>
        <p:nvPicPr>
          <p:cNvPr id="4" name="Picture 3">
            <a:extLst>
              <a:ext uri="{FF2B5EF4-FFF2-40B4-BE49-F238E27FC236}">
                <a16:creationId xmlns:a16="http://schemas.microsoft.com/office/drawing/2014/main" id="{585A4C67-BE15-E358-22F1-7676B8419390}"/>
              </a:ext>
            </a:extLst>
          </p:cNvPr>
          <p:cNvPicPr>
            <a:picLocks noChangeAspect="1"/>
          </p:cNvPicPr>
          <p:nvPr/>
        </p:nvPicPr>
        <p:blipFill rotWithShape="1">
          <a:blip r:embed="rId5"/>
          <a:srcRect l="756"/>
          <a:stretch>
            <a:fillRect/>
          </a:stretch>
        </p:blipFill>
        <p:spPr>
          <a:xfrm>
            <a:off x="7620000" y="2423647"/>
            <a:ext cx="6553200" cy="7843845"/>
          </a:xfrm>
          <a:prstGeom prst="rect">
            <a:avLst/>
          </a:prstGeom>
        </p:spPr>
      </p:pic>
    </p:spTree>
    <p:extLst>
      <p:ext uri="{BB962C8B-B14F-4D97-AF65-F5344CB8AC3E}">
        <p14:creationId xmlns:p14="http://schemas.microsoft.com/office/powerpoint/2010/main" val="3136041230"/>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1"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0-#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18">
                                            <p:txEl>
                                              <p:pRg st="0" end="0"/>
                                            </p:txEl>
                                          </p:spTgt>
                                        </p:tgtEl>
                                        <p:attrNameLst>
                                          <p:attrName>style.visibility</p:attrName>
                                        </p:attrNameLst>
                                      </p:cBhvr>
                                      <p:to>
                                        <p:strVal val="visible"/>
                                      </p:to>
                                    </p:set>
                                    <p:anim calcmode="lin" valueType="num">
                                      <p:cBhvr additive="base">
                                        <p:cTn id="11" dur="500" fill="hold"/>
                                        <p:tgtEl>
                                          <p:spTgt spid="18">
                                            <p:txEl>
                                              <p:pRg st="0" end="0"/>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18">
                                            <p:txEl>
                                              <p:pRg st="0" end="0"/>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uiExpand="1" build="allAtOnce"/>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2F9E9C-2BFA-15EB-A716-BDC746C533FC}"/>
            </a:ext>
          </a:extLst>
        </p:cNvPr>
        <p:cNvGrpSpPr/>
        <p:nvPr/>
      </p:nvGrpSpPr>
      <p:grpSpPr>
        <a:xfrm>
          <a:off x="0" y="0"/>
          <a:ext cx="0" cy="0"/>
          <a:chOff x="0" y="0"/>
          <a:chExt cx="0" cy="0"/>
        </a:xfrm>
      </p:grpSpPr>
      <p:sp>
        <p:nvSpPr>
          <p:cNvPr id="45" name="Rectangle 44">
            <a:extLst>
              <a:ext uri="{FF2B5EF4-FFF2-40B4-BE49-F238E27FC236}">
                <a16:creationId xmlns:a16="http://schemas.microsoft.com/office/drawing/2014/main" id="{B411BB55-14CA-DCC1-8854-0C6651DF46C9}"/>
              </a:ext>
            </a:extLst>
          </p:cNvPr>
          <p:cNvSpPr/>
          <p:nvPr/>
        </p:nvSpPr>
        <p:spPr>
          <a:xfrm>
            <a:off x="3810000" y="1188000"/>
            <a:ext cx="14478000" cy="1204805"/>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6" name="Rectangle: Rounded Corners 45">
            <a:extLst>
              <a:ext uri="{FF2B5EF4-FFF2-40B4-BE49-F238E27FC236}">
                <a16:creationId xmlns:a16="http://schemas.microsoft.com/office/drawing/2014/main" id="{07FDF50D-0002-046A-A884-9A4A4421B94F}"/>
              </a:ext>
            </a:extLst>
          </p:cNvPr>
          <p:cNvSpPr/>
          <p:nvPr/>
        </p:nvSpPr>
        <p:spPr>
          <a:xfrm>
            <a:off x="3858223" y="1275813"/>
            <a:ext cx="12192000" cy="1020412"/>
          </a:xfrm>
          <a:prstGeom prst="roundRect">
            <a:avLst/>
          </a:prstGeom>
          <a:solidFill>
            <a:srgbClr val="288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4" name="Rectangle 43">
            <a:extLst>
              <a:ext uri="{FF2B5EF4-FFF2-40B4-BE49-F238E27FC236}">
                <a16:creationId xmlns:a16="http://schemas.microsoft.com/office/drawing/2014/main" id="{BB5FBDBF-DB89-F1BF-2221-E77CFCAACC5E}"/>
              </a:ext>
            </a:extLst>
          </p:cNvPr>
          <p:cNvSpPr/>
          <p:nvPr/>
        </p:nvSpPr>
        <p:spPr>
          <a:xfrm>
            <a:off x="0" y="2400300"/>
            <a:ext cx="3810000" cy="78867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7" name="TextBox 10">
            <a:extLst>
              <a:ext uri="{FF2B5EF4-FFF2-40B4-BE49-F238E27FC236}">
                <a16:creationId xmlns:a16="http://schemas.microsoft.com/office/drawing/2014/main" id="{C2533908-D280-EDC3-5A8E-9844E6094E9A}"/>
              </a:ext>
            </a:extLst>
          </p:cNvPr>
          <p:cNvSpPr txBox="1"/>
          <p:nvPr/>
        </p:nvSpPr>
        <p:spPr>
          <a:xfrm>
            <a:off x="4572000" y="475436"/>
            <a:ext cx="13549652" cy="1450397"/>
          </a:xfrm>
          <a:prstGeom prst="rect">
            <a:avLst/>
          </a:prstGeom>
        </p:spPr>
        <p:txBody>
          <a:bodyPr wrap="square" lIns="0" tIns="0" rIns="0" bIns="0" rtlCol="0" anchor="t">
            <a:spAutoFit/>
          </a:bodyPr>
          <a:lstStyle/>
          <a:p>
            <a:pPr>
              <a:lnSpc>
                <a:spcPct val="130000"/>
              </a:lnSpc>
              <a:spcBef>
                <a:spcPts val="600"/>
              </a:spcBef>
              <a:spcAft>
                <a:spcPts val="600"/>
              </a:spcAft>
            </a:pPr>
            <a:endParaRPr lang="en-US" sz="3600">
              <a:effectLst/>
              <a:latin typeface="Times New Roman" panose="02020603050405020304" pitchFamily="18" charset="0"/>
              <a:ea typeface="Times New Roman" panose="02020603050405020304" pitchFamily="18" charset="0"/>
            </a:endParaRPr>
          </a:p>
          <a:p>
            <a:pPr indent="0">
              <a:lnSpc>
                <a:spcPct val="130000"/>
              </a:lnSpc>
              <a:spcBef>
                <a:spcPts val="600"/>
              </a:spcBef>
              <a:spcAft>
                <a:spcPts val="600"/>
              </a:spcAft>
              <a:buNone/>
            </a:pPr>
            <a:endParaRPr lang="en-US" sz="3200" b="0" i="0">
              <a:solidFill>
                <a:schemeClr val="tx1"/>
              </a:solidFill>
              <a:effectLst/>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400569AB-FC0B-E2F8-F6BD-E1068DE6DB92}"/>
              </a:ext>
            </a:extLst>
          </p:cNvPr>
          <p:cNvSpPr txBox="1"/>
          <p:nvPr/>
        </p:nvSpPr>
        <p:spPr>
          <a:xfrm>
            <a:off x="228600" y="5466487"/>
            <a:ext cx="3562350" cy="1200329"/>
          </a:xfrm>
          <a:prstGeom prst="rect">
            <a:avLst/>
          </a:prstGeom>
          <a:noFill/>
        </p:spPr>
        <p:txBody>
          <a:bodyPr wrap="square" rtlCol="0">
            <a:spAutoFit/>
          </a:bodyPr>
          <a:lstStyle/>
          <a:p>
            <a:r>
              <a:rPr lang="en-US" sz="3600">
                <a:latin typeface="Times New Roman" panose="02020603050405020304" pitchFamily="18" charset="0"/>
                <a:cs typeface="Times New Roman" panose="02020603050405020304" pitchFamily="18" charset="0"/>
              </a:rPr>
              <a:t>Kết quả xây dựng chương trình</a:t>
            </a:r>
          </a:p>
        </p:txBody>
      </p:sp>
      <p:sp>
        <p:nvSpPr>
          <p:cNvPr id="18" name="TextBox 17">
            <a:extLst>
              <a:ext uri="{FF2B5EF4-FFF2-40B4-BE49-F238E27FC236}">
                <a16:creationId xmlns:a16="http://schemas.microsoft.com/office/drawing/2014/main" id="{1A593D3C-6E2C-5CDD-E860-6D3C503D539B}"/>
              </a:ext>
            </a:extLst>
          </p:cNvPr>
          <p:cNvSpPr txBox="1"/>
          <p:nvPr/>
        </p:nvSpPr>
        <p:spPr>
          <a:xfrm>
            <a:off x="3810000" y="2430905"/>
            <a:ext cx="14249400" cy="668645"/>
          </a:xfrm>
          <a:prstGeom prst="rect">
            <a:avLst/>
          </a:prstGeom>
          <a:noFill/>
        </p:spPr>
        <p:txBody>
          <a:bodyPr wrap="square" rtlCol="0">
            <a:spAutoFit/>
          </a:bodyPr>
          <a:lstStyle/>
          <a:p>
            <a:pPr lvl="0">
              <a:lnSpc>
                <a:spcPct val="130000"/>
              </a:lnSpc>
            </a:pPr>
            <a:r>
              <a:rPr lang="en-US" sz="3200" b="1">
                <a:latin typeface="Times New Roman" panose="02020603050405020304" pitchFamily="18" charset="0"/>
                <a:ea typeface="SimSun" panose="02010600030101010101" pitchFamily="2" charset="-122"/>
              </a:rPr>
              <a:t>Trang Admin</a:t>
            </a:r>
            <a:endParaRPr lang="en-US" sz="3200">
              <a:latin typeface="Times New Roman" panose="02020603050405020304" pitchFamily="18" charset="0"/>
              <a:ea typeface="SimSun" panose="02010600030101010101" pitchFamily="2" charset="-122"/>
            </a:endParaRPr>
          </a:p>
        </p:txBody>
      </p:sp>
      <p:grpSp>
        <p:nvGrpSpPr>
          <p:cNvPr id="47" name="Group 46">
            <a:extLst>
              <a:ext uri="{FF2B5EF4-FFF2-40B4-BE49-F238E27FC236}">
                <a16:creationId xmlns:a16="http://schemas.microsoft.com/office/drawing/2014/main" id="{17E80DEE-C1B5-F145-16E4-E67C84F8C970}"/>
              </a:ext>
            </a:extLst>
          </p:cNvPr>
          <p:cNvGrpSpPr/>
          <p:nvPr/>
        </p:nvGrpSpPr>
        <p:grpSpPr>
          <a:xfrm>
            <a:off x="0" y="0"/>
            <a:ext cx="18360000" cy="1188944"/>
            <a:chOff x="0" y="0"/>
            <a:chExt cx="18360000" cy="1188944"/>
          </a:xfrm>
        </p:grpSpPr>
        <p:sp>
          <p:nvSpPr>
            <p:cNvPr id="48" name="Rectangle 47">
              <a:extLst>
                <a:ext uri="{FF2B5EF4-FFF2-40B4-BE49-F238E27FC236}">
                  <a16:creationId xmlns:a16="http://schemas.microsoft.com/office/drawing/2014/main" id="{0C03270E-DC13-AC8C-E72C-F6EAB71E7BDA}"/>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9" name="Rectangle 48">
              <a:extLst>
                <a:ext uri="{FF2B5EF4-FFF2-40B4-BE49-F238E27FC236}">
                  <a16:creationId xmlns:a16="http://schemas.microsoft.com/office/drawing/2014/main" id="{EDB2AA32-9B29-D68A-D1C3-E3DEBA5B8C67}"/>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0" name="Rectangle 49">
              <a:extLst>
                <a:ext uri="{FF2B5EF4-FFF2-40B4-BE49-F238E27FC236}">
                  <a16:creationId xmlns:a16="http://schemas.microsoft.com/office/drawing/2014/main" id="{99E3E066-C401-0402-0313-DBA8662FE926}"/>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1" name="Rectangle 50">
              <a:extLst>
                <a:ext uri="{FF2B5EF4-FFF2-40B4-BE49-F238E27FC236}">
                  <a16:creationId xmlns:a16="http://schemas.microsoft.com/office/drawing/2014/main" id="{1FEBB6AC-3F69-4000-0053-163CDBA96746}"/>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52" name="Oval 51">
            <a:extLst>
              <a:ext uri="{FF2B5EF4-FFF2-40B4-BE49-F238E27FC236}">
                <a16:creationId xmlns:a16="http://schemas.microsoft.com/office/drawing/2014/main" id="{68AEAC3C-3528-5DB3-1A54-A5A22668615F}"/>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53" name="TextBox 52">
            <a:extLst>
              <a:ext uri="{FF2B5EF4-FFF2-40B4-BE49-F238E27FC236}">
                <a16:creationId xmlns:a16="http://schemas.microsoft.com/office/drawing/2014/main" id="{0A233938-CE2B-264A-7357-7B4334EF0BDB}"/>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54" name="Picture 53">
            <a:extLst>
              <a:ext uri="{FF2B5EF4-FFF2-40B4-BE49-F238E27FC236}">
                <a16:creationId xmlns:a16="http://schemas.microsoft.com/office/drawing/2014/main" id="{1298FB80-569E-2959-15BA-8618C81B4D5D}"/>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sp>
        <p:nvSpPr>
          <p:cNvPr id="2" name="TextBox 1">
            <a:extLst>
              <a:ext uri="{FF2B5EF4-FFF2-40B4-BE49-F238E27FC236}">
                <a16:creationId xmlns:a16="http://schemas.microsoft.com/office/drawing/2014/main" id="{D1C01769-6209-2C05-501F-528D22BBAB96}"/>
              </a:ext>
            </a:extLst>
          </p:cNvPr>
          <p:cNvSpPr txBox="1"/>
          <p:nvPr/>
        </p:nvSpPr>
        <p:spPr>
          <a:xfrm>
            <a:off x="3858222" y="1463633"/>
            <a:ext cx="11534177" cy="646331"/>
          </a:xfrm>
          <a:prstGeom prst="rect">
            <a:avLst/>
          </a:prstGeom>
          <a:noFill/>
        </p:spPr>
        <p:txBody>
          <a:bodyPr wrap="square" rtlCol="0">
            <a:spAutoFit/>
          </a:bodyPr>
          <a:lstStyle/>
          <a:p>
            <a:r>
              <a:rPr lang="en-US" sz="3600">
                <a:solidFill>
                  <a:schemeClr val="bg1"/>
                </a:solidFill>
                <a:latin typeface="Times New Roman" panose="02020603050405020304" pitchFamily="18" charset="0"/>
                <a:cs typeface="Times New Roman" panose="02020603050405020304" pitchFamily="18" charset="0"/>
              </a:rPr>
              <a:t>4. KẾT QUẢ VÀ THẢO LUẬN</a:t>
            </a:r>
          </a:p>
        </p:txBody>
      </p:sp>
      <p:pic>
        <p:nvPicPr>
          <p:cNvPr id="4" name="Picture 3">
            <a:extLst>
              <a:ext uri="{FF2B5EF4-FFF2-40B4-BE49-F238E27FC236}">
                <a16:creationId xmlns:a16="http://schemas.microsoft.com/office/drawing/2014/main" id="{C87B259D-09EE-3AD4-25E7-C498FDD6FE95}"/>
              </a:ext>
            </a:extLst>
          </p:cNvPr>
          <p:cNvPicPr>
            <a:picLocks noChangeAspect="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4225203" y="3707831"/>
            <a:ext cx="13834197" cy="5276142"/>
          </a:xfrm>
          <a:prstGeom prst="rect">
            <a:avLst/>
          </a:prstGeom>
          <a:noFill/>
          <a:ln>
            <a:noFill/>
          </a:ln>
        </p:spPr>
      </p:pic>
    </p:spTree>
    <p:extLst>
      <p:ext uri="{BB962C8B-B14F-4D97-AF65-F5344CB8AC3E}">
        <p14:creationId xmlns:p14="http://schemas.microsoft.com/office/powerpoint/2010/main" val="413536329"/>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1"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0-#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18">
                                            <p:txEl>
                                              <p:pRg st="0" end="0"/>
                                            </p:txEl>
                                          </p:spTgt>
                                        </p:tgtEl>
                                        <p:attrNameLst>
                                          <p:attrName>style.visibility</p:attrName>
                                        </p:attrNameLst>
                                      </p:cBhvr>
                                      <p:to>
                                        <p:strVal val="visible"/>
                                      </p:to>
                                    </p:set>
                                    <p:anim calcmode="lin" valueType="num">
                                      <p:cBhvr additive="base">
                                        <p:cTn id="11" dur="500" fill="hold"/>
                                        <p:tgtEl>
                                          <p:spTgt spid="18">
                                            <p:txEl>
                                              <p:pRg st="0" end="0"/>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18">
                                            <p:txEl>
                                              <p:pRg st="0" end="0"/>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uiExpand="1" build="allAtOnce"/>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F8E5E0-E390-2D86-5DA0-B717E1AE5556}"/>
            </a:ext>
          </a:extLst>
        </p:cNvPr>
        <p:cNvGrpSpPr/>
        <p:nvPr/>
      </p:nvGrpSpPr>
      <p:grpSpPr>
        <a:xfrm>
          <a:off x="0" y="0"/>
          <a:ext cx="0" cy="0"/>
          <a:chOff x="0" y="0"/>
          <a:chExt cx="0" cy="0"/>
        </a:xfrm>
      </p:grpSpPr>
      <p:sp>
        <p:nvSpPr>
          <p:cNvPr id="45" name="Rectangle 44">
            <a:extLst>
              <a:ext uri="{FF2B5EF4-FFF2-40B4-BE49-F238E27FC236}">
                <a16:creationId xmlns:a16="http://schemas.microsoft.com/office/drawing/2014/main" id="{F43631A4-3E67-A0CC-A041-3D33F4994A88}"/>
              </a:ext>
            </a:extLst>
          </p:cNvPr>
          <p:cNvSpPr/>
          <p:nvPr/>
        </p:nvSpPr>
        <p:spPr>
          <a:xfrm>
            <a:off x="3810000" y="1188000"/>
            <a:ext cx="14478000" cy="1204805"/>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6" name="Rectangle: Rounded Corners 45">
            <a:extLst>
              <a:ext uri="{FF2B5EF4-FFF2-40B4-BE49-F238E27FC236}">
                <a16:creationId xmlns:a16="http://schemas.microsoft.com/office/drawing/2014/main" id="{E4253B4E-6EFB-3890-1570-DE0108D89751}"/>
              </a:ext>
            </a:extLst>
          </p:cNvPr>
          <p:cNvSpPr/>
          <p:nvPr/>
        </p:nvSpPr>
        <p:spPr>
          <a:xfrm>
            <a:off x="3858223" y="1275813"/>
            <a:ext cx="12192000" cy="1020412"/>
          </a:xfrm>
          <a:prstGeom prst="roundRect">
            <a:avLst/>
          </a:prstGeom>
          <a:solidFill>
            <a:srgbClr val="288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4" name="Rectangle 43">
            <a:extLst>
              <a:ext uri="{FF2B5EF4-FFF2-40B4-BE49-F238E27FC236}">
                <a16:creationId xmlns:a16="http://schemas.microsoft.com/office/drawing/2014/main" id="{5114BCCA-BBD2-849C-E541-976D5024CE46}"/>
              </a:ext>
            </a:extLst>
          </p:cNvPr>
          <p:cNvSpPr/>
          <p:nvPr/>
        </p:nvSpPr>
        <p:spPr>
          <a:xfrm>
            <a:off x="0" y="2400300"/>
            <a:ext cx="3810000" cy="78867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7" name="TextBox 10">
            <a:extLst>
              <a:ext uri="{FF2B5EF4-FFF2-40B4-BE49-F238E27FC236}">
                <a16:creationId xmlns:a16="http://schemas.microsoft.com/office/drawing/2014/main" id="{46632BFF-E047-B778-2E69-E013999E9BF3}"/>
              </a:ext>
            </a:extLst>
          </p:cNvPr>
          <p:cNvSpPr txBox="1"/>
          <p:nvPr/>
        </p:nvSpPr>
        <p:spPr>
          <a:xfrm>
            <a:off x="4572000" y="475436"/>
            <a:ext cx="13549652" cy="1450397"/>
          </a:xfrm>
          <a:prstGeom prst="rect">
            <a:avLst/>
          </a:prstGeom>
        </p:spPr>
        <p:txBody>
          <a:bodyPr wrap="square" lIns="0" tIns="0" rIns="0" bIns="0" rtlCol="0" anchor="t">
            <a:spAutoFit/>
          </a:bodyPr>
          <a:lstStyle/>
          <a:p>
            <a:pPr>
              <a:lnSpc>
                <a:spcPct val="130000"/>
              </a:lnSpc>
              <a:spcBef>
                <a:spcPts val="600"/>
              </a:spcBef>
              <a:spcAft>
                <a:spcPts val="600"/>
              </a:spcAft>
            </a:pPr>
            <a:endParaRPr lang="en-US" sz="3600">
              <a:effectLst/>
              <a:latin typeface="Times New Roman" panose="02020603050405020304" pitchFamily="18" charset="0"/>
              <a:ea typeface="Times New Roman" panose="02020603050405020304" pitchFamily="18" charset="0"/>
            </a:endParaRPr>
          </a:p>
          <a:p>
            <a:pPr indent="0">
              <a:lnSpc>
                <a:spcPct val="130000"/>
              </a:lnSpc>
              <a:spcBef>
                <a:spcPts val="600"/>
              </a:spcBef>
              <a:spcAft>
                <a:spcPts val="600"/>
              </a:spcAft>
              <a:buNone/>
            </a:pPr>
            <a:endParaRPr lang="en-US" sz="3200" b="0" i="0">
              <a:solidFill>
                <a:schemeClr val="tx1"/>
              </a:solidFill>
              <a:effectLst/>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A057F601-756A-040C-C917-EE577C600B58}"/>
              </a:ext>
            </a:extLst>
          </p:cNvPr>
          <p:cNvSpPr txBox="1"/>
          <p:nvPr/>
        </p:nvSpPr>
        <p:spPr>
          <a:xfrm>
            <a:off x="228600" y="5466487"/>
            <a:ext cx="3562350" cy="1200329"/>
          </a:xfrm>
          <a:prstGeom prst="rect">
            <a:avLst/>
          </a:prstGeom>
          <a:noFill/>
        </p:spPr>
        <p:txBody>
          <a:bodyPr wrap="square" rtlCol="0">
            <a:spAutoFit/>
          </a:bodyPr>
          <a:lstStyle/>
          <a:p>
            <a:r>
              <a:rPr lang="en-US" sz="3600">
                <a:latin typeface="Times New Roman" panose="02020603050405020304" pitchFamily="18" charset="0"/>
                <a:cs typeface="Times New Roman" panose="02020603050405020304" pitchFamily="18" charset="0"/>
              </a:rPr>
              <a:t>Kết quả xây dựng chương trình</a:t>
            </a:r>
          </a:p>
        </p:txBody>
      </p:sp>
      <p:sp>
        <p:nvSpPr>
          <p:cNvPr id="18" name="TextBox 17">
            <a:extLst>
              <a:ext uri="{FF2B5EF4-FFF2-40B4-BE49-F238E27FC236}">
                <a16:creationId xmlns:a16="http://schemas.microsoft.com/office/drawing/2014/main" id="{1A238A2C-CB1D-EE0B-BE1F-E265A2892DE7}"/>
              </a:ext>
            </a:extLst>
          </p:cNvPr>
          <p:cNvSpPr txBox="1"/>
          <p:nvPr/>
        </p:nvSpPr>
        <p:spPr>
          <a:xfrm>
            <a:off x="3810000" y="2430905"/>
            <a:ext cx="14249400" cy="668645"/>
          </a:xfrm>
          <a:prstGeom prst="rect">
            <a:avLst/>
          </a:prstGeom>
          <a:noFill/>
        </p:spPr>
        <p:txBody>
          <a:bodyPr wrap="square" rtlCol="0">
            <a:spAutoFit/>
          </a:bodyPr>
          <a:lstStyle/>
          <a:p>
            <a:pPr lvl="0">
              <a:lnSpc>
                <a:spcPct val="130000"/>
              </a:lnSpc>
            </a:pPr>
            <a:r>
              <a:rPr lang="en-US" sz="3200" b="1">
                <a:latin typeface="Times New Roman" panose="02020603050405020304" pitchFamily="18" charset="0"/>
                <a:ea typeface="SimSun" panose="02010600030101010101" pitchFamily="2" charset="-122"/>
              </a:rPr>
              <a:t>Giao diện ứng dụng</a:t>
            </a:r>
            <a:endParaRPr lang="en-US" sz="3200">
              <a:latin typeface="Times New Roman" panose="02020603050405020304" pitchFamily="18" charset="0"/>
              <a:ea typeface="SimSun" panose="02010600030101010101" pitchFamily="2" charset="-122"/>
            </a:endParaRPr>
          </a:p>
        </p:txBody>
      </p:sp>
      <p:grpSp>
        <p:nvGrpSpPr>
          <p:cNvPr id="47" name="Group 46">
            <a:extLst>
              <a:ext uri="{FF2B5EF4-FFF2-40B4-BE49-F238E27FC236}">
                <a16:creationId xmlns:a16="http://schemas.microsoft.com/office/drawing/2014/main" id="{AA51F8F5-9DA6-243E-64D2-50E39690000F}"/>
              </a:ext>
            </a:extLst>
          </p:cNvPr>
          <p:cNvGrpSpPr/>
          <p:nvPr/>
        </p:nvGrpSpPr>
        <p:grpSpPr>
          <a:xfrm>
            <a:off x="0" y="0"/>
            <a:ext cx="18360000" cy="1188944"/>
            <a:chOff x="0" y="0"/>
            <a:chExt cx="18360000" cy="1188944"/>
          </a:xfrm>
        </p:grpSpPr>
        <p:sp>
          <p:nvSpPr>
            <p:cNvPr id="48" name="Rectangle 47">
              <a:extLst>
                <a:ext uri="{FF2B5EF4-FFF2-40B4-BE49-F238E27FC236}">
                  <a16:creationId xmlns:a16="http://schemas.microsoft.com/office/drawing/2014/main" id="{91CFA113-6B18-9036-92B6-7CFEC2D6FEE7}"/>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9" name="Rectangle 48">
              <a:extLst>
                <a:ext uri="{FF2B5EF4-FFF2-40B4-BE49-F238E27FC236}">
                  <a16:creationId xmlns:a16="http://schemas.microsoft.com/office/drawing/2014/main" id="{FBE8CC87-A354-3E3F-0A21-7F985FF06612}"/>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0" name="Rectangle 49">
              <a:extLst>
                <a:ext uri="{FF2B5EF4-FFF2-40B4-BE49-F238E27FC236}">
                  <a16:creationId xmlns:a16="http://schemas.microsoft.com/office/drawing/2014/main" id="{F453172F-40B9-2C4E-8E53-448D79B15BE1}"/>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1" name="Rectangle 50">
              <a:extLst>
                <a:ext uri="{FF2B5EF4-FFF2-40B4-BE49-F238E27FC236}">
                  <a16:creationId xmlns:a16="http://schemas.microsoft.com/office/drawing/2014/main" id="{C33FD5AD-6204-56EE-C5D8-61AA79CECDAF}"/>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52" name="Oval 51">
            <a:extLst>
              <a:ext uri="{FF2B5EF4-FFF2-40B4-BE49-F238E27FC236}">
                <a16:creationId xmlns:a16="http://schemas.microsoft.com/office/drawing/2014/main" id="{934B9732-2205-DC09-108F-3DBD342D734A}"/>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53" name="TextBox 52">
            <a:extLst>
              <a:ext uri="{FF2B5EF4-FFF2-40B4-BE49-F238E27FC236}">
                <a16:creationId xmlns:a16="http://schemas.microsoft.com/office/drawing/2014/main" id="{4D6A8FF2-46BE-7C59-8492-47E6A088F2B3}"/>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54" name="Picture 53">
            <a:extLst>
              <a:ext uri="{FF2B5EF4-FFF2-40B4-BE49-F238E27FC236}">
                <a16:creationId xmlns:a16="http://schemas.microsoft.com/office/drawing/2014/main" id="{0E8025A0-0358-BCA3-7EB0-9307BC50ABF2}"/>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sp>
        <p:nvSpPr>
          <p:cNvPr id="2" name="TextBox 1">
            <a:extLst>
              <a:ext uri="{FF2B5EF4-FFF2-40B4-BE49-F238E27FC236}">
                <a16:creationId xmlns:a16="http://schemas.microsoft.com/office/drawing/2014/main" id="{3ABE8B5A-6A80-74FF-B99B-3C3774D4C396}"/>
              </a:ext>
            </a:extLst>
          </p:cNvPr>
          <p:cNvSpPr txBox="1"/>
          <p:nvPr/>
        </p:nvSpPr>
        <p:spPr>
          <a:xfrm>
            <a:off x="3858222" y="1463633"/>
            <a:ext cx="11534177" cy="646331"/>
          </a:xfrm>
          <a:prstGeom prst="rect">
            <a:avLst/>
          </a:prstGeom>
          <a:noFill/>
        </p:spPr>
        <p:txBody>
          <a:bodyPr wrap="square" rtlCol="0">
            <a:spAutoFit/>
          </a:bodyPr>
          <a:lstStyle/>
          <a:p>
            <a:r>
              <a:rPr lang="en-US" sz="3600">
                <a:solidFill>
                  <a:schemeClr val="bg1"/>
                </a:solidFill>
                <a:latin typeface="Times New Roman" panose="02020603050405020304" pitchFamily="18" charset="0"/>
                <a:cs typeface="Times New Roman" panose="02020603050405020304" pitchFamily="18" charset="0"/>
              </a:rPr>
              <a:t>4. KẾT QUẢ VÀ THẢO LUẬN</a:t>
            </a:r>
          </a:p>
        </p:txBody>
      </p:sp>
      <p:pic>
        <p:nvPicPr>
          <p:cNvPr id="5" name="Picture 4">
            <a:extLst>
              <a:ext uri="{FF2B5EF4-FFF2-40B4-BE49-F238E27FC236}">
                <a16:creationId xmlns:a16="http://schemas.microsoft.com/office/drawing/2014/main" id="{AF1528C8-6127-0F72-086A-032065B45375}"/>
              </a:ext>
            </a:extLst>
          </p:cNvPr>
          <p:cNvPicPr>
            <a:picLocks noChangeAspect="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899090" y="3100248"/>
            <a:ext cx="3244864" cy="7019394"/>
          </a:xfrm>
          <a:prstGeom prst="rect">
            <a:avLst/>
          </a:prstGeom>
          <a:noFill/>
          <a:ln>
            <a:noFill/>
          </a:ln>
        </p:spPr>
      </p:pic>
      <p:pic>
        <p:nvPicPr>
          <p:cNvPr id="6" name="Picture 5">
            <a:extLst>
              <a:ext uri="{FF2B5EF4-FFF2-40B4-BE49-F238E27FC236}">
                <a16:creationId xmlns:a16="http://schemas.microsoft.com/office/drawing/2014/main" id="{6B59336C-8599-C843-BB0C-9A316704E8F0}"/>
              </a:ext>
            </a:extLst>
          </p:cNvPr>
          <p:cNvPicPr>
            <a:picLocks noChangeAspect="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7371182" y="3078382"/>
            <a:ext cx="3244864" cy="7019394"/>
          </a:xfrm>
          <a:prstGeom prst="rect">
            <a:avLst/>
          </a:prstGeom>
          <a:noFill/>
          <a:ln>
            <a:noFill/>
          </a:ln>
        </p:spPr>
      </p:pic>
      <p:pic>
        <p:nvPicPr>
          <p:cNvPr id="7" name="Picture 6">
            <a:extLst>
              <a:ext uri="{FF2B5EF4-FFF2-40B4-BE49-F238E27FC236}">
                <a16:creationId xmlns:a16="http://schemas.microsoft.com/office/drawing/2014/main" id="{32B9B1BA-9A1D-6F1B-B9CF-669AD1C2BCC2}"/>
              </a:ext>
            </a:extLst>
          </p:cNvPr>
          <p:cNvPicPr>
            <a:picLocks noChangeAspect="1"/>
          </p:cNvPicPr>
          <p:nvPr/>
        </p:nvPicPr>
        <p:blipFill>
          <a:blip r:embed="rId7" cstate="print">
            <a:extLst>
              <a:ext uri="{28A0092B-C50C-407E-A947-70E740481C1C}">
                <a14:useLocalDpi xmlns:a14="http://schemas.microsoft.com/office/drawing/2010/main" val="0"/>
              </a:ext>
            </a:extLst>
          </a:blip>
          <a:srcRect/>
          <a:stretch>
            <a:fillRect/>
          </a:stretch>
        </p:blipFill>
        <p:spPr bwMode="auto">
          <a:xfrm>
            <a:off x="11026727" y="3069311"/>
            <a:ext cx="3244863" cy="7019123"/>
          </a:xfrm>
          <a:prstGeom prst="rect">
            <a:avLst/>
          </a:prstGeom>
          <a:noFill/>
          <a:ln>
            <a:noFill/>
          </a:ln>
        </p:spPr>
      </p:pic>
      <p:pic>
        <p:nvPicPr>
          <p:cNvPr id="8" name="Picture 7">
            <a:extLst>
              <a:ext uri="{FF2B5EF4-FFF2-40B4-BE49-F238E27FC236}">
                <a16:creationId xmlns:a16="http://schemas.microsoft.com/office/drawing/2014/main" id="{F4F406D4-0ACF-971D-E7B3-B8941775CC63}"/>
              </a:ext>
            </a:extLst>
          </p:cNvPr>
          <p:cNvPicPr>
            <a:picLocks noChangeAspect="1"/>
          </p:cNvPicPr>
          <p:nvPr/>
        </p:nvPicPr>
        <p:blipFill>
          <a:blip r:embed="rId8" cstate="print">
            <a:extLst>
              <a:ext uri="{28A0092B-C50C-407E-A947-70E740481C1C}">
                <a14:useLocalDpi xmlns:a14="http://schemas.microsoft.com/office/drawing/2010/main" val="0"/>
              </a:ext>
            </a:extLst>
          </a:blip>
          <a:srcRect/>
          <a:stretch>
            <a:fillRect/>
          </a:stretch>
        </p:blipFill>
        <p:spPr bwMode="auto">
          <a:xfrm>
            <a:off x="14568672" y="3078382"/>
            <a:ext cx="3244947" cy="7019123"/>
          </a:xfrm>
          <a:prstGeom prst="rect">
            <a:avLst/>
          </a:prstGeom>
          <a:noFill/>
          <a:ln>
            <a:noFill/>
          </a:ln>
        </p:spPr>
      </p:pic>
    </p:spTree>
    <p:extLst>
      <p:ext uri="{BB962C8B-B14F-4D97-AF65-F5344CB8AC3E}">
        <p14:creationId xmlns:p14="http://schemas.microsoft.com/office/powerpoint/2010/main" val="609722738"/>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1"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0-#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18">
                                            <p:txEl>
                                              <p:pRg st="0" end="0"/>
                                            </p:txEl>
                                          </p:spTgt>
                                        </p:tgtEl>
                                        <p:attrNameLst>
                                          <p:attrName>style.visibility</p:attrName>
                                        </p:attrNameLst>
                                      </p:cBhvr>
                                      <p:to>
                                        <p:strVal val="visible"/>
                                      </p:to>
                                    </p:set>
                                    <p:anim calcmode="lin" valueType="num">
                                      <p:cBhvr additive="base">
                                        <p:cTn id="11" dur="500" fill="hold"/>
                                        <p:tgtEl>
                                          <p:spTgt spid="18">
                                            <p:txEl>
                                              <p:pRg st="0" end="0"/>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18">
                                            <p:txEl>
                                              <p:pRg st="0" end="0"/>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uiExpand="1" build="allAtOnce"/>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31D8D2-0FAB-3436-E2A7-0D688E055F75}"/>
            </a:ext>
          </a:extLst>
        </p:cNvPr>
        <p:cNvGrpSpPr/>
        <p:nvPr/>
      </p:nvGrpSpPr>
      <p:grpSpPr>
        <a:xfrm>
          <a:off x="0" y="0"/>
          <a:ext cx="0" cy="0"/>
          <a:chOff x="0" y="0"/>
          <a:chExt cx="0" cy="0"/>
        </a:xfrm>
      </p:grpSpPr>
      <p:sp>
        <p:nvSpPr>
          <p:cNvPr id="20" name="Rectangle 19">
            <a:extLst>
              <a:ext uri="{FF2B5EF4-FFF2-40B4-BE49-F238E27FC236}">
                <a16:creationId xmlns:a16="http://schemas.microsoft.com/office/drawing/2014/main" id="{79368740-E1B5-208C-793D-B004AE5BDDD3}"/>
              </a:ext>
            </a:extLst>
          </p:cNvPr>
          <p:cNvSpPr/>
          <p:nvPr/>
        </p:nvSpPr>
        <p:spPr>
          <a:xfrm>
            <a:off x="3810000" y="2400300"/>
            <a:ext cx="14478000" cy="7878236"/>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21" name="Rectangle 20">
            <a:extLst>
              <a:ext uri="{FF2B5EF4-FFF2-40B4-BE49-F238E27FC236}">
                <a16:creationId xmlns:a16="http://schemas.microsoft.com/office/drawing/2014/main" id="{CD20F00F-6150-BDFF-510E-6C976A67C7C8}"/>
              </a:ext>
            </a:extLst>
          </p:cNvPr>
          <p:cNvSpPr/>
          <p:nvPr/>
        </p:nvSpPr>
        <p:spPr>
          <a:xfrm>
            <a:off x="0" y="1186334"/>
            <a:ext cx="3810000" cy="1213966"/>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23" name="Rectangle: Rounded Corners 22">
            <a:extLst>
              <a:ext uri="{FF2B5EF4-FFF2-40B4-BE49-F238E27FC236}">
                <a16:creationId xmlns:a16="http://schemas.microsoft.com/office/drawing/2014/main" id="{F188B612-9BB3-1427-1E0F-940D78A0444C}"/>
              </a:ext>
            </a:extLst>
          </p:cNvPr>
          <p:cNvSpPr/>
          <p:nvPr/>
        </p:nvSpPr>
        <p:spPr>
          <a:xfrm>
            <a:off x="3886200" y="5951888"/>
            <a:ext cx="12192000" cy="1020412"/>
          </a:xfrm>
          <a:prstGeom prst="roundRect">
            <a:avLst/>
          </a:prstGeom>
          <a:solidFill>
            <a:srgbClr val="288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24" name="TextBox 23">
            <a:extLst>
              <a:ext uri="{FF2B5EF4-FFF2-40B4-BE49-F238E27FC236}">
                <a16:creationId xmlns:a16="http://schemas.microsoft.com/office/drawing/2014/main" id="{3FCED353-2F32-175D-8EC7-F49756940ACD}"/>
              </a:ext>
            </a:extLst>
          </p:cNvPr>
          <p:cNvSpPr txBox="1"/>
          <p:nvPr/>
        </p:nvSpPr>
        <p:spPr>
          <a:xfrm>
            <a:off x="288004" y="1325218"/>
            <a:ext cx="3217196"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NỘI DUNG</a:t>
            </a:r>
          </a:p>
        </p:txBody>
      </p:sp>
      <p:sp>
        <p:nvSpPr>
          <p:cNvPr id="26" name="TextBox 25">
            <a:extLst>
              <a:ext uri="{FF2B5EF4-FFF2-40B4-BE49-F238E27FC236}">
                <a16:creationId xmlns:a16="http://schemas.microsoft.com/office/drawing/2014/main" id="{1145529B-CB51-8F18-354C-839603D74BC1}"/>
              </a:ext>
            </a:extLst>
          </p:cNvPr>
          <p:cNvSpPr txBox="1"/>
          <p:nvPr/>
        </p:nvSpPr>
        <p:spPr>
          <a:xfrm>
            <a:off x="3810000" y="2412254"/>
            <a:ext cx="11734800" cy="5603930"/>
          </a:xfrm>
          <a:prstGeom prst="rect">
            <a:avLst/>
          </a:prstGeom>
          <a:noFill/>
          <a:ln>
            <a:noFill/>
          </a:ln>
        </p:spPr>
        <p:txBody>
          <a:bodyPr wrap="square" rtlCol="0">
            <a:spAutoFit/>
          </a:bodyPr>
          <a:lstStyle/>
          <a:p>
            <a:pPr marL="742950" indent="-742950">
              <a:lnSpc>
                <a:spcPct val="200000"/>
              </a:lnSpc>
              <a:buAutoNum type="arabicPeriod"/>
            </a:pPr>
            <a:r>
              <a:rPr lang="en-US" sz="3600">
                <a:latin typeface="Times New Roman" panose="02020603050405020304" pitchFamily="18" charset="0"/>
                <a:cs typeface="Times New Roman" panose="02020603050405020304" pitchFamily="18" charset="0"/>
              </a:rPr>
              <a:t>GIỚI THIỆU</a:t>
            </a:r>
          </a:p>
          <a:p>
            <a:pPr marL="742950" indent="-742950">
              <a:lnSpc>
                <a:spcPct val="200000"/>
              </a:lnSpc>
              <a:buFontTx/>
              <a:buAutoNum type="arabicPeriod"/>
            </a:pPr>
            <a:r>
              <a:rPr lang="en-US" sz="3600">
                <a:latin typeface="Times New Roman" panose="02020603050405020304" pitchFamily="18" charset="0"/>
                <a:cs typeface="Times New Roman" panose="02020603050405020304" pitchFamily="18" charset="0"/>
              </a:rPr>
              <a:t>TÌNH HÌNH NGHIÊN CỨU TRONG VÀ NGOÀI NƯỚC</a:t>
            </a:r>
          </a:p>
          <a:p>
            <a:pPr marL="742950" indent="-742950">
              <a:lnSpc>
                <a:spcPct val="200000"/>
              </a:lnSpc>
              <a:buFontTx/>
              <a:buAutoNum type="arabicPeriod"/>
            </a:pPr>
            <a:r>
              <a:rPr lang="en-US" sz="3600">
                <a:latin typeface="Times New Roman" panose="02020603050405020304" pitchFamily="18" charset="0"/>
                <a:cs typeface="Times New Roman" panose="02020603050405020304" pitchFamily="18" charset="0"/>
              </a:rPr>
              <a:t>NỘI DUNG VÀ PHƯƠNG PHÁP NGHIÊN CỨU</a:t>
            </a:r>
          </a:p>
          <a:p>
            <a:pPr marL="742950" indent="-742950">
              <a:lnSpc>
                <a:spcPct val="200000"/>
              </a:lnSpc>
              <a:buFontTx/>
              <a:buAutoNum type="arabicPeriod"/>
            </a:pPr>
            <a:r>
              <a:rPr lang="en-US" sz="3600">
                <a:solidFill>
                  <a:schemeClr val="bg1"/>
                </a:solidFill>
                <a:latin typeface="Times New Roman" panose="02020603050405020304" pitchFamily="18" charset="0"/>
                <a:cs typeface="Times New Roman" panose="02020603050405020304" pitchFamily="18" charset="0"/>
              </a:rPr>
              <a:t>KẾT QUẢ VÀ THẢO LUẬN</a:t>
            </a:r>
          </a:p>
          <a:p>
            <a:pPr marL="742950" indent="-742950">
              <a:lnSpc>
                <a:spcPct val="200000"/>
              </a:lnSpc>
              <a:buFontTx/>
              <a:buAutoNum type="arabicPeriod"/>
            </a:pPr>
            <a:r>
              <a:rPr lang="en-US" sz="3600">
                <a:latin typeface="Times New Roman" panose="02020603050405020304" pitchFamily="18" charset="0"/>
                <a:cs typeface="Times New Roman" panose="02020603050405020304" pitchFamily="18" charset="0"/>
              </a:rPr>
              <a:t>KẾT LUẬN VÀ ĐỀ NGHỊ</a:t>
            </a:r>
          </a:p>
        </p:txBody>
      </p:sp>
      <p:grpSp>
        <p:nvGrpSpPr>
          <p:cNvPr id="27" name="Group 26">
            <a:extLst>
              <a:ext uri="{FF2B5EF4-FFF2-40B4-BE49-F238E27FC236}">
                <a16:creationId xmlns:a16="http://schemas.microsoft.com/office/drawing/2014/main" id="{26AF1E05-0F98-DE53-97CD-D525CA5C162E}"/>
              </a:ext>
            </a:extLst>
          </p:cNvPr>
          <p:cNvGrpSpPr/>
          <p:nvPr/>
        </p:nvGrpSpPr>
        <p:grpSpPr>
          <a:xfrm>
            <a:off x="0" y="0"/>
            <a:ext cx="18360000" cy="1188944"/>
            <a:chOff x="0" y="0"/>
            <a:chExt cx="18360000" cy="1188944"/>
          </a:xfrm>
        </p:grpSpPr>
        <p:sp>
          <p:nvSpPr>
            <p:cNvPr id="28" name="Rectangle 27">
              <a:extLst>
                <a:ext uri="{FF2B5EF4-FFF2-40B4-BE49-F238E27FC236}">
                  <a16:creationId xmlns:a16="http://schemas.microsoft.com/office/drawing/2014/main" id="{FF18EC0C-BD0E-AAB3-6A83-96A4FCE78730}"/>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29" name="Rectangle 28">
              <a:extLst>
                <a:ext uri="{FF2B5EF4-FFF2-40B4-BE49-F238E27FC236}">
                  <a16:creationId xmlns:a16="http://schemas.microsoft.com/office/drawing/2014/main" id="{B4AD18DA-6D3C-0F9C-ACE6-682949C4993E}"/>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0" name="Rectangle 29">
              <a:extLst>
                <a:ext uri="{FF2B5EF4-FFF2-40B4-BE49-F238E27FC236}">
                  <a16:creationId xmlns:a16="http://schemas.microsoft.com/office/drawing/2014/main" id="{0DE2E63A-9864-43C5-8422-1C8B1DCAA8CB}"/>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1" name="Rectangle 30">
              <a:extLst>
                <a:ext uri="{FF2B5EF4-FFF2-40B4-BE49-F238E27FC236}">
                  <a16:creationId xmlns:a16="http://schemas.microsoft.com/office/drawing/2014/main" id="{C0E3DE16-5C6B-B16B-0174-AAE8D04B81E3}"/>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32" name="Oval 31">
            <a:extLst>
              <a:ext uri="{FF2B5EF4-FFF2-40B4-BE49-F238E27FC236}">
                <a16:creationId xmlns:a16="http://schemas.microsoft.com/office/drawing/2014/main" id="{EA4AA81E-A499-6881-1397-C481E48C7822}"/>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33" name="TextBox 32">
            <a:extLst>
              <a:ext uri="{FF2B5EF4-FFF2-40B4-BE49-F238E27FC236}">
                <a16:creationId xmlns:a16="http://schemas.microsoft.com/office/drawing/2014/main" id="{DBC99D45-151C-B296-DB7A-7B62D570E8A7}"/>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34" name="Picture 33">
            <a:extLst>
              <a:ext uri="{FF2B5EF4-FFF2-40B4-BE49-F238E27FC236}">
                <a16:creationId xmlns:a16="http://schemas.microsoft.com/office/drawing/2014/main" id="{F9C29E30-D127-4D8A-3052-2017AE2BE71E}"/>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spTree>
    <p:extLst>
      <p:ext uri="{BB962C8B-B14F-4D97-AF65-F5344CB8AC3E}">
        <p14:creationId xmlns:p14="http://schemas.microsoft.com/office/powerpoint/2010/main" val="1316307461"/>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3347BE-E224-E604-8CDD-9CB541C03842}"/>
            </a:ext>
          </a:extLst>
        </p:cNvPr>
        <p:cNvGrpSpPr/>
        <p:nvPr/>
      </p:nvGrpSpPr>
      <p:grpSpPr>
        <a:xfrm>
          <a:off x="0" y="0"/>
          <a:ext cx="0" cy="0"/>
          <a:chOff x="0" y="0"/>
          <a:chExt cx="0" cy="0"/>
        </a:xfrm>
      </p:grpSpPr>
      <p:sp>
        <p:nvSpPr>
          <p:cNvPr id="20" name="Rectangle 19">
            <a:extLst>
              <a:ext uri="{FF2B5EF4-FFF2-40B4-BE49-F238E27FC236}">
                <a16:creationId xmlns:a16="http://schemas.microsoft.com/office/drawing/2014/main" id="{BC2D575A-ABEB-78B4-EF08-F052359BC135}"/>
              </a:ext>
            </a:extLst>
          </p:cNvPr>
          <p:cNvSpPr/>
          <p:nvPr/>
        </p:nvSpPr>
        <p:spPr>
          <a:xfrm>
            <a:off x="3810000" y="2400300"/>
            <a:ext cx="14478000" cy="7878236"/>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21" name="Rectangle 20">
            <a:extLst>
              <a:ext uri="{FF2B5EF4-FFF2-40B4-BE49-F238E27FC236}">
                <a16:creationId xmlns:a16="http://schemas.microsoft.com/office/drawing/2014/main" id="{5E9EE90A-4980-3D8B-DF95-76D446B9DE0E}"/>
              </a:ext>
            </a:extLst>
          </p:cNvPr>
          <p:cNvSpPr/>
          <p:nvPr/>
        </p:nvSpPr>
        <p:spPr>
          <a:xfrm>
            <a:off x="0" y="1186334"/>
            <a:ext cx="3810000" cy="1213966"/>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23" name="Rectangle: Rounded Corners 22">
            <a:extLst>
              <a:ext uri="{FF2B5EF4-FFF2-40B4-BE49-F238E27FC236}">
                <a16:creationId xmlns:a16="http://schemas.microsoft.com/office/drawing/2014/main" id="{55B98CEC-E7C9-4B81-6C09-6BC3E1059206}"/>
              </a:ext>
            </a:extLst>
          </p:cNvPr>
          <p:cNvSpPr/>
          <p:nvPr/>
        </p:nvSpPr>
        <p:spPr>
          <a:xfrm>
            <a:off x="3886200" y="7018688"/>
            <a:ext cx="12192000" cy="1020412"/>
          </a:xfrm>
          <a:prstGeom prst="roundRect">
            <a:avLst/>
          </a:prstGeom>
          <a:solidFill>
            <a:srgbClr val="288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24" name="TextBox 23">
            <a:extLst>
              <a:ext uri="{FF2B5EF4-FFF2-40B4-BE49-F238E27FC236}">
                <a16:creationId xmlns:a16="http://schemas.microsoft.com/office/drawing/2014/main" id="{55852AA0-1837-365E-1C54-E6971A13D02F}"/>
              </a:ext>
            </a:extLst>
          </p:cNvPr>
          <p:cNvSpPr txBox="1"/>
          <p:nvPr/>
        </p:nvSpPr>
        <p:spPr>
          <a:xfrm>
            <a:off x="288004" y="1325218"/>
            <a:ext cx="3217196"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NỘI DUNG</a:t>
            </a:r>
          </a:p>
        </p:txBody>
      </p:sp>
      <p:sp>
        <p:nvSpPr>
          <p:cNvPr id="26" name="TextBox 25">
            <a:extLst>
              <a:ext uri="{FF2B5EF4-FFF2-40B4-BE49-F238E27FC236}">
                <a16:creationId xmlns:a16="http://schemas.microsoft.com/office/drawing/2014/main" id="{03C1DFFA-E81C-062B-69C9-C2C1F6E7A32F}"/>
              </a:ext>
            </a:extLst>
          </p:cNvPr>
          <p:cNvSpPr txBox="1"/>
          <p:nvPr/>
        </p:nvSpPr>
        <p:spPr>
          <a:xfrm>
            <a:off x="3810000" y="2412254"/>
            <a:ext cx="11734800" cy="5603930"/>
          </a:xfrm>
          <a:prstGeom prst="rect">
            <a:avLst/>
          </a:prstGeom>
          <a:noFill/>
          <a:ln>
            <a:noFill/>
          </a:ln>
        </p:spPr>
        <p:txBody>
          <a:bodyPr wrap="square" rtlCol="0">
            <a:spAutoFit/>
          </a:bodyPr>
          <a:lstStyle/>
          <a:p>
            <a:pPr marL="742950" indent="-742950">
              <a:lnSpc>
                <a:spcPct val="200000"/>
              </a:lnSpc>
              <a:buAutoNum type="arabicPeriod"/>
            </a:pPr>
            <a:r>
              <a:rPr lang="en-US" sz="3600">
                <a:latin typeface="Times New Roman" panose="02020603050405020304" pitchFamily="18" charset="0"/>
                <a:cs typeface="Times New Roman" panose="02020603050405020304" pitchFamily="18" charset="0"/>
              </a:rPr>
              <a:t>GIỚI THIỆU</a:t>
            </a:r>
          </a:p>
          <a:p>
            <a:pPr marL="742950" indent="-742950">
              <a:lnSpc>
                <a:spcPct val="200000"/>
              </a:lnSpc>
              <a:buFontTx/>
              <a:buAutoNum type="arabicPeriod"/>
            </a:pPr>
            <a:r>
              <a:rPr lang="en-US" sz="3600">
                <a:latin typeface="Times New Roman" panose="02020603050405020304" pitchFamily="18" charset="0"/>
                <a:cs typeface="Times New Roman" panose="02020603050405020304" pitchFamily="18" charset="0"/>
              </a:rPr>
              <a:t>TÌNH HÌNH NGHIÊN CỨU TRONG VÀ NGOÀI NƯỚC</a:t>
            </a:r>
          </a:p>
          <a:p>
            <a:pPr marL="742950" indent="-742950">
              <a:lnSpc>
                <a:spcPct val="200000"/>
              </a:lnSpc>
              <a:buFontTx/>
              <a:buAutoNum type="arabicPeriod"/>
            </a:pPr>
            <a:r>
              <a:rPr lang="en-US" sz="3600">
                <a:latin typeface="Times New Roman" panose="02020603050405020304" pitchFamily="18" charset="0"/>
                <a:cs typeface="Times New Roman" panose="02020603050405020304" pitchFamily="18" charset="0"/>
              </a:rPr>
              <a:t>NỘI DUNG VÀ PHƯƠNG PHÁP NGHIÊN CỨU</a:t>
            </a:r>
          </a:p>
          <a:p>
            <a:pPr marL="742950" indent="-742950">
              <a:lnSpc>
                <a:spcPct val="200000"/>
              </a:lnSpc>
              <a:buFontTx/>
              <a:buAutoNum type="arabicPeriod"/>
            </a:pPr>
            <a:r>
              <a:rPr lang="en-US" sz="3600">
                <a:latin typeface="Times New Roman" panose="02020603050405020304" pitchFamily="18" charset="0"/>
                <a:cs typeface="Times New Roman" panose="02020603050405020304" pitchFamily="18" charset="0"/>
              </a:rPr>
              <a:t>KẾT QUẢ VÀ THẢO LUẬN</a:t>
            </a:r>
          </a:p>
          <a:p>
            <a:pPr marL="742950" indent="-742950">
              <a:lnSpc>
                <a:spcPct val="200000"/>
              </a:lnSpc>
              <a:buFontTx/>
              <a:buAutoNum type="arabicPeriod"/>
            </a:pPr>
            <a:r>
              <a:rPr lang="en-US" sz="3600">
                <a:solidFill>
                  <a:schemeClr val="bg1"/>
                </a:solidFill>
                <a:latin typeface="Times New Roman" panose="02020603050405020304" pitchFamily="18" charset="0"/>
                <a:cs typeface="Times New Roman" panose="02020603050405020304" pitchFamily="18" charset="0"/>
              </a:rPr>
              <a:t>KẾT LUẬN VÀ ĐỀ NGHỊ</a:t>
            </a:r>
          </a:p>
        </p:txBody>
      </p:sp>
      <p:grpSp>
        <p:nvGrpSpPr>
          <p:cNvPr id="27" name="Group 26">
            <a:extLst>
              <a:ext uri="{FF2B5EF4-FFF2-40B4-BE49-F238E27FC236}">
                <a16:creationId xmlns:a16="http://schemas.microsoft.com/office/drawing/2014/main" id="{F2B74D9D-EF1B-AD66-C34C-928CC2EC5052}"/>
              </a:ext>
            </a:extLst>
          </p:cNvPr>
          <p:cNvGrpSpPr/>
          <p:nvPr/>
        </p:nvGrpSpPr>
        <p:grpSpPr>
          <a:xfrm>
            <a:off x="0" y="0"/>
            <a:ext cx="18360000" cy="1188944"/>
            <a:chOff x="0" y="0"/>
            <a:chExt cx="18360000" cy="1188944"/>
          </a:xfrm>
        </p:grpSpPr>
        <p:sp>
          <p:nvSpPr>
            <p:cNvPr id="28" name="Rectangle 27">
              <a:extLst>
                <a:ext uri="{FF2B5EF4-FFF2-40B4-BE49-F238E27FC236}">
                  <a16:creationId xmlns:a16="http://schemas.microsoft.com/office/drawing/2014/main" id="{0DA8AAB3-FD15-853A-0492-2D0F630C67DF}"/>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29" name="Rectangle 28">
              <a:extLst>
                <a:ext uri="{FF2B5EF4-FFF2-40B4-BE49-F238E27FC236}">
                  <a16:creationId xmlns:a16="http://schemas.microsoft.com/office/drawing/2014/main" id="{80408C2E-3B7C-2259-571B-A22101C97F18}"/>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0" name="Rectangle 29">
              <a:extLst>
                <a:ext uri="{FF2B5EF4-FFF2-40B4-BE49-F238E27FC236}">
                  <a16:creationId xmlns:a16="http://schemas.microsoft.com/office/drawing/2014/main" id="{7E51EA1B-10E0-3843-6EB5-15623F71601C}"/>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1" name="Rectangle 30">
              <a:extLst>
                <a:ext uri="{FF2B5EF4-FFF2-40B4-BE49-F238E27FC236}">
                  <a16:creationId xmlns:a16="http://schemas.microsoft.com/office/drawing/2014/main" id="{7BDAC744-187F-28EE-ACE1-6C5DA73D11C6}"/>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32" name="Oval 31">
            <a:extLst>
              <a:ext uri="{FF2B5EF4-FFF2-40B4-BE49-F238E27FC236}">
                <a16:creationId xmlns:a16="http://schemas.microsoft.com/office/drawing/2014/main" id="{DB22B764-8B09-F027-6C6A-DBAEFE8DBB02}"/>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33" name="TextBox 32">
            <a:extLst>
              <a:ext uri="{FF2B5EF4-FFF2-40B4-BE49-F238E27FC236}">
                <a16:creationId xmlns:a16="http://schemas.microsoft.com/office/drawing/2014/main" id="{F019C329-8A72-DADB-AACF-EE443793D652}"/>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34" name="Picture 33">
            <a:extLst>
              <a:ext uri="{FF2B5EF4-FFF2-40B4-BE49-F238E27FC236}">
                <a16:creationId xmlns:a16="http://schemas.microsoft.com/office/drawing/2014/main" id="{DB7B9E24-143A-8170-8468-703202E71044}"/>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spTree>
    <p:extLst>
      <p:ext uri="{BB962C8B-B14F-4D97-AF65-F5344CB8AC3E}">
        <p14:creationId xmlns:p14="http://schemas.microsoft.com/office/powerpoint/2010/main" val="2176216527"/>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6344A8-6A3D-568A-6EA6-599443791601}"/>
            </a:ext>
          </a:extLst>
        </p:cNvPr>
        <p:cNvGrpSpPr/>
        <p:nvPr/>
      </p:nvGrpSpPr>
      <p:grpSpPr>
        <a:xfrm>
          <a:off x="0" y="0"/>
          <a:ext cx="0" cy="0"/>
          <a:chOff x="0" y="0"/>
          <a:chExt cx="0" cy="0"/>
        </a:xfrm>
      </p:grpSpPr>
      <p:sp>
        <p:nvSpPr>
          <p:cNvPr id="45" name="Rectangle 44">
            <a:extLst>
              <a:ext uri="{FF2B5EF4-FFF2-40B4-BE49-F238E27FC236}">
                <a16:creationId xmlns:a16="http://schemas.microsoft.com/office/drawing/2014/main" id="{8A2B6AFF-2C44-6C3A-94CD-D48E7B232041}"/>
              </a:ext>
            </a:extLst>
          </p:cNvPr>
          <p:cNvSpPr/>
          <p:nvPr/>
        </p:nvSpPr>
        <p:spPr>
          <a:xfrm>
            <a:off x="3810000" y="1188000"/>
            <a:ext cx="14478000" cy="1204805"/>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6" name="Rectangle: Rounded Corners 45">
            <a:extLst>
              <a:ext uri="{FF2B5EF4-FFF2-40B4-BE49-F238E27FC236}">
                <a16:creationId xmlns:a16="http://schemas.microsoft.com/office/drawing/2014/main" id="{2AA0A9C1-D908-5EE7-D0E9-C3FA28AB147F}"/>
              </a:ext>
            </a:extLst>
          </p:cNvPr>
          <p:cNvSpPr/>
          <p:nvPr/>
        </p:nvSpPr>
        <p:spPr>
          <a:xfrm>
            <a:off x="3858223" y="1275813"/>
            <a:ext cx="12192000" cy="1020412"/>
          </a:xfrm>
          <a:prstGeom prst="roundRect">
            <a:avLst/>
          </a:prstGeom>
          <a:solidFill>
            <a:srgbClr val="288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4" name="Rectangle 43">
            <a:extLst>
              <a:ext uri="{FF2B5EF4-FFF2-40B4-BE49-F238E27FC236}">
                <a16:creationId xmlns:a16="http://schemas.microsoft.com/office/drawing/2014/main" id="{C5A6C24F-310D-4371-C39E-C7594C017B2B}"/>
              </a:ext>
            </a:extLst>
          </p:cNvPr>
          <p:cNvSpPr/>
          <p:nvPr/>
        </p:nvSpPr>
        <p:spPr>
          <a:xfrm>
            <a:off x="0" y="2400300"/>
            <a:ext cx="3810000" cy="78867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7" name="TextBox 10">
            <a:extLst>
              <a:ext uri="{FF2B5EF4-FFF2-40B4-BE49-F238E27FC236}">
                <a16:creationId xmlns:a16="http://schemas.microsoft.com/office/drawing/2014/main" id="{FA03C11A-0427-5A2C-3F49-358411CBC790}"/>
              </a:ext>
            </a:extLst>
          </p:cNvPr>
          <p:cNvSpPr txBox="1"/>
          <p:nvPr/>
        </p:nvSpPr>
        <p:spPr>
          <a:xfrm>
            <a:off x="4572000" y="475436"/>
            <a:ext cx="13549652" cy="1450397"/>
          </a:xfrm>
          <a:prstGeom prst="rect">
            <a:avLst/>
          </a:prstGeom>
        </p:spPr>
        <p:txBody>
          <a:bodyPr wrap="square" lIns="0" tIns="0" rIns="0" bIns="0" rtlCol="0" anchor="t">
            <a:spAutoFit/>
          </a:bodyPr>
          <a:lstStyle/>
          <a:p>
            <a:pPr>
              <a:lnSpc>
                <a:spcPct val="130000"/>
              </a:lnSpc>
              <a:spcBef>
                <a:spcPts val="600"/>
              </a:spcBef>
              <a:spcAft>
                <a:spcPts val="600"/>
              </a:spcAft>
            </a:pPr>
            <a:endParaRPr lang="en-US" sz="3600">
              <a:effectLst/>
              <a:latin typeface="Times New Roman" panose="02020603050405020304" pitchFamily="18" charset="0"/>
              <a:ea typeface="Times New Roman" panose="02020603050405020304" pitchFamily="18" charset="0"/>
            </a:endParaRPr>
          </a:p>
          <a:p>
            <a:pPr indent="0">
              <a:lnSpc>
                <a:spcPct val="130000"/>
              </a:lnSpc>
              <a:spcBef>
                <a:spcPts val="600"/>
              </a:spcBef>
              <a:spcAft>
                <a:spcPts val="600"/>
              </a:spcAft>
              <a:buNone/>
            </a:pPr>
            <a:endParaRPr lang="en-US" sz="3200" b="0" i="0">
              <a:solidFill>
                <a:schemeClr val="tx1"/>
              </a:solidFill>
              <a:effectLst/>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2A31B0CA-CADB-E1BB-8ACF-1A16E43C747B}"/>
              </a:ext>
            </a:extLst>
          </p:cNvPr>
          <p:cNvSpPr txBox="1"/>
          <p:nvPr/>
        </p:nvSpPr>
        <p:spPr>
          <a:xfrm>
            <a:off x="152400" y="5466487"/>
            <a:ext cx="3505200" cy="1200329"/>
          </a:xfrm>
          <a:prstGeom prst="rect">
            <a:avLst/>
          </a:prstGeom>
          <a:noFill/>
        </p:spPr>
        <p:txBody>
          <a:bodyPr wrap="square" rtlCol="0">
            <a:spAutoFit/>
          </a:bodyPr>
          <a:lstStyle/>
          <a:p>
            <a:r>
              <a:rPr lang="en-US" sz="3600">
                <a:latin typeface="Times New Roman" panose="02020603050405020304" pitchFamily="18" charset="0"/>
                <a:cs typeface="Times New Roman" panose="02020603050405020304" pitchFamily="18" charset="0"/>
              </a:rPr>
              <a:t>Các chức năng đã xây dựng được</a:t>
            </a:r>
          </a:p>
        </p:txBody>
      </p:sp>
      <p:sp>
        <p:nvSpPr>
          <p:cNvPr id="18" name="TextBox 17">
            <a:extLst>
              <a:ext uri="{FF2B5EF4-FFF2-40B4-BE49-F238E27FC236}">
                <a16:creationId xmlns:a16="http://schemas.microsoft.com/office/drawing/2014/main" id="{7FE78EA3-5309-9956-5CF4-2B665F9D1CB4}"/>
              </a:ext>
            </a:extLst>
          </p:cNvPr>
          <p:cNvSpPr txBox="1"/>
          <p:nvPr/>
        </p:nvSpPr>
        <p:spPr>
          <a:xfrm>
            <a:off x="3810000" y="2430905"/>
            <a:ext cx="14249400" cy="6651821"/>
          </a:xfrm>
          <a:prstGeom prst="rect">
            <a:avLst/>
          </a:prstGeom>
          <a:noFill/>
        </p:spPr>
        <p:txBody>
          <a:bodyPr wrap="square" rtlCol="0">
            <a:spAutoFit/>
          </a:bodyPr>
          <a:lstStyle/>
          <a:p>
            <a:pPr lvl="0" algn="just">
              <a:lnSpc>
                <a:spcPct val="150000"/>
              </a:lnSpc>
            </a:pPr>
            <a:r>
              <a:rPr lang="vi-VN" sz="3200" b="1">
                <a:latin typeface="Times New Roman" panose="02020603050405020304" pitchFamily="18" charset="0"/>
                <a:ea typeface="Times New Roman" panose="02020603050405020304" pitchFamily="18" charset="0"/>
              </a:rPr>
              <a:t>Chức năng dành cho người dung</a:t>
            </a:r>
            <a:r>
              <a:rPr lang="en-US" sz="3200" b="1">
                <a:latin typeface="Times New Roman" panose="02020603050405020304" pitchFamily="18" charset="0"/>
                <a:ea typeface="Times New Roman" panose="02020603050405020304" pitchFamily="18" charset="0"/>
              </a:rPr>
              <a:t>:</a:t>
            </a:r>
            <a:endParaRPr lang="vi-VN" sz="3200">
              <a:latin typeface="Times New Roman" panose="02020603050405020304" pitchFamily="18" charset="0"/>
              <a:ea typeface="Times New Roman" panose="02020603050405020304" pitchFamily="18" charset="0"/>
            </a:endParaRPr>
          </a:p>
          <a:p>
            <a:pPr marL="457200" lvl="0" indent="-457200" algn="just">
              <a:lnSpc>
                <a:spcPct val="150000"/>
              </a:lnSpc>
              <a:buFont typeface="Arial" panose="020B0604020202020204" pitchFamily="34" charset="0"/>
              <a:buChar char="•"/>
            </a:pPr>
            <a:r>
              <a:rPr lang="vi-VN" sz="3200">
                <a:latin typeface="Times New Roman" panose="02020603050405020304" pitchFamily="18" charset="0"/>
                <a:ea typeface="Times New Roman" panose="02020603050405020304" pitchFamily="18" charset="0"/>
              </a:rPr>
              <a:t>Đăng ký tài khoản</a:t>
            </a:r>
            <a:endParaRPr lang="en-US" sz="3200">
              <a:latin typeface="Times New Roman" panose="02020603050405020304" pitchFamily="18" charset="0"/>
              <a:ea typeface="Times New Roman" panose="02020603050405020304" pitchFamily="18" charset="0"/>
            </a:endParaRPr>
          </a:p>
          <a:p>
            <a:pPr marL="457200" lvl="0" indent="-457200" algn="just">
              <a:lnSpc>
                <a:spcPct val="150000"/>
              </a:lnSpc>
              <a:buFont typeface="Arial" panose="020B0604020202020204" pitchFamily="34" charset="0"/>
              <a:buChar char="•"/>
            </a:pPr>
            <a:r>
              <a:rPr lang="vi-VN" sz="3200">
                <a:latin typeface="Times New Roman" panose="02020603050405020304" pitchFamily="18" charset="0"/>
                <a:ea typeface="Times New Roman" panose="02020603050405020304" pitchFamily="18" charset="0"/>
              </a:rPr>
              <a:t>Đăng nhập tài khoản</a:t>
            </a:r>
          </a:p>
          <a:p>
            <a:pPr marL="457200" lvl="0" indent="-457200" algn="just">
              <a:lnSpc>
                <a:spcPct val="150000"/>
              </a:lnSpc>
              <a:buFont typeface="Arial" panose="020B0604020202020204" pitchFamily="34" charset="0"/>
              <a:buChar char="•"/>
            </a:pPr>
            <a:r>
              <a:rPr lang="vi-VN" sz="3200">
                <a:latin typeface="Times New Roman" panose="02020603050405020304" pitchFamily="18" charset="0"/>
                <a:ea typeface="Times New Roman" panose="02020603050405020304" pitchFamily="18" charset="0"/>
              </a:rPr>
              <a:t>Đăng xuất tài khoản</a:t>
            </a:r>
            <a:endParaRPr lang="en-US" sz="3200">
              <a:latin typeface="Times New Roman" panose="02020603050405020304" pitchFamily="18" charset="0"/>
              <a:ea typeface="Times New Roman" panose="02020603050405020304" pitchFamily="18" charset="0"/>
            </a:endParaRPr>
          </a:p>
          <a:p>
            <a:pPr marL="457200" lvl="0" indent="-457200" algn="just">
              <a:lnSpc>
                <a:spcPct val="150000"/>
              </a:lnSpc>
              <a:buFont typeface="Arial" panose="020B0604020202020204" pitchFamily="34" charset="0"/>
              <a:buChar char="•"/>
            </a:pPr>
            <a:r>
              <a:rPr lang="vi-VN" sz="3200">
                <a:latin typeface="Times New Roman" panose="02020603050405020304" pitchFamily="18" charset="0"/>
                <a:ea typeface="Times New Roman" panose="02020603050405020304" pitchFamily="18" charset="0"/>
              </a:rPr>
              <a:t>Xem danh sách bài thi</a:t>
            </a:r>
          </a:p>
          <a:p>
            <a:pPr marL="457200" lvl="0" indent="-457200" algn="just">
              <a:lnSpc>
                <a:spcPct val="150000"/>
              </a:lnSpc>
              <a:buFont typeface="Arial" panose="020B0604020202020204" pitchFamily="34" charset="0"/>
              <a:buChar char="•"/>
            </a:pPr>
            <a:r>
              <a:rPr lang="vi-VN" sz="3200">
                <a:latin typeface="Times New Roman" panose="02020603050405020304" pitchFamily="18" charset="0"/>
                <a:ea typeface="Times New Roman" panose="02020603050405020304" pitchFamily="18" charset="0"/>
              </a:rPr>
              <a:t>Làm bài thi</a:t>
            </a:r>
            <a:endParaRPr lang="en-US" sz="3200">
              <a:latin typeface="Times New Roman" panose="02020603050405020304" pitchFamily="18" charset="0"/>
              <a:ea typeface="Times New Roman" panose="02020603050405020304" pitchFamily="18" charset="0"/>
            </a:endParaRPr>
          </a:p>
          <a:p>
            <a:pPr marL="457200" lvl="0" indent="-457200" algn="just">
              <a:lnSpc>
                <a:spcPct val="150000"/>
              </a:lnSpc>
              <a:buFont typeface="Arial" panose="020B0604020202020204" pitchFamily="34" charset="0"/>
              <a:buChar char="•"/>
            </a:pPr>
            <a:r>
              <a:rPr lang="vi-VN" sz="3200">
                <a:latin typeface="Times New Roman" panose="02020603050405020304" pitchFamily="18" charset="0"/>
                <a:ea typeface="Times New Roman" panose="02020603050405020304" pitchFamily="18" charset="0"/>
              </a:rPr>
              <a:t>Xem kết quả thi</a:t>
            </a:r>
          </a:p>
          <a:p>
            <a:pPr marL="457200" lvl="0" indent="-457200" algn="just">
              <a:lnSpc>
                <a:spcPct val="150000"/>
              </a:lnSpc>
              <a:buFont typeface="Arial" panose="020B0604020202020204" pitchFamily="34" charset="0"/>
              <a:buChar char="•"/>
            </a:pPr>
            <a:r>
              <a:rPr lang="vi-VN" sz="3200">
                <a:latin typeface="Times New Roman" panose="02020603050405020304" pitchFamily="18" charset="0"/>
                <a:ea typeface="Times New Roman" panose="02020603050405020304" pitchFamily="18" charset="0"/>
              </a:rPr>
              <a:t>Ôn tập</a:t>
            </a:r>
            <a:endParaRPr lang="en-US" sz="3200">
              <a:latin typeface="Times New Roman" panose="02020603050405020304" pitchFamily="18" charset="0"/>
              <a:ea typeface="Times New Roman" panose="02020603050405020304" pitchFamily="18" charset="0"/>
            </a:endParaRPr>
          </a:p>
          <a:p>
            <a:pPr marL="457200" lvl="0" indent="-457200" algn="just">
              <a:lnSpc>
                <a:spcPct val="150000"/>
              </a:lnSpc>
              <a:buFont typeface="Arial" panose="020B0604020202020204" pitchFamily="34" charset="0"/>
              <a:buChar char="•"/>
            </a:pPr>
            <a:r>
              <a:rPr lang="vi-VN" sz="3200">
                <a:latin typeface="Times New Roman" panose="02020603050405020304" pitchFamily="18" charset="0"/>
                <a:ea typeface="Times New Roman" panose="02020603050405020304" pitchFamily="18" charset="0"/>
              </a:rPr>
              <a:t>Tạo danh sách yêu thích cá nhân</a:t>
            </a:r>
          </a:p>
        </p:txBody>
      </p:sp>
      <p:grpSp>
        <p:nvGrpSpPr>
          <p:cNvPr id="47" name="Group 46">
            <a:extLst>
              <a:ext uri="{FF2B5EF4-FFF2-40B4-BE49-F238E27FC236}">
                <a16:creationId xmlns:a16="http://schemas.microsoft.com/office/drawing/2014/main" id="{ADFE695B-1DE8-E675-EDBE-8A2EB6FD66EF}"/>
              </a:ext>
            </a:extLst>
          </p:cNvPr>
          <p:cNvGrpSpPr/>
          <p:nvPr/>
        </p:nvGrpSpPr>
        <p:grpSpPr>
          <a:xfrm>
            <a:off x="0" y="0"/>
            <a:ext cx="18360000" cy="1188944"/>
            <a:chOff x="0" y="0"/>
            <a:chExt cx="18360000" cy="1188944"/>
          </a:xfrm>
        </p:grpSpPr>
        <p:sp>
          <p:nvSpPr>
            <p:cNvPr id="48" name="Rectangle 47">
              <a:extLst>
                <a:ext uri="{FF2B5EF4-FFF2-40B4-BE49-F238E27FC236}">
                  <a16:creationId xmlns:a16="http://schemas.microsoft.com/office/drawing/2014/main" id="{1F75CCAC-756A-82EF-DA87-436923286164}"/>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9" name="Rectangle 48">
              <a:extLst>
                <a:ext uri="{FF2B5EF4-FFF2-40B4-BE49-F238E27FC236}">
                  <a16:creationId xmlns:a16="http://schemas.microsoft.com/office/drawing/2014/main" id="{56BCD17A-25D1-0B3E-DF79-BE755B13A58B}"/>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0" name="Rectangle 49">
              <a:extLst>
                <a:ext uri="{FF2B5EF4-FFF2-40B4-BE49-F238E27FC236}">
                  <a16:creationId xmlns:a16="http://schemas.microsoft.com/office/drawing/2014/main" id="{A23CC4CF-7C80-876E-0C5B-9DD87A076551}"/>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1" name="Rectangle 50">
              <a:extLst>
                <a:ext uri="{FF2B5EF4-FFF2-40B4-BE49-F238E27FC236}">
                  <a16:creationId xmlns:a16="http://schemas.microsoft.com/office/drawing/2014/main" id="{687D1DBB-7739-1E76-5FA4-6C5CB6BAE404}"/>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52" name="Oval 51">
            <a:extLst>
              <a:ext uri="{FF2B5EF4-FFF2-40B4-BE49-F238E27FC236}">
                <a16:creationId xmlns:a16="http://schemas.microsoft.com/office/drawing/2014/main" id="{A037C2B9-7729-CDF9-5547-F25CB1FFE433}"/>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53" name="TextBox 52">
            <a:extLst>
              <a:ext uri="{FF2B5EF4-FFF2-40B4-BE49-F238E27FC236}">
                <a16:creationId xmlns:a16="http://schemas.microsoft.com/office/drawing/2014/main" id="{93EF97D6-B765-114D-86D6-290F24EB80FB}"/>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54" name="Picture 53">
            <a:extLst>
              <a:ext uri="{FF2B5EF4-FFF2-40B4-BE49-F238E27FC236}">
                <a16:creationId xmlns:a16="http://schemas.microsoft.com/office/drawing/2014/main" id="{7957C2FC-ACCC-3229-1EEA-BFFAE45E888D}"/>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sp>
        <p:nvSpPr>
          <p:cNvPr id="2" name="TextBox 1">
            <a:extLst>
              <a:ext uri="{FF2B5EF4-FFF2-40B4-BE49-F238E27FC236}">
                <a16:creationId xmlns:a16="http://schemas.microsoft.com/office/drawing/2014/main" id="{C460A3B4-7B5C-E0DC-4C52-BCC45D1F92C0}"/>
              </a:ext>
            </a:extLst>
          </p:cNvPr>
          <p:cNvSpPr txBox="1"/>
          <p:nvPr/>
        </p:nvSpPr>
        <p:spPr>
          <a:xfrm>
            <a:off x="3858222" y="1463633"/>
            <a:ext cx="11534177" cy="646331"/>
          </a:xfrm>
          <a:prstGeom prst="rect">
            <a:avLst/>
          </a:prstGeom>
          <a:noFill/>
        </p:spPr>
        <p:txBody>
          <a:bodyPr wrap="square" rtlCol="0">
            <a:spAutoFit/>
          </a:bodyPr>
          <a:lstStyle/>
          <a:p>
            <a:r>
              <a:rPr lang="en-US" sz="3600">
                <a:solidFill>
                  <a:schemeClr val="bg1"/>
                </a:solidFill>
                <a:latin typeface="Times New Roman" panose="02020603050405020304" pitchFamily="18" charset="0"/>
                <a:cs typeface="Times New Roman" panose="02020603050405020304" pitchFamily="18" charset="0"/>
              </a:rPr>
              <a:t>5. KẾT LUẬN VÀ ĐỀ NGHỊ</a:t>
            </a:r>
          </a:p>
        </p:txBody>
      </p:sp>
    </p:spTree>
    <p:extLst>
      <p:ext uri="{BB962C8B-B14F-4D97-AF65-F5344CB8AC3E}">
        <p14:creationId xmlns:p14="http://schemas.microsoft.com/office/powerpoint/2010/main" val="4223498038"/>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1"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0-#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18">
                                            <p:txEl>
                                              <p:pRg st="0" end="0"/>
                                            </p:txEl>
                                          </p:spTgt>
                                        </p:tgtEl>
                                        <p:attrNameLst>
                                          <p:attrName>style.visibility</p:attrName>
                                        </p:attrNameLst>
                                      </p:cBhvr>
                                      <p:to>
                                        <p:strVal val="visible"/>
                                      </p:to>
                                    </p:set>
                                    <p:anim calcmode="lin" valueType="num">
                                      <p:cBhvr additive="base">
                                        <p:cTn id="11" dur="500" fill="hold"/>
                                        <p:tgtEl>
                                          <p:spTgt spid="18">
                                            <p:txEl>
                                              <p:pRg st="0" end="0"/>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18">
                                            <p:txEl>
                                              <p:pRg st="0" end="0"/>
                                            </p:txEl>
                                          </p:spTgt>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0"/>
                                  </p:stCondLst>
                                  <p:childTnLst>
                                    <p:set>
                                      <p:cBhvr>
                                        <p:cTn id="14" dur="1" fill="hold">
                                          <p:stCondLst>
                                            <p:cond delay="0"/>
                                          </p:stCondLst>
                                        </p:cTn>
                                        <p:tgtEl>
                                          <p:spTgt spid="18">
                                            <p:txEl>
                                              <p:pRg st="1" end="1"/>
                                            </p:txEl>
                                          </p:spTgt>
                                        </p:tgtEl>
                                        <p:attrNameLst>
                                          <p:attrName>style.visibility</p:attrName>
                                        </p:attrNameLst>
                                      </p:cBhvr>
                                      <p:to>
                                        <p:strVal val="visible"/>
                                      </p:to>
                                    </p:set>
                                    <p:anim calcmode="lin" valueType="num">
                                      <p:cBhvr additive="base">
                                        <p:cTn id="15" dur="500" fill="hold"/>
                                        <p:tgtEl>
                                          <p:spTgt spid="18">
                                            <p:txEl>
                                              <p:pRg st="1" end="1"/>
                                            </p:txEl>
                                          </p:spTgt>
                                        </p:tgtEl>
                                        <p:attrNameLst>
                                          <p:attrName>ppt_x</p:attrName>
                                        </p:attrNameLst>
                                      </p:cBhvr>
                                      <p:tavLst>
                                        <p:tav tm="0">
                                          <p:val>
                                            <p:strVal val="#ppt_x"/>
                                          </p:val>
                                        </p:tav>
                                        <p:tav tm="100000">
                                          <p:val>
                                            <p:strVal val="#ppt_x"/>
                                          </p:val>
                                        </p:tav>
                                      </p:tavLst>
                                    </p:anim>
                                    <p:anim calcmode="lin" valueType="num">
                                      <p:cBhvr additive="base">
                                        <p:cTn id="16" dur="500" fill="hold"/>
                                        <p:tgtEl>
                                          <p:spTgt spid="18">
                                            <p:txEl>
                                              <p:pRg st="1" end="1"/>
                                            </p:txEl>
                                          </p:spTgt>
                                        </p:tgtEl>
                                        <p:attrNameLst>
                                          <p:attrName>ppt_y</p:attrName>
                                        </p:attrNameLst>
                                      </p:cBhvr>
                                      <p:tavLst>
                                        <p:tav tm="0">
                                          <p:val>
                                            <p:strVal val="1+#ppt_h/2"/>
                                          </p:val>
                                        </p:tav>
                                        <p:tav tm="100000">
                                          <p:val>
                                            <p:strVal val="#ppt_y"/>
                                          </p:val>
                                        </p:tav>
                                      </p:tavLst>
                                    </p:anim>
                                  </p:childTnLst>
                                </p:cTn>
                              </p:par>
                              <p:par>
                                <p:cTn id="17" presetID="2" presetClass="entr" presetSubtype="4" fill="hold" grpId="0" nodeType="withEffect">
                                  <p:stCondLst>
                                    <p:cond delay="0"/>
                                  </p:stCondLst>
                                  <p:childTnLst>
                                    <p:set>
                                      <p:cBhvr>
                                        <p:cTn id="18" dur="1" fill="hold">
                                          <p:stCondLst>
                                            <p:cond delay="0"/>
                                          </p:stCondLst>
                                        </p:cTn>
                                        <p:tgtEl>
                                          <p:spTgt spid="18">
                                            <p:txEl>
                                              <p:pRg st="2" end="2"/>
                                            </p:txEl>
                                          </p:spTgt>
                                        </p:tgtEl>
                                        <p:attrNameLst>
                                          <p:attrName>style.visibility</p:attrName>
                                        </p:attrNameLst>
                                      </p:cBhvr>
                                      <p:to>
                                        <p:strVal val="visible"/>
                                      </p:to>
                                    </p:set>
                                    <p:anim calcmode="lin" valueType="num">
                                      <p:cBhvr additive="base">
                                        <p:cTn id="19" dur="500" fill="hold"/>
                                        <p:tgtEl>
                                          <p:spTgt spid="18">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18">
                                            <p:txEl>
                                              <p:pRg st="2" end="2"/>
                                            </p:txEl>
                                          </p:spTgt>
                                        </p:tgtEl>
                                        <p:attrNameLst>
                                          <p:attrName>ppt_y</p:attrName>
                                        </p:attrNameLst>
                                      </p:cBhvr>
                                      <p:tavLst>
                                        <p:tav tm="0">
                                          <p:val>
                                            <p:strVal val="1+#ppt_h/2"/>
                                          </p:val>
                                        </p:tav>
                                        <p:tav tm="100000">
                                          <p:val>
                                            <p:strVal val="#ppt_y"/>
                                          </p:val>
                                        </p:tav>
                                      </p:tavLst>
                                    </p:anim>
                                  </p:childTnLst>
                                </p:cTn>
                              </p:par>
                              <p:par>
                                <p:cTn id="21" presetID="2" presetClass="entr" presetSubtype="4" fill="hold" grpId="0" nodeType="withEffect">
                                  <p:stCondLst>
                                    <p:cond delay="0"/>
                                  </p:stCondLst>
                                  <p:childTnLst>
                                    <p:set>
                                      <p:cBhvr>
                                        <p:cTn id="22" dur="1" fill="hold">
                                          <p:stCondLst>
                                            <p:cond delay="0"/>
                                          </p:stCondLst>
                                        </p:cTn>
                                        <p:tgtEl>
                                          <p:spTgt spid="18">
                                            <p:txEl>
                                              <p:pRg st="3" end="3"/>
                                            </p:txEl>
                                          </p:spTgt>
                                        </p:tgtEl>
                                        <p:attrNameLst>
                                          <p:attrName>style.visibility</p:attrName>
                                        </p:attrNameLst>
                                      </p:cBhvr>
                                      <p:to>
                                        <p:strVal val="visible"/>
                                      </p:to>
                                    </p:set>
                                    <p:anim calcmode="lin" valueType="num">
                                      <p:cBhvr additive="base">
                                        <p:cTn id="23" dur="500" fill="hold"/>
                                        <p:tgtEl>
                                          <p:spTgt spid="18">
                                            <p:txEl>
                                              <p:pRg st="3" end="3"/>
                                            </p:txEl>
                                          </p:spTgt>
                                        </p:tgtEl>
                                        <p:attrNameLst>
                                          <p:attrName>ppt_x</p:attrName>
                                        </p:attrNameLst>
                                      </p:cBhvr>
                                      <p:tavLst>
                                        <p:tav tm="0">
                                          <p:val>
                                            <p:strVal val="#ppt_x"/>
                                          </p:val>
                                        </p:tav>
                                        <p:tav tm="100000">
                                          <p:val>
                                            <p:strVal val="#ppt_x"/>
                                          </p:val>
                                        </p:tav>
                                      </p:tavLst>
                                    </p:anim>
                                    <p:anim calcmode="lin" valueType="num">
                                      <p:cBhvr additive="base">
                                        <p:cTn id="24" dur="500" fill="hold"/>
                                        <p:tgtEl>
                                          <p:spTgt spid="18">
                                            <p:txEl>
                                              <p:pRg st="3" end="3"/>
                                            </p:txEl>
                                          </p:spTgt>
                                        </p:tgtEl>
                                        <p:attrNameLst>
                                          <p:attrName>ppt_y</p:attrName>
                                        </p:attrNameLst>
                                      </p:cBhvr>
                                      <p:tavLst>
                                        <p:tav tm="0">
                                          <p:val>
                                            <p:strVal val="1+#ppt_h/2"/>
                                          </p:val>
                                        </p:tav>
                                        <p:tav tm="100000">
                                          <p:val>
                                            <p:strVal val="#ppt_y"/>
                                          </p:val>
                                        </p:tav>
                                      </p:tavLst>
                                    </p:anim>
                                  </p:childTnLst>
                                </p:cTn>
                              </p:par>
                              <p:par>
                                <p:cTn id="25" presetID="2" presetClass="entr" presetSubtype="4" fill="hold" grpId="0" nodeType="withEffect">
                                  <p:stCondLst>
                                    <p:cond delay="0"/>
                                  </p:stCondLst>
                                  <p:childTnLst>
                                    <p:set>
                                      <p:cBhvr>
                                        <p:cTn id="26" dur="1" fill="hold">
                                          <p:stCondLst>
                                            <p:cond delay="0"/>
                                          </p:stCondLst>
                                        </p:cTn>
                                        <p:tgtEl>
                                          <p:spTgt spid="18">
                                            <p:txEl>
                                              <p:pRg st="4" end="4"/>
                                            </p:txEl>
                                          </p:spTgt>
                                        </p:tgtEl>
                                        <p:attrNameLst>
                                          <p:attrName>style.visibility</p:attrName>
                                        </p:attrNameLst>
                                      </p:cBhvr>
                                      <p:to>
                                        <p:strVal val="visible"/>
                                      </p:to>
                                    </p:set>
                                    <p:anim calcmode="lin" valueType="num">
                                      <p:cBhvr additive="base">
                                        <p:cTn id="27" dur="500" fill="hold"/>
                                        <p:tgtEl>
                                          <p:spTgt spid="18">
                                            <p:txEl>
                                              <p:pRg st="4" end="4"/>
                                            </p:txEl>
                                          </p:spTgt>
                                        </p:tgtEl>
                                        <p:attrNameLst>
                                          <p:attrName>ppt_x</p:attrName>
                                        </p:attrNameLst>
                                      </p:cBhvr>
                                      <p:tavLst>
                                        <p:tav tm="0">
                                          <p:val>
                                            <p:strVal val="#ppt_x"/>
                                          </p:val>
                                        </p:tav>
                                        <p:tav tm="100000">
                                          <p:val>
                                            <p:strVal val="#ppt_x"/>
                                          </p:val>
                                        </p:tav>
                                      </p:tavLst>
                                    </p:anim>
                                    <p:anim calcmode="lin" valueType="num">
                                      <p:cBhvr additive="base">
                                        <p:cTn id="28" dur="500" fill="hold"/>
                                        <p:tgtEl>
                                          <p:spTgt spid="18">
                                            <p:txEl>
                                              <p:pRg st="4" end="4"/>
                                            </p:txEl>
                                          </p:spTgt>
                                        </p:tgtEl>
                                        <p:attrNameLst>
                                          <p:attrName>ppt_y</p:attrName>
                                        </p:attrNameLst>
                                      </p:cBhvr>
                                      <p:tavLst>
                                        <p:tav tm="0">
                                          <p:val>
                                            <p:strVal val="1+#ppt_h/2"/>
                                          </p:val>
                                        </p:tav>
                                        <p:tav tm="100000">
                                          <p:val>
                                            <p:strVal val="#ppt_y"/>
                                          </p:val>
                                        </p:tav>
                                      </p:tavLst>
                                    </p:anim>
                                  </p:childTnLst>
                                </p:cTn>
                              </p:par>
                              <p:par>
                                <p:cTn id="29" presetID="2" presetClass="entr" presetSubtype="4" fill="hold" grpId="0" nodeType="withEffect">
                                  <p:stCondLst>
                                    <p:cond delay="0"/>
                                  </p:stCondLst>
                                  <p:childTnLst>
                                    <p:set>
                                      <p:cBhvr>
                                        <p:cTn id="30" dur="1" fill="hold">
                                          <p:stCondLst>
                                            <p:cond delay="0"/>
                                          </p:stCondLst>
                                        </p:cTn>
                                        <p:tgtEl>
                                          <p:spTgt spid="18">
                                            <p:txEl>
                                              <p:pRg st="5" end="5"/>
                                            </p:txEl>
                                          </p:spTgt>
                                        </p:tgtEl>
                                        <p:attrNameLst>
                                          <p:attrName>style.visibility</p:attrName>
                                        </p:attrNameLst>
                                      </p:cBhvr>
                                      <p:to>
                                        <p:strVal val="visible"/>
                                      </p:to>
                                    </p:set>
                                    <p:anim calcmode="lin" valueType="num">
                                      <p:cBhvr additive="base">
                                        <p:cTn id="31" dur="500" fill="hold"/>
                                        <p:tgtEl>
                                          <p:spTgt spid="18">
                                            <p:txEl>
                                              <p:pRg st="5" end="5"/>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18">
                                            <p:txEl>
                                              <p:pRg st="5" end="5"/>
                                            </p:txEl>
                                          </p:spTgt>
                                        </p:tgtEl>
                                        <p:attrNameLst>
                                          <p:attrName>ppt_y</p:attrName>
                                        </p:attrNameLst>
                                      </p:cBhvr>
                                      <p:tavLst>
                                        <p:tav tm="0">
                                          <p:val>
                                            <p:strVal val="1+#ppt_h/2"/>
                                          </p:val>
                                        </p:tav>
                                        <p:tav tm="100000">
                                          <p:val>
                                            <p:strVal val="#ppt_y"/>
                                          </p:val>
                                        </p:tav>
                                      </p:tavLst>
                                    </p:anim>
                                  </p:childTnLst>
                                </p:cTn>
                              </p:par>
                              <p:par>
                                <p:cTn id="33" presetID="2" presetClass="entr" presetSubtype="4" fill="hold" grpId="0" nodeType="withEffect">
                                  <p:stCondLst>
                                    <p:cond delay="0"/>
                                  </p:stCondLst>
                                  <p:childTnLst>
                                    <p:set>
                                      <p:cBhvr>
                                        <p:cTn id="34" dur="1" fill="hold">
                                          <p:stCondLst>
                                            <p:cond delay="0"/>
                                          </p:stCondLst>
                                        </p:cTn>
                                        <p:tgtEl>
                                          <p:spTgt spid="18">
                                            <p:txEl>
                                              <p:pRg st="6" end="6"/>
                                            </p:txEl>
                                          </p:spTgt>
                                        </p:tgtEl>
                                        <p:attrNameLst>
                                          <p:attrName>style.visibility</p:attrName>
                                        </p:attrNameLst>
                                      </p:cBhvr>
                                      <p:to>
                                        <p:strVal val="visible"/>
                                      </p:to>
                                    </p:set>
                                    <p:anim calcmode="lin" valueType="num">
                                      <p:cBhvr additive="base">
                                        <p:cTn id="35" dur="500" fill="hold"/>
                                        <p:tgtEl>
                                          <p:spTgt spid="18">
                                            <p:txEl>
                                              <p:pRg st="6" end="6"/>
                                            </p:txEl>
                                          </p:spTgt>
                                        </p:tgtEl>
                                        <p:attrNameLst>
                                          <p:attrName>ppt_x</p:attrName>
                                        </p:attrNameLst>
                                      </p:cBhvr>
                                      <p:tavLst>
                                        <p:tav tm="0">
                                          <p:val>
                                            <p:strVal val="#ppt_x"/>
                                          </p:val>
                                        </p:tav>
                                        <p:tav tm="100000">
                                          <p:val>
                                            <p:strVal val="#ppt_x"/>
                                          </p:val>
                                        </p:tav>
                                      </p:tavLst>
                                    </p:anim>
                                    <p:anim calcmode="lin" valueType="num">
                                      <p:cBhvr additive="base">
                                        <p:cTn id="36" dur="500" fill="hold"/>
                                        <p:tgtEl>
                                          <p:spTgt spid="18">
                                            <p:txEl>
                                              <p:pRg st="6" end="6"/>
                                            </p:txEl>
                                          </p:spTgt>
                                        </p:tgtEl>
                                        <p:attrNameLst>
                                          <p:attrName>ppt_y</p:attrName>
                                        </p:attrNameLst>
                                      </p:cBhvr>
                                      <p:tavLst>
                                        <p:tav tm="0">
                                          <p:val>
                                            <p:strVal val="1+#ppt_h/2"/>
                                          </p:val>
                                        </p:tav>
                                        <p:tav tm="100000">
                                          <p:val>
                                            <p:strVal val="#ppt_y"/>
                                          </p:val>
                                        </p:tav>
                                      </p:tavLst>
                                    </p:anim>
                                  </p:childTnLst>
                                </p:cTn>
                              </p:par>
                              <p:par>
                                <p:cTn id="37" presetID="2" presetClass="entr" presetSubtype="4" fill="hold" grpId="0" nodeType="withEffect">
                                  <p:stCondLst>
                                    <p:cond delay="0"/>
                                  </p:stCondLst>
                                  <p:childTnLst>
                                    <p:set>
                                      <p:cBhvr>
                                        <p:cTn id="38" dur="1" fill="hold">
                                          <p:stCondLst>
                                            <p:cond delay="0"/>
                                          </p:stCondLst>
                                        </p:cTn>
                                        <p:tgtEl>
                                          <p:spTgt spid="18">
                                            <p:txEl>
                                              <p:pRg st="7" end="7"/>
                                            </p:txEl>
                                          </p:spTgt>
                                        </p:tgtEl>
                                        <p:attrNameLst>
                                          <p:attrName>style.visibility</p:attrName>
                                        </p:attrNameLst>
                                      </p:cBhvr>
                                      <p:to>
                                        <p:strVal val="visible"/>
                                      </p:to>
                                    </p:set>
                                    <p:anim calcmode="lin" valueType="num">
                                      <p:cBhvr additive="base">
                                        <p:cTn id="39" dur="500" fill="hold"/>
                                        <p:tgtEl>
                                          <p:spTgt spid="18">
                                            <p:txEl>
                                              <p:pRg st="7" end="7"/>
                                            </p:txEl>
                                          </p:spTgt>
                                        </p:tgtEl>
                                        <p:attrNameLst>
                                          <p:attrName>ppt_x</p:attrName>
                                        </p:attrNameLst>
                                      </p:cBhvr>
                                      <p:tavLst>
                                        <p:tav tm="0">
                                          <p:val>
                                            <p:strVal val="#ppt_x"/>
                                          </p:val>
                                        </p:tav>
                                        <p:tav tm="100000">
                                          <p:val>
                                            <p:strVal val="#ppt_x"/>
                                          </p:val>
                                        </p:tav>
                                      </p:tavLst>
                                    </p:anim>
                                    <p:anim calcmode="lin" valueType="num">
                                      <p:cBhvr additive="base">
                                        <p:cTn id="40" dur="500" fill="hold"/>
                                        <p:tgtEl>
                                          <p:spTgt spid="18">
                                            <p:txEl>
                                              <p:pRg st="7" end="7"/>
                                            </p:txEl>
                                          </p:spTgt>
                                        </p:tgtEl>
                                        <p:attrNameLst>
                                          <p:attrName>ppt_y</p:attrName>
                                        </p:attrNameLst>
                                      </p:cBhvr>
                                      <p:tavLst>
                                        <p:tav tm="0">
                                          <p:val>
                                            <p:strVal val="1+#ppt_h/2"/>
                                          </p:val>
                                        </p:tav>
                                        <p:tav tm="100000">
                                          <p:val>
                                            <p:strVal val="#ppt_y"/>
                                          </p:val>
                                        </p:tav>
                                      </p:tavLst>
                                    </p:anim>
                                  </p:childTnLst>
                                </p:cTn>
                              </p:par>
                              <p:par>
                                <p:cTn id="41" presetID="2" presetClass="entr" presetSubtype="4" fill="hold" grpId="0" nodeType="withEffect">
                                  <p:stCondLst>
                                    <p:cond delay="0"/>
                                  </p:stCondLst>
                                  <p:childTnLst>
                                    <p:set>
                                      <p:cBhvr>
                                        <p:cTn id="42" dur="1" fill="hold">
                                          <p:stCondLst>
                                            <p:cond delay="0"/>
                                          </p:stCondLst>
                                        </p:cTn>
                                        <p:tgtEl>
                                          <p:spTgt spid="18">
                                            <p:txEl>
                                              <p:pRg st="8" end="8"/>
                                            </p:txEl>
                                          </p:spTgt>
                                        </p:tgtEl>
                                        <p:attrNameLst>
                                          <p:attrName>style.visibility</p:attrName>
                                        </p:attrNameLst>
                                      </p:cBhvr>
                                      <p:to>
                                        <p:strVal val="visible"/>
                                      </p:to>
                                    </p:set>
                                    <p:anim calcmode="lin" valueType="num">
                                      <p:cBhvr additive="base">
                                        <p:cTn id="43" dur="500" fill="hold"/>
                                        <p:tgtEl>
                                          <p:spTgt spid="18">
                                            <p:txEl>
                                              <p:pRg st="8" end="8"/>
                                            </p:txEl>
                                          </p:spTgt>
                                        </p:tgtEl>
                                        <p:attrNameLst>
                                          <p:attrName>ppt_x</p:attrName>
                                        </p:attrNameLst>
                                      </p:cBhvr>
                                      <p:tavLst>
                                        <p:tav tm="0">
                                          <p:val>
                                            <p:strVal val="#ppt_x"/>
                                          </p:val>
                                        </p:tav>
                                        <p:tav tm="100000">
                                          <p:val>
                                            <p:strVal val="#ppt_x"/>
                                          </p:val>
                                        </p:tav>
                                      </p:tavLst>
                                    </p:anim>
                                    <p:anim calcmode="lin" valueType="num">
                                      <p:cBhvr additive="base">
                                        <p:cTn id="44" dur="500" fill="hold"/>
                                        <p:tgtEl>
                                          <p:spTgt spid="18">
                                            <p:txEl>
                                              <p:pRg st="8" end="8"/>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uiExpand="1" build="allAtOnce"/>
    </p:bld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083748-EDED-42A0-37C6-9D11AC2D5046}"/>
            </a:ext>
          </a:extLst>
        </p:cNvPr>
        <p:cNvGrpSpPr/>
        <p:nvPr/>
      </p:nvGrpSpPr>
      <p:grpSpPr>
        <a:xfrm>
          <a:off x="0" y="0"/>
          <a:ext cx="0" cy="0"/>
          <a:chOff x="0" y="0"/>
          <a:chExt cx="0" cy="0"/>
        </a:xfrm>
      </p:grpSpPr>
      <p:sp>
        <p:nvSpPr>
          <p:cNvPr id="45" name="Rectangle 44">
            <a:extLst>
              <a:ext uri="{FF2B5EF4-FFF2-40B4-BE49-F238E27FC236}">
                <a16:creationId xmlns:a16="http://schemas.microsoft.com/office/drawing/2014/main" id="{9681F2EC-B95E-07B3-92EF-77407033DD57}"/>
              </a:ext>
            </a:extLst>
          </p:cNvPr>
          <p:cNvSpPr/>
          <p:nvPr/>
        </p:nvSpPr>
        <p:spPr>
          <a:xfrm>
            <a:off x="3810000" y="1188000"/>
            <a:ext cx="14478000" cy="1204805"/>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6" name="Rectangle: Rounded Corners 45">
            <a:extLst>
              <a:ext uri="{FF2B5EF4-FFF2-40B4-BE49-F238E27FC236}">
                <a16:creationId xmlns:a16="http://schemas.microsoft.com/office/drawing/2014/main" id="{CBBCC745-E4FC-FF19-C0DE-9BE7387AEA4F}"/>
              </a:ext>
            </a:extLst>
          </p:cNvPr>
          <p:cNvSpPr/>
          <p:nvPr/>
        </p:nvSpPr>
        <p:spPr>
          <a:xfrm>
            <a:off x="3858223" y="1275813"/>
            <a:ext cx="12192000" cy="1020412"/>
          </a:xfrm>
          <a:prstGeom prst="roundRect">
            <a:avLst/>
          </a:prstGeom>
          <a:solidFill>
            <a:srgbClr val="288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4" name="Rectangle 43">
            <a:extLst>
              <a:ext uri="{FF2B5EF4-FFF2-40B4-BE49-F238E27FC236}">
                <a16:creationId xmlns:a16="http://schemas.microsoft.com/office/drawing/2014/main" id="{8800C013-A72A-D252-EFF7-B86CECAEE731}"/>
              </a:ext>
            </a:extLst>
          </p:cNvPr>
          <p:cNvSpPr/>
          <p:nvPr/>
        </p:nvSpPr>
        <p:spPr>
          <a:xfrm>
            <a:off x="0" y="2400300"/>
            <a:ext cx="3810000" cy="78867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7" name="TextBox 10">
            <a:extLst>
              <a:ext uri="{FF2B5EF4-FFF2-40B4-BE49-F238E27FC236}">
                <a16:creationId xmlns:a16="http://schemas.microsoft.com/office/drawing/2014/main" id="{CA11468E-6650-5FB4-349A-94D791A233F3}"/>
              </a:ext>
            </a:extLst>
          </p:cNvPr>
          <p:cNvSpPr txBox="1"/>
          <p:nvPr/>
        </p:nvSpPr>
        <p:spPr>
          <a:xfrm>
            <a:off x="4572000" y="475436"/>
            <a:ext cx="13549652" cy="1450397"/>
          </a:xfrm>
          <a:prstGeom prst="rect">
            <a:avLst/>
          </a:prstGeom>
        </p:spPr>
        <p:txBody>
          <a:bodyPr wrap="square" lIns="0" tIns="0" rIns="0" bIns="0" rtlCol="0" anchor="t">
            <a:spAutoFit/>
          </a:bodyPr>
          <a:lstStyle/>
          <a:p>
            <a:pPr>
              <a:lnSpc>
                <a:spcPct val="130000"/>
              </a:lnSpc>
              <a:spcBef>
                <a:spcPts val="600"/>
              </a:spcBef>
              <a:spcAft>
                <a:spcPts val="600"/>
              </a:spcAft>
            </a:pPr>
            <a:endParaRPr lang="en-US" sz="3600">
              <a:effectLst/>
              <a:latin typeface="Times New Roman" panose="02020603050405020304" pitchFamily="18" charset="0"/>
              <a:ea typeface="Times New Roman" panose="02020603050405020304" pitchFamily="18" charset="0"/>
            </a:endParaRPr>
          </a:p>
          <a:p>
            <a:pPr indent="0">
              <a:lnSpc>
                <a:spcPct val="130000"/>
              </a:lnSpc>
              <a:spcBef>
                <a:spcPts val="600"/>
              </a:spcBef>
              <a:spcAft>
                <a:spcPts val="600"/>
              </a:spcAft>
              <a:buNone/>
            </a:pPr>
            <a:endParaRPr lang="en-US" sz="3200" b="0" i="0">
              <a:solidFill>
                <a:schemeClr val="tx1"/>
              </a:solidFill>
              <a:effectLst/>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370F60B0-8FA7-99C3-4B37-30C1CB6E5E82}"/>
              </a:ext>
            </a:extLst>
          </p:cNvPr>
          <p:cNvSpPr txBox="1"/>
          <p:nvPr/>
        </p:nvSpPr>
        <p:spPr>
          <a:xfrm>
            <a:off x="152400" y="5466487"/>
            <a:ext cx="3505200" cy="1200329"/>
          </a:xfrm>
          <a:prstGeom prst="rect">
            <a:avLst/>
          </a:prstGeom>
          <a:noFill/>
        </p:spPr>
        <p:txBody>
          <a:bodyPr wrap="square" rtlCol="0">
            <a:spAutoFit/>
          </a:bodyPr>
          <a:lstStyle/>
          <a:p>
            <a:r>
              <a:rPr lang="en-US" sz="3600">
                <a:latin typeface="Times New Roman" panose="02020603050405020304" pitchFamily="18" charset="0"/>
                <a:cs typeface="Times New Roman" panose="02020603050405020304" pitchFamily="18" charset="0"/>
              </a:rPr>
              <a:t>Các chức năng đã xây dựng</a:t>
            </a:r>
          </a:p>
        </p:txBody>
      </p:sp>
      <p:sp>
        <p:nvSpPr>
          <p:cNvPr id="18" name="TextBox 17">
            <a:extLst>
              <a:ext uri="{FF2B5EF4-FFF2-40B4-BE49-F238E27FC236}">
                <a16:creationId xmlns:a16="http://schemas.microsoft.com/office/drawing/2014/main" id="{1A36BAF8-256C-8F9B-F4C3-A68F0B9C112B}"/>
              </a:ext>
            </a:extLst>
          </p:cNvPr>
          <p:cNvSpPr txBox="1"/>
          <p:nvPr/>
        </p:nvSpPr>
        <p:spPr>
          <a:xfrm>
            <a:off x="3810000" y="2430905"/>
            <a:ext cx="14249400" cy="6651821"/>
          </a:xfrm>
          <a:prstGeom prst="rect">
            <a:avLst/>
          </a:prstGeom>
          <a:noFill/>
        </p:spPr>
        <p:txBody>
          <a:bodyPr wrap="square" rtlCol="0">
            <a:spAutoFit/>
          </a:bodyPr>
          <a:lstStyle/>
          <a:p>
            <a:pPr lvl="0" algn="just">
              <a:lnSpc>
                <a:spcPct val="150000"/>
              </a:lnSpc>
            </a:pPr>
            <a:r>
              <a:rPr lang="vi-VN" sz="3200" b="1">
                <a:latin typeface="Times New Roman" panose="02020603050405020304" pitchFamily="18" charset="0"/>
                <a:ea typeface="Times New Roman" panose="02020603050405020304" pitchFamily="18" charset="0"/>
              </a:rPr>
              <a:t>Chức năng dành cho quản trị viên</a:t>
            </a:r>
            <a:r>
              <a:rPr lang="en-US" sz="3200" b="1">
                <a:latin typeface="Times New Roman" panose="02020603050405020304" pitchFamily="18" charset="0"/>
                <a:ea typeface="Times New Roman" panose="02020603050405020304" pitchFamily="18" charset="0"/>
              </a:rPr>
              <a:t>:</a:t>
            </a:r>
            <a:r>
              <a:rPr lang="vi-VN" sz="3200" b="1">
                <a:latin typeface="Times New Roman" panose="02020603050405020304" pitchFamily="18" charset="0"/>
                <a:ea typeface="Times New Roman" panose="02020603050405020304" pitchFamily="18" charset="0"/>
              </a:rPr>
              <a:t> </a:t>
            </a:r>
            <a:endParaRPr lang="vi-VN" sz="3200">
              <a:latin typeface="Times New Roman" panose="02020603050405020304" pitchFamily="18" charset="0"/>
              <a:ea typeface="Times New Roman" panose="02020603050405020304" pitchFamily="18" charset="0"/>
            </a:endParaRPr>
          </a:p>
          <a:p>
            <a:pPr marL="457200" indent="-457200" algn="just">
              <a:lnSpc>
                <a:spcPct val="150000"/>
              </a:lnSpc>
              <a:buFont typeface="Arial" panose="020B0604020202020204" pitchFamily="34" charset="0"/>
              <a:buChar char="•"/>
            </a:pPr>
            <a:r>
              <a:rPr lang="vi-VN" sz="3200">
                <a:latin typeface="Times New Roman" panose="02020603050405020304" pitchFamily="18" charset="0"/>
                <a:ea typeface="Times New Roman" panose="02020603050405020304" pitchFamily="18" charset="0"/>
              </a:rPr>
              <a:t>Quản lý bài thi của người dùng</a:t>
            </a:r>
            <a:endParaRPr lang="en-US" sz="3200">
              <a:latin typeface="Times New Roman" panose="02020603050405020304" pitchFamily="18" charset="0"/>
              <a:ea typeface="Times New Roman" panose="02020603050405020304" pitchFamily="18" charset="0"/>
            </a:endParaRPr>
          </a:p>
          <a:p>
            <a:pPr marL="457200" lvl="0" indent="-457200" algn="just">
              <a:lnSpc>
                <a:spcPct val="150000"/>
              </a:lnSpc>
              <a:buFont typeface="Arial" panose="020B0604020202020204" pitchFamily="34" charset="0"/>
              <a:buChar char="•"/>
            </a:pPr>
            <a:r>
              <a:rPr lang="vi-VN" sz="3200">
                <a:latin typeface="Times New Roman" panose="02020603050405020304" pitchFamily="18" charset="0"/>
                <a:ea typeface="Times New Roman" panose="02020603050405020304" pitchFamily="18" charset="0"/>
              </a:rPr>
              <a:t>Quản lý người dùng</a:t>
            </a:r>
            <a:endParaRPr lang="en-US" sz="3200">
              <a:latin typeface="Times New Roman" panose="02020603050405020304" pitchFamily="18" charset="0"/>
              <a:ea typeface="Times New Roman" panose="02020603050405020304" pitchFamily="18" charset="0"/>
            </a:endParaRPr>
          </a:p>
          <a:p>
            <a:pPr marL="457200" indent="-457200" algn="just">
              <a:lnSpc>
                <a:spcPct val="150000"/>
              </a:lnSpc>
              <a:buFont typeface="Arial" panose="020B0604020202020204" pitchFamily="34" charset="0"/>
              <a:buChar char="•"/>
            </a:pPr>
            <a:r>
              <a:rPr lang="en-US" sz="3200">
                <a:latin typeface="Times New Roman" panose="02020603050405020304" pitchFamily="18" charset="0"/>
                <a:ea typeface="Times New Roman" panose="02020603050405020304" pitchFamily="18" charset="0"/>
              </a:rPr>
              <a:t>Quản lý thông báo</a:t>
            </a:r>
          </a:p>
          <a:p>
            <a:pPr marL="457200" lvl="0" indent="-457200" algn="just">
              <a:lnSpc>
                <a:spcPct val="150000"/>
              </a:lnSpc>
              <a:buFont typeface="Arial" panose="020B0604020202020204" pitchFamily="34" charset="0"/>
              <a:buChar char="•"/>
            </a:pPr>
            <a:r>
              <a:rPr lang="en-US" sz="3200">
                <a:latin typeface="Times New Roman" panose="02020603050405020304" pitchFamily="18" charset="0"/>
                <a:ea typeface="Times New Roman" panose="02020603050405020304" pitchFamily="18" charset="0"/>
              </a:rPr>
              <a:t>Quản lý khoa</a:t>
            </a:r>
          </a:p>
          <a:p>
            <a:pPr marL="457200" indent="-457200" algn="just">
              <a:lnSpc>
                <a:spcPct val="150000"/>
              </a:lnSpc>
              <a:buFont typeface="Arial" panose="020B0604020202020204" pitchFamily="34" charset="0"/>
              <a:buChar char="•"/>
            </a:pPr>
            <a:r>
              <a:rPr lang="vi-VN" sz="3200">
                <a:latin typeface="Times New Roman" panose="02020603050405020304" pitchFamily="18" charset="0"/>
                <a:ea typeface="Times New Roman" panose="02020603050405020304" pitchFamily="18" charset="0"/>
              </a:rPr>
              <a:t>Quản lý môn học </a:t>
            </a:r>
            <a:endParaRPr lang="en-US" sz="3200">
              <a:latin typeface="Times New Roman" panose="02020603050405020304" pitchFamily="18" charset="0"/>
              <a:ea typeface="Times New Roman" panose="02020603050405020304" pitchFamily="18" charset="0"/>
            </a:endParaRPr>
          </a:p>
          <a:p>
            <a:pPr marL="457200" indent="-457200" algn="just">
              <a:lnSpc>
                <a:spcPct val="150000"/>
              </a:lnSpc>
              <a:buFont typeface="Arial" panose="020B0604020202020204" pitchFamily="34" charset="0"/>
              <a:buChar char="•"/>
            </a:pPr>
            <a:r>
              <a:rPr lang="vi-VN" sz="3200">
                <a:latin typeface="Times New Roman" panose="02020603050405020304" pitchFamily="18" charset="0"/>
                <a:ea typeface="Times New Roman" panose="02020603050405020304" pitchFamily="18" charset="0"/>
              </a:rPr>
              <a:t>Quản lý chương học</a:t>
            </a:r>
          </a:p>
          <a:p>
            <a:pPr marL="457200" lvl="0" indent="-457200" algn="just">
              <a:lnSpc>
                <a:spcPct val="150000"/>
              </a:lnSpc>
              <a:buFont typeface="Arial" panose="020B0604020202020204" pitchFamily="34" charset="0"/>
              <a:buChar char="•"/>
            </a:pPr>
            <a:r>
              <a:rPr lang="vi-VN" sz="3200">
                <a:latin typeface="Times New Roman" panose="02020603050405020304" pitchFamily="18" charset="0"/>
                <a:ea typeface="Times New Roman" panose="02020603050405020304" pitchFamily="18" charset="0"/>
              </a:rPr>
              <a:t>Quản lý câu hỏi</a:t>
            </a:r>
            <a:endParaRPr lang="en-US" sz="3200">
              <a:latin typeface="Times New Roman" panose="02020603050405020304" pitchFamily="18" charset="0"/>
              <a:ea typeface="Times New Roman" panose="02020603050405020304" pitchFamily="18" charset="0"/>
            </a:endParaRPr>
          </a:p>
          <a:p>
            <a:pPr marL="457200" lvl="0" indent="-457200" algn="just">
              <a:lnSpc>
                <a:spcPct val="150000"/>
              </a:lnSpc>
              <a:buFont typeface="Arial" panose="020B0604020202020204" pitchFamily="34" charset="0"/>
              <a:buChar char="•"/>
            </a:pPr>
            <a:r>
              <a:rPr lang="vi-VN" sz="3200">
                <a:latin typeface="Times New Roman" panose="02020603050405020304" pitchFamily="18" charset="0"/>
                <a:ea typeface="Times New Roman" panose="02020603050405020304" pitchFamily="18" charset="0"/>
              </a:rPr>
              <a:t>Quản lý đề thi</a:t>
            </a:r>
          </a:p>
        </p:txBody>
      </p:sp>
      <p:grpSp>
        <p:nvGrpSpPr>
          <p:cNvPr id="47" name="Group 46">
            <a:extLst>
              <a:ext uri="{FF2B5EF4-FFF2-40B4-BE49-F238E27FC236}">
                <a16:creationId xmlns:a16="http://schemas.microsoft.com/office/drawing/2014/main" id="{C819DF4B-5E48-2464-8579-5CC2013A5179}"/>
              </a:ext>
            </a:extLst>
          </p:cNvPr>
          <p:cNvGrpSpPr/>
          <p:nvPr/>
        </p:nvGrpSpPr>
        <p:grpSpPr>
          <a:xfrm>
            <a:off x="0" y="0"/>
            <a:ext cx="18360000" cy="1188944"/>
            <a:chOff x="0" y="0"/>
            <a:chExt cx="18360000" cy="1188944"/>
          </a:xfrm>
        </p:grpSpPr>
        <p:sp>
          <p:nvSpPr>
            <p:cNvPr id="48" name="Rectangle 47">
              <a:extLst>
                <a:ext uri="{FF2B5EF4-FFF2-40B4-BE49-F238E27FC236}">
                  <a16:creationId xmlns:a16="http://schemas.microsoft.com/office/drawing/2014/main" id="{5C3BF978-3285-F113-8EF4-9120D9666159}"/>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9" name="Rectangle 48">
              <a:extLst>
                <a:ext uri="{FF2B5EF4-FFF2-40B4-BE49-F238E27FC236}">
                  <a16:creationId xmlns:a16="http://schemas.microsoft.com/office/drawing/2014/main" id="{4AF78148-D6EA-C775-DA06-0A618597833D}"/>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0" name="Rectangle 49">
              <a:extLst>
                <a:ext uri="{FF2B5EF4-FFF2-40B4-BE49-F238E27FC236}">
                  <a16:creationId xmlns:a16="http://schemas.microsoft.com/office/drawing/2014/main" id="{1EE1285C-A1A4-78B5-8967-13BE8E3958B8}"/>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1" name="Rectangle 50">
              <a:extLst>
                <a:ext uri="{FF2B5EF4-FFF2-40B4-BE49-F238E27FC236}">
                  <a16:creationId xmlns:a16="http://schemas.microsoft.com/office/drawing/2014/main" id="{0F7BD3CB-68BE-2A09-0095-A4EE1075D2D4}"/>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52" name="Oval 51">
            <a:extLst>
              <a:ext uri="{FF2B5EF4-FFF2-40B4-BE49-F238E27FC236}">
                <a16:creationId xmlns:a16="http://schemas.microsoft.com/office/drawing/2014/main" id="{44BE817E-6BDD-39F6-ACF8-E7F1F9A331B8}"/>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53" name="TextBox 52">
            <a:extLst>
              <a:ext uri="{FF2B5EF4-FFF2-40B4-BE49-F238E27FC236}">
                <a16:creationId xmlns:a16="http://schemas.microsoft.com/office/drawing/2014/main" id="{A1FF4556-BA5F-83C9-8051-DE9DDE618301}"/>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54" name="Picture 53">
            <a:extLst>
              <a:ext uri="{FF2B5EF4-FFF2-40B4-BE49-F238E27FC236}">
                <a16:creationId xmlns:a16="http://schemas.microsoft.com/office/drawing/2014/main" id="{579E1CC6-277A-EEF2-35A6-BC4997B55400}"/>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sp>
        <p:nvSpPr>
          <p:cNvPr id="2" name="TextBox 1">
            <a:extLst>
              <a:ext uri="{FF2B5EF4-FFF2-40B4-BE49-F238E27FC236}">
                <a16:creationId xmlns:a16="http://schemas.microsoft.com/office/drawing/2014/main" id="{B174C4B2-EC43-EC6E-1F7F-7C9F58C53D21}"/>
              </a:ext>
            </a:extLst>
          </p:cNvPr>
          <p:cNvSpPr txBox="1"/>
          <p:nvPr/>
        </p:nvSpPr>
        <p:spPr>
          <a:xfrm>
            <a:off x="3858222" y="1463633"/>
            <a:ext cx="11534177" cy="646331"/>
          </a:xfrm>
          <a:prstGeom prst="rect">
            <a:avLst/>
          </a:prstGeom>
          <a:noFill/>
        </p:spPr>
        <p:txBody>
          <a:bodyPr wrap="square" rtlCol="0">
            <a:spAutoFit/>
          </a:bodyPr>
          <a:lstStyle/>
          <a:p>
            <a:r>
              <a:rPr lang="en-US" sz="3600">
                <a:solidFill>
                  <a:schemeClr val="bg1"/>
                </a:solidFill>
                <a:latin typeface="Times New Roman" panose="02020603050405020304" pitchFamily="18" charset="0"/>
                <a:cs typeface="Times New Roman" panose="02020603050405020304" pitchFamily="18" charset="0"/>
              </a:rPr>
              <a:t>5. KẾT LUẬN VÀ ĐỀ NGHỊ</a:t>
            </a:r>
          </a:p>
        </p:txBody>
      </p:sp>
    </p:spTree>
    <p:extLst>
      <p:ext uri="{BB962C8B-B14F-4D97-AF65-F5344CB8AC3E}">
        <p14:creationId xmlns:p14="http://schemas.microsoft.com/office/powerpoint/2010/main" val="2310981010"/>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1"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0-#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18">
                                            <p:txEl>
                                              <p:pRg st="0" end="0"/>
                                            </p:txEl>
                                          </p:spTgt>
                                        </p:tgtEl>
                                        <p:attrNameLst>
                                          <p:attrName>style.visibility</p:attrName>
                                        </p:attrNameLst>
                                      </p:cBhvr>
                                      <p:to>
                                        <p:strVal val="visible"/>
                                      </p:to>
                                    </p:set>
                                    <p:anim calcmode="lin" valueType="num">
                                      <p:cBhvr additive="base">
                                        <p:cTn id="11" dur="500" fill="hold"/>
                                        <p:tgtEl>
                                          <p:spTgt spid="18">
                                            <p:txEl>
                                              <p:pRg st="0" end="0"/>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18">
                                            <p:txEl>
                                              <p:pRg st="0" end="0"/>
                                            </p:txEl>
                                          </p:spTgt>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0"/>
                                  </p:stCondLst>
                                  <p:childTnLst>
                                    <p:set>
                                      <p:cBhvr>
                                        <p:cTn id="14" dur="1" fill="hold">
                                          <p:stCondLst>
                                            <p:cond delay="0"/>
                                          </p:stCondLst>
                                        </p:cTn>
                                        <p:tgtEl>
                                          <p:spTgt spid="18">
                                            <p:txEl>
                                              <p:pRg st="1" end="1"/>
                                            </p:txEl>
                                          </p:spTgt>
                                        </p:tgtEl>
                                        <p:attrNameLst>
                                          <p:attrName>style.visibility</p:attrName>
                                        </p:attrNameLst>
                                      </p:cBhvr>
                                      <p:to>
                                        <p:strVal val="visible"/>
                                      </p:to>
                                    </p:set>
                                    <p:anim calcmode="lin" valueType="num">
                                      <p:cBhvr additive="base">
                                        <p:cTn id="15" dur="500" fill="hold"/>
                                        <p:tgtEl>
                                          <p:spTgt spid="18">
                                            <p:txEl>
                                              <p:pRg st="1" end="1"/>
                                            </p:txEl>
                                          </p:spTgt>
                                        </p:tgtEl>
                                        <p:attrNameLst>
                                          <p:attrName>ppt_x</p:attrName>
                                        </p:attrNameLst>
                                      </p:cBhvr>
                                      <p:tavLst>
                                        <p:tav tm="0">
                                          <p:val>
                                            <p:strVal val="#ppt_x"/>
                                          </p:val>
                                        </p:tav>
                                        <p:tav tm="100000">
                                          <p:val>
                                            <p:strVal val="#ppt_x"/>
                                          </p:val>
                                        </p:tav>
                                      </p:tavLst>
                                    </p:anim>
                                    <p:anim calcmode="lin" valueType="num">
                                      <p:cBhvr additive="base">
                                        <p:cTn id="16" dur="500" fill="hold"/>
                                        <p:tgtEl>
                                          <p:spTgt spid="18">
                                            <p:txEl>
                                              <p:pRg st="1" end="1"/>
                                            </p:txEl>
                                          </p:spTgt>
                                        </p:tgtEl>
                                        <p:attrNameLst>
                                          <p:attrName>ppt_y</p:attrName>
                                        </p:attrNameLst>
                                      </p:cBhvr>
                                      <p:tavLst>
                                        <p:tav tm="0">
                                          <p:val>
                                            <p:strVal val="1+#ppt_h/2"/>
                                          </p:val>
                                        </p:tav>
                                        <p:tav tm="100000">
                                          <p:val>
                                            <p:strVal val="#ppt_y"/>
                                          </p:val>
                                        </p:tav>
                                      </p:tavLst>
                                    </p:anim>
                                  </p:childTnLst>
                                </p:cTn>
                              </p:par>
                              <p:par>
                                <p:cTn id="17" presetID="2" presetClass="entr" presetSubtype="4" fill="hold" grpId="0" nodeType="withEffect">
                                  <p:stCondLst>
                                    <p:cond delay="0"/>
                                  </p:stCondLst>
                                  <p:childTnLst>
                                    <p:set>
                                      <p:cBhvr>
                                        <p:cTn id="18" dur="1" fill="hold">
                                          <p:stCondLst>
                                            <p:cond delay="0"/>
                                          </p:stCondLst>
                                        </p:cTn>
                                        <p:tgtEl>
                                          <p:spTgt spid="18">
                                            <p:txEl>
                                              <p:pRg st="2" end="2"/>
                                            </p:txEl>
                                          </p:spTgt>
                                        </p:tgtEl>
                                        <p:attrNameLst>
                                          <p:attrName>style.visibility</p:attrName>
                                        </p:attrNameLst>
                                      </p:cBhvr>
                                      <p:to>
                                        <p:strVal val="visible"/>
                                      </p:to>
                                    </p:set>
                                    <p:anim calcmode="lin" valueType="num">
                                      <p:cBhvr additive="base">
                                        <p:cTn id="19" dur="500" fill="hold"/>
                                        <p:tgtEl>
                                          <p:spTgt spid="18">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18">
                                            <p:txEl>
                                              <p:pRg st="2" end="2"/>
                                            </p:txEl>
                                          </p:spTgt>
                                        </p:tgtEl>
                                        <p:attrNameLst>
                                          <p:attrName>ppt_y</p:attrName>
                                        </p:attrNameLst>
                                      </p:cBhvr>
                                      <p:tavLst>
                                        <p:tav tm="0">
                                          <p:val>
                                            <p:strVal val="1+#ppt_h/2"/>
                                          </p:val>
                                        </p:tav>
                                        <p:tav tm="100000">
                                          <p:val>
                                            <p:strVal val="#ppt_y"/>
                                          </p:val>
                                        </p:tav>
                                      </p:tavLst>
                                    </p:anim>
                                  </p:childTnLst>
                                </p:cTn>
                              </p:par>
                              <p:par>
                                <p:cTn id="21" presetID="2" presetClass="entr" presetSubtype="4" fill="hold" grpId="0" nodeType="withEffect">
                                  <p:stCondLst>
                                    <p:cond delay="0"/>
                                  </p:stCondLst>
                                  <p:childTnLst>
                                    <p:set>
                                      <p:cBhvr>
                                        <p:cTn id="22" dur="1" fill="hold">
                                          <p:stCondLst>
                                            <p:cond delay="0"/>
                                          </p:stCondLst>
                                        </p:cTn>
                                        <p:tgtEl>
                                          <p:spTgt spid="18">
                                            <p:txEl>
                                              <p:pRg st="3" end="3"/>
                                            </p:txEl>
                                          </p:spTgt>
                                        </p:tgtEl>
                                        <p:attrNameLst>
                                          <p:attrName>style.visibility</p:attrName>
                                        </p:attrNameLst>
                                      </p:cBhvr>
                                      <p:to>
                                        <p:strVal val="visible"/>
                                      </p:to>
                                    </p:set>
                                    <p:anim calcmode="lin" valueType="num">
                                      <p:cBhvr additive="base">
                                        <p:cTn id="23" dur="500" fill="hold"/>
                                        <p:tgtEl>
                                          <p:spTgt spid="18">
                                            <p:txEl>
                                              <p:pRg st="3" end="3"/>
                                            </p:txEl>
                                          </p:spTgt>
                                        </p:tgtEl>
                                        <p:attrNameLst>
                                          <p:attrName>ppt_x</p:attrName>
                                        </p:attrNameLst>
                                      </p:cBhvr>
                                      <p:tavLst>
                                        <p:tav tm="0">
                                          <p:val>
                                            <p:strVal val="#ppt_x"/>
                                          </p:val>
                                        </p:tav>
                                        <p:tav tm="100000">
                                          <p:val>
                                            <p:strVal val="#ppt_x"/>
                                          </p:val>
                                        </p:tav>
                                      </p:tavLst>
                                    </p:anim>
                                    <p:anim calcmode="lin" valueType="num">
                                      <p:cBhvr additive="base">
                                        <p:cTn id="24" dur="500" fill="hold"/>
                                        <p:tgtEl>
                                          <p:spTgt spid="18">
                                            <p:txEl>
                                              <p:pRg st="3" end="3"/>
                                            </p:txEl>
                                          </p:spTgt>
                                        </p:tgtEl>
                                        <p:attrNameLst>
                                          <p:attrName>ppt_y</p:attrName>
                                        </p:attrNameLst>
                                      </p:cBhvr>
                                      <p:tavLst>
                                        <p:tav tm="0">
                                          <p:val>
                                            <p:strVal val="1+#ppt_h/2"/>
                                          </p:val>
                                        </p:tav>
                                        <p:tav tm="100000">
                                          <p:val>
                                            <p:strVal val="#ppt_y"/>
                                          </p:val>
                                        </p:tav>
                                      </p:tavLst>
                                    </p:anim>
                                  </p:childTnLst>
                                </p:cTn>
                              </p:par>
                              <p:par>
                                <p:cTn id="25" presetID="2" presetClass="entr" presetSubtype="4" fill="hold" grpId="0" nodeType="withEffect">
                                  <p:stCondLst>
                                    <p:cond delay="0"/>
                                  </p:stCondLst>
                                  <p:childTnLst>
                                    <p:set>
                                      <p:cBhvr>
                                        <p:cTn id="26" dur="1" fill="hold">
                                          <p:stCondLst>
                                            <p:cond delay="0"/>
                                          </p:stCondLst>
                                        </p:cTn>
                                        <p:tgtEl>
                                          <p:spTgt spid="18">
                                            <p:txEl>
                                              <p:pRg st="4" end="4"/>
                                            </p:txEl>
                                          </p:spTgt>
                                        </p:tgtEl>
                                        <p:attrNameLst>
                                          <p:attrName>style.visibility</p:attrName>
                                        </p:attrNameLst>
                                      </p:cBhvr>
                                      <p:to>
                                        <p:strVal val="visible"/>
                                      </p:to>
                                    </p:set>
                                    <p:anim calcmode="lin" valueType="num">
                                      <p:cBhvr additive="base">
                                        <p:cTn id="27" dur="500" fill="hold"/>
                                        <p:tgtEl>
                                          <p:spTgt spid="18">
                                            <p:txEl>
                                              <p:pRg st="4" end="4"/>
                                            </p:txEl>
                                          </p:spTgt>
                                        </p:tgtEl>
                                        <p:attrNameLst>
                                          <p:attrName>ppt_x</p:attrName>
                                        </p:attrNameLst>
                                      </p:cBhvr>
                                      <p:tavLst>
                                        <p:tav tm="0">
                                          <p:val>
                                            <p:strVal val="#ppt_x"/>
                                          </p:val>
                                        </p:tav>
                                        <p:tav tm="100000">
                                          <p:val>
                                            <p:strVal val="#ppt_x"/>
                                          </p:val>
                                        </p:tav>
                                      </p:tavLst>
                                    </p:anim>
                                    <p:anim calcmode="lin" valueType="num">
                                      <p:cBhvr additive="base">
                                        <p:cTn id="28" dur="500" fill="hold"/>
                                        <p:tgtEl>
                                          <p:spTgt spid="18">
                                            <p:txEl>
                                              <p:pRg st="4" end="4"/>
                                            </p:txEl>
                                          </p:spTgt>
                                        </p:tgtEl>
                                        <p:attrNameLst>
                                          <p:attrName>ppt_y</p:attrName>
                                        </p:attrNameLst>
                                      </p:cBhvr>
                                      <p:tavLst>
                                        <p:tav tm="0">
                                          <p:val>
                                            <p:strVal val="1+#ppt_h/2"/>
                                          </p:val>
                                        </p:tav>
                                        <p:tav tm="100000">
                                          <p:val>
                                            <p:strVal val="#ppt_y"/>
                                          </p:val>
                                        </p:tav>
                                      </p:tavLst>
                                    </p:anim>
                                  </p:childTnLst>
                                </p:cTn>
                              </p:par>
                              <p:par>
                                <p:cTn id="29" presetID="2" presetClass="entr" presetSubtype="4" fill="hold" grpId="0" nodeType="withEffect">
                                  <p:stCondLst>
                                    <p:cond delay="0"/>
                                  </p:stCondLst>
                                  <p:childTnLst>
                                    <p:set>
                                      <p:cBhvr>
                                        <p:cTn id="30" dur="1" fill="hold">
                                          <p:stCondLst>
                                            <p:cond delay="0"/>
                                          </p:stCondLst>
                                        </p:cTn>
                                        <p:tgtEl>
                                          <p:spTgt spid="18">
                                            <p:txEl>
                                              <p:pRg st="5" end="5"/>
                                            </p:txEl>
                                          </p:spTgt>
                                        </p:tgtEl>
                                        <p:attrNameLst>
                                          <p:attrName>style.visibility</p:attrName>
                                        </p:attrNameLst>
                                      </p:cBhvr>
                                      <p:to>
                                        <p:strVal val="visible"/>
                                      </p:to>
                                    </p:set>
                                    <p:anim calcmode="lin" valueType="num">
                                      <p:cBhvr additive="base">
                                        <p:cTn id="31" dur="500" fill="hold"/>
                                        <p:tgtEl>
                                          <p:spTgt spid="18">
                                            <p:txEl>
                                              <p:pRg st="5" end="5"/>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18">
                                            <p:txEl>
                                              <p:pRg st="5" end="5"/>
                                            </p:txEl>
                                          </p:spTgt>
                                        </p:tgtEl>
                                        <p:attrNameLst>
                                          <p:attrName>ppt_y</p:attrName>
                                        </p:attrNameLst>
                                      </p:cBhvr>
                                      <p:tavLst>
                                        <p:tav tm="0">
                                          <p:val>
                                            <p:strVal val="1+#ppt_h/2"/>
                                          </p:val>
                                        </p:tav>
                                        <p:tav tm="100000">
                                          <p:val>
                                            <p:strVal val="#ppt_y"/>
                                          </p:val>
                                        </p:tav>
                                      </p:tavLst>
                                    </p:anim>
                                  </p:childTnLst>
                                </p:cTn>
                              </p:par>
                              <p:par>
                                <p:cTn id="33" presetID="2" presetClass="entr" presetSubtype="4" fill="hold" grpId="0" nodeType="withEffect">
                                  <p:stCondLst>
                                    <p:cond delay="0"/>
                                  </p:stCondLst>
                                  <p:childTnLst>
                                    <p:set>
                                      <p:cBhvr>
                                        <p:cTn id="34" dur="1" fill="hold">
                                          <p:stCondLst>
                                            <p:cond delay="0"/>
                                          </p:stCondLst>
                                        </p:cTn>
                                        <p:tgtEl>
                                          <p:spTgt spid="18">
                                            <p:txEl>
                                              <p:pRg st="6" end="6"/>
                                            </p:txEl>
                                          </p:spTgt>
                                        </p:tgtEl>
                                        <p:attrNameLst>
                                          <p:attrName>style.visibility</p:attrName>
                                        </p:attrNameLst>
                                      </p:cBhvr>
                                      <p:to>
                                        <p:strVal val="visible"/>
                                      </p:to>
                                    </p:set>
                                    <p:anim calcmode="lin" valueType="num">
                                      <p:cBhvr additive="base">
                                        <p:cTn id="35" dur="500" fill="hold"/>
                                        <p:tgtEl>
                                          <p:spTgt spid="18">
                                            <p:txEl>
                                              <p:pRg st="6" end="6"/>
                                            </p:txEl>
                                          </p:spTgt>
                                        </p:tgtEl>
                                        <p:attrNameLst>
                                          <p:attrName>ppt_x</p:attrName>
                                        </p:attrNameLst>
                                      </p:cBhvr>
                                      <p:tavLst>
                                        <p:tav tm="0">
                                          <p:val>
                                            <p:strVal val="#ppt_x"/>
                                          </p:val>
                                        </p:tav>
                                        <p:tav tm="100000">
                                          <p:val>
                                            <p:strVal val="#ppt_x"/>
                                          </p:val>
                                        </p:tav>
                                      </p:tavLst>
                                    </p:anim>
                                    <p:anim calcmode="lin" valueType="num">
                                      <p:cBhvr additive="base">
                                        <p:cTn id="36" dur="500" fill="hold"/>
                                        <p:tgtEl>
                                          <p:spTgt spid="18">
                                            <p:txEl>
                                              <p:pRg st="6" end="6"/>
                                            </p:txEl>
                                          </p:spTgt>
                                        </p:tgtEl>
                                        <p:attrNameLst>
                                          <p:attrName>ppt_y</p:attrName>
                                        </p:attrNameLst>
                                      </p:cBhvr>
                                      <p:tavLst>
                                        <p:tav tm="0">
                                          <p:val>
                                            <p:strVal val="1+#ppt_h/2"/>
                                          </p:val>
                                        </p:tav>
                                        <p:tav tm="100000">
                                          <p:val>
                                            <p:strVal val="#ppt_y"/>
                                          </p:val>
                                        </p:tav>
                                      </p:tavLst>
                                    </p:anim>
                                  </p:childTnLst>
                                </p:cTn>
                              </p:par>
                              <p:par>
                                <p:cTn id="37" presetID="2" presetClass="entr" presetSubtype="4" fill="hold" grpId="0" nodeType="withEffect">
                                  <p:stCondLst>
                                    <p:cond delay="0"/>
                                  </p:stCondLst>
                                  <p:childTnLst>
                                    <p:set>
                                      <p:cBhvr>
                                        <p:cTn id="38" dur="1" fill="hold">
                                          <p:stCondLst>
                                            <p:cond delay="0"/>
                                          </p:stCondLst>
                                        </p:cTn>
                                        <p:tgtEl>
                                          <p:spTgt spid="18">
                                            <p:txEl>
                                              <p:pRg st="7" end="7"/>
                                            </p:txEl>
                                          </p:spTgt>
                                        </p:tgtEl>
                                        <p:attrNameLst>
                                          <p:attrName>style.visibility</p:attrName>
                                        </p:attrNameLst>
                                      </p:cBhvr>
                                      <p:to>
                                        <p:strVal val="visible"/>
                                      </p:to>
                                    </p:set>
                                    <p:anim calcmode="lin" valueType="num">
                                      <p:cBhvr additive="base">
                                        <p:cTn id="39" dur="500" fill="hold"/>
                                        <p:tgtEl>
                                          <p:spTgt spid="18">
                                            <p:txEl>
                                              <p:pRg st="7" end="7"/>
                                            </p:txEl>
                                          </p:spTgt>
                                        </p:tgtEl>
                                        <p:attrNameLst>
                                          <p:attrName>ppt_x</p:attrName>
                                        </p:attrNameLst>
                                      </p:cBhvr>
                                      <p:tavLst>
                                        <p:tav tm="0">
                                          <p:val>
                                            <p:strVal val="#ppt_x"/>
                                          </p:val>
                                        </p:tav>
                                        <p:tav tm="100000">
                                          <p:val>
                                            <p:strVal val="#ppt_x"/>
                                          </p:val>
                                        </p:tav>
                                      </p:tavLst>
                                    </p:anim>
                                    <p:anim calcmode="lin" valueType="num">
                                      <p:cBhvr additive="base">
                                        <p:cTn id="40" dur="500" fill="hold"/>
                                        <p:tgtEl>
                                          <p:spTgt spid="18">
                                            <p:txEl>
                                              <p:pRg st="7" end="7"/>
                                            </p:txEl>
                                          </p:spTgt>
                                        </p:tgtEl>
                                        <p:attrNameLst>
                                          <p:attrName>ppt_y</p:attrName>
                                        </p:attrNameLst>
                                      </p:cBhvr>
                                      <p:tavLst>
                                        <p:tav tm="0">
                                          <p:val>
                                            <p:strVal val="1+#ppt_h/2"/>
                                          </p:val>
                                        </p:tav>
                                        <p:tav tm="100000">
                                          <p:val>
                                            <p:strVal val="#ppt_y"/>
                                          </p:val>
                                        </p:tav>
                                      </p:tavLst>
                                    </p:anim>
                                  </p:childTnLst>
                                </p:cTn>
                              </p:par>
                              <p:par>
                                <p:cTn id="41" presetID="2" presetClass="entr" presetSubtype="4" fill="hold" grpId="0" nodeType="withEffect">
                                  <p:stCondLst>
                                    <p:cond delay="0"/>
                                  </p:stCondLst>
                                  <p:childTnLst>
                                    <p:set>
                                      <p:cBhvr>
                                        <p:cTn id="42" dur="1" fill="hold">
                                          <p:stCondLst>
                                            <p:cond delay="0"/>
                                          </p:stCondLst>
                                        </p:cTn>
                                        <p:tgtEl>
                                          <p:spTgt spid="18">
                                            <p:txEl>
                                              <p:pRg st="8" end="8"/>
                                            </p:txEl>
                                          </p:spTgt>
                                        </p:tgtEl>
                                        <p:attrNameLst>
                                          <p:attrName>style.visibility</p:attrName>
                                        </p:attrNameLst>
                                      </p:cBhvr>
                                      <p:to>
                                        <p:strVal val="visible"/>
                                      </p:to>
                                    </p:set>
                                    <p:anim calcmode="lin" valueType="num">
                                      <p:cBhvr additive="base">
                                        <p:cTn id="43" dur="500" fill="hold"/>
                                        <p:tgtEl>
                                          <p:spTgt spid="18">
                                            <p:txEl>
                                              <p:pRg st="8" end="8"/>
                                            </p:txEl>
                                          </p:spTgt>
                                        </p:tgtEl>
                                        <p:attrNameLst>
                                          <p:attrName>ppt_x</p:attrName>
                                        </p:attrNameLst>
                                      </p:cBhvr>
                                      <p:tavLst>
                                        <p:tav tm="0">
                                          <p:val>
                                            <p:strVal val="#ppt_x"/>
                                          </p:val>
                                        </p:tav>
                                        <p:tav tm="100000">
                                          <p:val>
                                            <p:strVal val="#ppt_x"/>
                                          </p:val>
                                        </p:tav>
                                      </p:tavLst>
                                    </p:anim>
                                    <p:anim calcmode="lin" valueType="num">
                                      <p:cBhvr additive="base">
                                        <p:cTn id="44" dur="500" fill="hold"/>
                                        <p:tgtEl>
                                          <p:spTgt spid="18">
                                            <p:txEl>
                                              <p:pRg st="8" end="8"/>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uiExpand="1" build="allAtOnce"/>
    </p:bld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6506FD-135E-BD18-48C5-C7275689C93C}"/>
            </a:ext>
          </a:extLst>
        </p:cNvPr>
        <p:cNvGrpSpPr/>
        <p:nvPr/>
      </p:nvGrpSpPr>
      <p:grpSpPr>
        <a:xfrm>
          <a:off x="0" y="0"/>
          <a:ext cx="0" cy="0"/>
          <a:chOff x="0" y="0"/>
          <a:chExt cx="0" cy="0"/>
        </a:xfrm>
      </p:grpSpPr>
      <p:sp>
        <p:nvSpPr>
          <p:cNvPr id="45" name="Rectangle 44">
            <a:extLst>
              <a:ext uri="{FF2B5EF4-FFF2-40B4-BE49-F238E27FC236}">
                <a16:creationId xmlns:a16="http://schemas.microsoft.com/office/drawing/2014/main" id="{45B6D8C4-5AF2-C435-9C41-B74740976A62}"/>
              </a:ext>
            </a:extLst>
          </p:cNvPr>
          <p:cNvSpPr/>
          <p:nvPr/>
        </p:nvSpPr>
        <p:spPr>
          <a:xfrm>
            <a:off x="3810000" y="1188000"/>
            <a:ext cx="14478000" cy="1204805"/>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6" name="Rectangle: Rounded Corners 45">
            <a:extLst>
              <a:ext uri="{FF2B5EF4-FFF2-40B4-BE49-F238E27FC236}">
                <a16:creationId xmlns:a16="http://schemas.microsoft.com/office/drawing/2014/main" id="{3794457F-61DA-687F-2ED6-899A3859B259}"/>
              </a:ext>
            </a:extLst>
          </p:cNvPr>
          <p:cNvSpPr/>
          <p:nvPr/>
        </p:nvSpPr>
        <p:spPr>
          <a:xfrm>
            <a:off x="3858223" y="1275813"/>
            <a:ext cx="12192000" cy="1020412"/>
          </a:xfrm>
          <a:prstGeom prst="roundRect">
            <a:avLst/>
          </a:prstGeom>
          <a:solidFill>
            <a:srgbClr val="288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4" name="Rectangle 43">
            <a:extLst>
              <a:ext uri="{FF2B5EF4-FFF2-40B4-BE49-F238E27FC236}">
                <a16:creationId xmlns:a16="http://schemas.microsoft.com/office/drawing/2014/main" id="{92E8348B-6609-3B36-6D92-6BEF3D0645ED}"/>
              </a:ext>
            </a:extLst>
          </p:cNvPr>
          <p:cNvSpPr/>
          <p:nvPr/>
        </p:nvSpPr>
        <p:spPr>
          <a:xfrm>
            <a:off x="0" y="2400300"/>
            <a:ext cx="3810000" cy="78867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7" name="TextBox 10">
            <a:extLst>
              <a:ext uri="{FF2B5EF4-FFF2-40B4-BE49-F238E27FC236}">
                <a16:creationId xmlns:a16="http://schemas.microsoft.com/office/drawing/2014/main" id="{B5C0315C-6C43-47FF-91DA-3CD4CB0C6C66}"/>
              </a:ext>
            </a:extLst>
          </p:cNvPr>
          <p:cNvSpPr txBox="1"/>
          <p:nvPr/>
        </p:nvSpPr>
        <p:spPr>
          <a:xfrm>
            <a:off x="4572000" y="475436"/>
            <a:ext cx="13549652" cy="1450397"/>
          </a:xfrm>
          <a:prstGeom prst="rect">
            <a:avLst/>
          </a:prstGeom>
        </p:spPr>
        <p:txBody>
          <a:bodyPr wrap="square" lIns="0" tIns="0" rIns="0" bIns="0" rtlCol="0" anchor="t">
            <a:spAutoFit/>
          </a:bodyPr>
          <a:lstStyle/>
          <a:p>
            <a:pPr>
              <a:lnSpc>
                <a:spcPct val="130000"/>
              </a:lnSpc>
              <a:spcBef>
                <a:spcPts val="600"/>
              </a:spcBef>
              <a:spcAft>
                <a:spcPts val="600"/>
              </a:spcAft>
            </a:pPr>
            <a:endParaRPr lang="en-US" sz="3600">
              <a:effectLst/>
              <a:latin typeface="Times New Roman" panose="02020603050405020304" pitchFamily="18" charset="0"/>
              <a:ea typeface="Times New Roman" panose="02020603050405020304" pitchFamily="18" charset="0"/>
            </a:endParaRPr>
          </a:p>
          <a:p>
            <a:pPr indent="0">
              <a:lnSpc>
                <a:spcPct val="130000"/>
              </a:lnSpc>
              <a:spcBef>
                <a:spcPts val="600"/>
              </a:spcBef>
              <a:spcAft>
                <a:spcPts val="600"/>
              </a:spcAft>
              <a:buNone/>
            </a:pPr>
            <a:endParaRPr lang="en-US" sz="3200" b="0" i="0">
              <a:solidFill>
                <a:schemeClr val="tx1"/>
              </a:solidFill>
              <a:effectLst/>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421C5D64-C83C-81FD-D6B7-E8410429F51D}"/>
              </a:ext>
            </a:extLst>
          </p:cNvPr>
          <p:cNvSpPr txBox="1"/>
          <p:nvPr/>
        </p:nvSpPr>
        <p:spPr>
          <a:xfrm>
            <a:off x="1143000" y="5466487"/>
            <a:ext cx="1981200" cy="646331"/>
          </a:xfrm>
          <a:prstGeom prst="rect">
            <a:avLst/>
          </a:prstGeom>
          <a:noFill/>
        </p:spPr>
        <p:txBody>
          <a:bodyPr wrap="square" rtlCol="0">
            <a:spAutoFit/>
          </a:bodyPr>
          <a:lstStyle/>
          <a:p>
            <a:r>
              <a:rPr lang="en-US" sz="3600">
                <a:latin typeface="Times New Roman" panose="02020603050405020304" pitchFamily="18" charset="0"/>
                <a:cs typeface="Times New Roman" panose="02020603050405020304" pitchFamily="18" charset="0"/>
              </a:rPr>
              <a:t>Hạn chế</a:t>
            </a:r>
          </a:p>
        </p:txBody>
      </p:sp>
      <p:sp>
        <p:nvSpPr>
          <p:cNvPr id="18" name="TextBox 17">
            <a:extLst>
              <a:ext uri="{FF2B5EF4-FFF2-40B4-BE49-F238E27FC236}">
                <a16:creationId xmlns:a16="http://schemas.microsoft.com/office/drawing/2014/main" id="{DBA872A8-1D7B-76B7-EF9E-6589938EE873}"/>
              </a:ext>
            </a:extLst>
          </p:cNvPr>
          <p:cNvSpPr txBox="1"/>
          <p:nvPr/>
        </p:nvSpPr>
        <p:spPr>
          <a:xfrm>
            <a:off x="3810000" y="2430905"/>
            <a:ext cx="14249400" cy="2219838"/>
          </a:xfrm>
          <a:prstGeom prst="rect">
            <a:avLst/>
          </a:prstGeom>
          <a:noFill/>
        </p:spPr>
        <p:txBody>
          <a:bodyPr wrap="square" rtlCol="0">
            <a:spAutoFit/>
          </a:bodyPr>
          <a:lstStyle/>
          <a:p>
            <a:pPr marL="342900" lvl="0" indent="-342900" algn="just">
              <a:lnSpc>
                <a:spcPct val="150000"/>
              </a:lnSpc>
              <a:buFont typeface="Times New Roman" panose="02020603050405020304" pitchFamily="18" charset="0"/>
              <a:buChar char="-"/>
            </a:pPr>
            <a:r>
              <a:rPr lang="vi-VN" sz="3200">
                <a:latin typeface="Times New Roman" panose="02020603050405020304" pitchFamily="18" charset="0"/>
                <a:ea typeface="Times New Roman" panose="02020603050405020304" pitchFamily="18" charset="0"/>
              </a:rPr>
              <a:t>Một số tính năng trợ năng chưa được tích hợp</a:t>
            </a:r>
            <a:endParaRPr lang="en-US" sz="3200">
              <a:latin typeface="Times New Roman" panose="02020603050405020304" pitchFamily="18" charset="0"/>
              <a:ea typeface="Times New Roman" panose="02020603050405020304" pitchFamily="18" charset="0"/>
            </a:endParaRPr>
          </a:p>
          <a:p>
            <a:pPr marL="342900" lvl="0" indent="-342900" algn="just">
              <a:lnSpc>
                <a:spcPct val="150000"/>
              </a:lnSpc>
              <a:buFont typeface="Times New Roman" panose="02020603050405020304" pitchFamily="18" charset="0"/>
              <a:buChar char="-"/>
            </a:pPr>
            <a:r>
              <a:rPr lang="en-US" sz="3200">
                <a:latin typeface="Times New Roman" panose="02020603050405020304" pitchFamily="18" charset="0"/>
                <a:ea typeface="Times New Roman" panose="02020603050405020304" pitchFamily="18" charset="0"/>
              </a:rPr>
              <a:t>Chưa hỗ trợ đăng nhập bằng các tài khoản nền tảng hỗ trợ Oauth</a:t>
            </a:r>
          </a:p>
          <a:p>
            <a:pPr marL="342900" lvl="0" indent="-342900" algn="just">
              <a:lnSpc>
                <a:spcPct val="150000"/>
              </a:lnSpc>
              <a:buFont typeface="Times New Roman" panose="02020603050405020304" pitchFamily="18" charset="0"/>
              <a:buChar char="-"/>
            </a:pPr>
            <a:r>
              <a:rPr lang="en-US" sz="3200">
                <a:latin typeface="Times New Roman" panose="02020603050405020304" pitchFamily="18" charset="0"/>
                <a:ea typeface="Times New Roman" panose="02020603050405020304" pitchFamily="18" charset="0"/>
              </a:rPr>
              <a:t>Chưa xác thực email người dung khi đăng ký</a:t>
            </a:r>
            <a:endParaRPr lang="vi-VN" sz="3200">
              <a:latin typeface="Times New Roman" panose="02020603050405020304" pitchFamily="18" charset="0"/>
              <a:ea typeface="Times New Roman" panose="02020603050405020304" pitchFamily="18" charset="0"/>
            </a:endParaRPr>
          </a:p>
        </p:txBody>
      </p:sp>
      <p:grpSp>
        <p:nvGrpSpPr>
          <p:cNvPr id="47" name="Group 46">
            <a:extLst>
              <a:ext uri="{FF2B5EF4-FFF2-40B4-BE49-F238E27FC236}">
                <a16:creationId xmlns:a16="http://schemas.microsoft.com/office/drawing/2014/main" id="{062F12F8-4D46-5013-FF99-3AB7D90EBA39}"/>
              </a:ext>
            </a:extLst>
          </p:cNvPr>
          <p:cNvGrpSpPr/>
          <p:nvPr/>
        </p:nvGrpSpPr>
        <p:grpSpPr>
          <a:xfrm>
            <a:off x="0" y="0"/>
            <a:ext cx="18360000" cy="1188944"/>
            <a:chOff x="0" y="0"/>
            <a:chExt cx="18360000" cy="1188944"/>
          </a:xfrm>
        </p:grpSpPr>
        <p:sp>
          <p:nvSpPr>
            <p:cNvPr id="48" name="Rectangle 47">
              <a:extLst>
                <a:ext uri="{FF2B5EF4-FFF2-40B4-BE49-F238E27FC236}">
                  <a16:creationId xmlns:a16="http://schemas.microsoft.com/office/drawing/2014/main" id="{B268F26E-7237-5884-4D7C-3F11EF5731EA}"/>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9" name="Rectangle 48">
              <a:extLst>
                <a:ext uri="{FF2B5EF4-FFF2-40B4-BE49-F238E27FC236}">
                  <a16:creationId xmlns:a16="http://schemas.microsoft.com/office/drawing/2014/main" id="{AEB9A2E5-1501-4CC1-9F4C-B294F50D597A}"/>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0" name="Rectangle 49">
              <a:extLst>
                <a:ext uri="{FF2B5EF4-FFF2-40B4-BE49-F238E27FC236}">
                  <a16:creationId xmlns:a16="http://schemas.microsoft.com/office/drawing/2014/main" id="{F10E760C-BD2A-438D-8DF3-443C85D8AE38}"/>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1" name="Rectangle 50">
              <a:extLst>
                <a:ext uri="{FF2B5EF4-FFF2-40B4-BE49-F238E27FC236}">
                  <a16:creationId xmlns:a16="http://schemas.microsoft.com/office/drawing/2014/main" id="{51CC1D9F-F723-83A0-0948-AEE92CED4AE7}"/>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52" name="Oval 51">
            <a:extLst>
              <a:ext uri="{FF2B5EF4-FFF2-40B4-BE49-F238E27FC236}">
                <a16:creationId xmlns:a16="http://schemas.microsoft.com/office/drawing/2014/main" id="{120C68BD-6A8B-E5A3-5DA2-AB0097C555E1}"/>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53" name="TextBox 52">
            <a:extLst>
              <a:ext uri="{FF2B5EF4-FFF2-40B4-BE49-F238E27FC236}">
                <a16:creationId xmlns:a16="http://schemas.microsoft.com/office/drawing/2014/main" id="{14EBA2A5-3733-7E1C-D9B1-D52A796E7E61}"/>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54" name="Picture 53">
            <a:extLst>
              <a:ext uri="{FF2B5EF4-FFF2-40B4-BE49-F238E27FC236}">
                <a16:creationId xmlns:a16="http://schemas.microsoft.com/office/drawing/2014/main" id="{E7CD5E90-2022-31DD-93FF-3B19D5FFD828}"/>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sp>
        <p:nvSpPr>
          <p:cNvPr id="2" name="TextBox 1">
            <a:extLst>
              <a:ext uri="{FF2B5EF4-FFF2-40B4-BE49-F238E27FC236}">
                <a16:creationId xmlns:a16="http://schemas.microsoft.com/office/drawing/2014/main" id="{500E05D7-473B-B522-EE7E-2CD09C0125F0}"/>
              </a:ext>
            </a:extLst>
          </p:cNvPr>
          <p:cNvSpPr txBox="1"/>
          <p:nvPr/>
        </p:nvSpPr>
        <p:spPr>
          <a:xfrm>
            <a:off x="3858222" y="1463633"/>
            <a:ext cx="11534177" cy="646331"/>
          </a:xfrm>
          <a:prstGeom prst="rect">
            <a:avLst/>
          </a:prstGeom>
          <a:noFill/>
        </p:spPr>
        <p:txBody>
          <a:bodyPr wrap="square" rtlCol="0">
            <a:spAutoFit/>
          </a:bodyPr>
          <a:lstStyle/>
          <a:p>
            <a:r>
              <a:rPr lang="en-US" sz="3600">
                <a:solidFill>
                  <a:schemeClr val="bg1"/>
                </a:solidFill>
                <a:latin typeface="Times New Roman" panose="02020603050405020304" pitchFamily="18" charset="0"/>
                <a:cs typeface="Times New Roman" panose="02020603050405020304" pitchFamily="18" charset="0"/>
              </a:rPr>
              <a:t>5. KẾT LUẬN VÀ ĐỀ NGHỊ</a:t>
            </a:r>
          </a:p>
        </p:txBody>
      </p:sp>
    </p:spTree>
    <p:extLst>
      <p:ext uri="{BB962C8B-B14F-4D97-AF65-F5344CB8AC3E}">
        <p14:creationId xmlns:p14="http://schemas.microsoft.com/office/powerpoint/2010/main" val="409838067"/>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1"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0-#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18">
                                            <p:txEl>
                                              <p:pRg st="0" end="0"/>
                                            </p:txEl>
                                          </p:spTgt>
                                        </p:tgtEl>
                                        <p:attrNameLst>
                                          <p:attrName>style.visibility</p:attrName>
                                        </p:attrNameLst>
                                      </p:cBhvr>
                                      <p:to>
                                        <p:strVal val="visible"/>
                                      </p:to>
                                    </p:set>
                                    <p:anim calcmode="lin" valueType="num">
                                      <p:cBhvr additive="base">
                                        <p:cTn id="11" dur="500" fill="hold"/>
                                        <p:tgtEl>
                                          <p:spTgt spid="18">
                                            <p:txEl>
                                              <p:pRg st="0" end="0"/>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18">
                                            <p:txEl>
                                              <p:pRg st="0" end="0"/>
                                            </p:txEl>
                                          </p:spTgt>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0"/>
                                  </p:stCondLst>
                                  <p:childTnLst>
                                    <p:set>
                                      <p:cBhvr>
                                        <p:cTn id="14" dur="1" fill="hold">
                                          <p:stCondLst>
                                            <p:cond delay="0"/>
                                          </p:stCondLst>
                                        </p:cTn>
                                        <p:tgtEl>
                                          <p:spTgt spid="18">
                                            <p:txEl>
                                              <p:pRg st="1" end="1"/>
                                            </p:txEl>
                                          </p:spTgt>
                                        </p:tgtEl>
                                        <p:attrNameLst>
                                          <p:attrName>style.visibility</p:attrName>
                                        </p:attrNameLst>
                                      </p:cBhvr>
                                      <p:to>
                                        <p:strVal val="visible"/>
                                      </p:to>
                                    </p:set>
                                    <p:anim calcmode="lin" valueType="num">
                                      <p:cBhvr additive="base">
                                        <p:cTn id="15" dur="500" fill="hold"/>
                                        <p:tgtEl>
                                          <p:spTgt spid="18">
                                            <p:txEl>
                                              <p:pRg st="1" end="1"/>
                                            </p:txEl>
                                          </p:spTgt>
                                        </p:tgtEl>
                                        <p:attrNameLst>
                                          <p:attrName>ppt_x</p:attrName>
                                        </p:attrNameLst>
                                      </p:cBhvr>
                                      <p:tavLst>
                                        <p:tav tm="0">
                                          <p:val>
                                            <p:strVal val="#ppt_x"/>
                                          </p:val>
                                        </p:tav>
                                        <p:tav tm="100000">
                                          <p:val>
                                            <p:strVal val="#ppt_x"/>
                                          </p:val>
                                        </p:tav>
                                      </p:tavLst>
                                    </p:anim>
                                    <p:anim calcmode="lin" valueType="num">
                                      <p:cBhvr additive="base">
                                        <p:cTn id="16" dur="500" fill="hold"/>
                                        <p:tgtEl>
                                          <p:spTgt spid="18">
                                            <p:txEl>
                                              <p:pRg st="1" end="1"/>
                                            </p:txEl>
                                          </p:spTgt>
                                        </p:tgtEl>
                                        <p:attrNameLst>
                                          <p:attrName>ppt_y</p:attrName>
                                        </p:attrNameLst>
                                      </p:cBhvr>
                                      <p:tavLst>
                                        <p:tav tm="0">
                                          <p:val>
                                            <p:strVal val="1+#ppt_h/2"/>
                                          </p:val>
                                        </p:tav>
                                        <p:tav tm="100000">
                                          <p:val>
                                            <p:strVal val="#ppt_y"/>
                                          </p:val>
                                        </p:tav>
                                      </p:tavLst>
                                    </p:anim>
                                  </p:childTnLst>
                                </p:cTn>
                              </p:par>
                              <p:par>
                                <p:cTn id="17" presetID="2" presetClass="entr" presetSubtype="4" fill="hold" grpId="0" nodeType="withEffect">
                                  <p:stCondLst>
                                    <p:cond delay="0"/>
                                  </p:stCondLst>
                                  <p:childTnLst>
                                    <p:set>
                                      <p:cBhvr>
                                        <p:cTn id="18" dur="1" fill="hold">
                                          <p:stCondLst>
                                            <p:cond delay="0"/>
                                          </p:stCondLst>
                                        </p:cTn>
                                        <p:tgtEl>
                                          <p:spTgt spid="18">
                                            <p:txEl>
                                              <p:pRg st="2" end="2"/>
                                            </p:txEl>
                                          </p:spTgt>
                                        </p:tgtEl>
                                        <p:attrNameLst>
                                          <p:attrName>style.visibility</p:attrName>
                                        </p:attrNameLst>
                                      </p:cBhvr>
                                      <p:to>
                                        <p:strVal val="visible"/>
                                      </p:to>
                                    </p:set>
                                    <p:anim calcmode="lin" valueType="num">
                                      <p:cBhvr additive="base">
                                        <p:cTn id="19" dur="500" fill="hold"/>
                                        <p:tgtEl>
                                          <p:spTgt spid="18">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18">
                                            <p:txEl>
                                              <p:pRg st="2" end="2"/>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uiExpand="1" build="allAtOnce"/>
    </p:bld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9D4141-122C-A504-CFF1-F1FF7DBCACE6}"/>
            </a:ext>
          </a:extLst>
        </p:cNvPr>
        <p:cNvGrpSpPr/>
        <p:nvPr/>
      </p:nvGrpSpPr>
      <p:grpSpPr>
        <a:xfrm>
          <a:off x="0" y="0"/>
          <a:ext cx="0" cy="0"/>
          <a:chOff x="0" y="0"/>
          <a:chExt cx="0" cy="0"/>
        </a:xfrm>
      </p:grpSpPr>
      <p:sp>
        <p:nvSpPr>
          <p:cNvPr id="45" name="Rectangle 44">
            <a:extLst>
              <a:ext uri="{FF2B5EF4-FFF2-40B4-BE49-F238E27FC236}">
                <a16:creationId xmlns:a16="http://schemas.microsoft.com/office/drawing/2014/main" id="{80894E3F-A694-82FD-3686-D660526AE9EB}"/>
              </a:ext>
            </a:extLst>
          </p:cNvPr>
          <p:cNvSpPr/>
          <p:nvPr/>
        </p:nvSpPr>
        <p:spPr>
          <a:xfrm>
            <a:off x="3810000" y="1188000"/>
            <a:ext cx="14478000" cy="1204805"/>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6" name="Rectangle: Rounded Corners 45">
            <a:extLst>
              <a:ext uri="{FF2B5EF4-FFF2-40B4-BE49-F238E27FC236}">
                <a16:creationId xmlns:a16="http://schemas.microsoft.com/office/drawing/2014/main" id="{1BE77764-D741-D379-7DE6-3A5A3191D010}"/>
              </a:ext>
            </a:extLst>
          </p:cNvPr>
          <p:cNvSpPr/>
          <p:nvPr/>
        </p:nvSpPr>
        <p:spPr>
          <a:xfrm>
            <a:off x="3858223" y="1275813"/>
            <a:ext cx="12192000" cy="1020412"/>
          </a:xfrm>
          <a:prstGeom prst="roundRect">
            <a:avLst/>
          </a:prstGeom>
          <a:solidFill>
            <a:srgbClr val="288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4" name="Rectangle 43">
            <a:extLst>
              <a:ext uri="{FF2B5EF4-FFF2-40B4-BE49-F238E27FC236}">
                <a16:creationId xmlns:a16="http://schemas.microsoft.com/office/drawing/2014/main" id="{694B4816-10C1-0EDA-43E5-04DF1AD41AD9}"/>
              </a:ext>
            </a:extLst>
          </p:cNvPr>
          <p:cNvSpPr/>
          <p:nvPr/>
        </p:nvSpPr>
        <p:spPr>
          <a:xfrm>
            <a:off x="0" y="2400300"/>
            <a:ext cx="3810000" cy="78867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7" name="TextBox 10">
            <a:extLst>
              <a:ext uri="{FF2B5EF4-FFF2-40B4-BE49-F238E27FC236}">
                <a16:creationId xmlns:a16="http://schemas.microsoft.com/office/drawing/2014/main" id="{2D3C98E8-2502-66D5-E1B8-EE32344CF30B}"/>
              </a:ext>
            </a:extLst>
          </p:cNvPr>
          <p:cNvSpPr txBox="1"/>
          <p:nvPr/>
        </p:nvSpPr>
        <p:spPr>
          <a:xfrm>
            <a:off x="4572000" y="475436"/>
            <a:ext cx="13549652" cy="1450397"/>
          </a:xfrm>
          <a:prstGeom prst="rect">
            <a:avLst/>
          </a:prstGeom>
        </p:spPr>
        <p:txBody>
          <a:bodyPr wrap="square" lIns="0" tIns="0" rIns="0" bIns="0" rtlCol="0" anchor="t">
            <a:spAutoFit/>
          </a:bodyPr>
          <a:lstStyle/>
          <a:p>
            <a:pPr>
              <a:lnSpc>
                <a:spcPct val="130000"/>
              </a:lnSpc>
              <a:spcBef>
                <a:spcPts val="600"/>
              </a:spcBef>
              <a:spcAft>
                <a:spcPts val="600"/>
              </a:spcAft>
            </a:pPr>
            <a:endParaRPr lang="en-US" sz="3600">
              <a:effectLst/>
              <a:latin typeface="Times New Roman" panose="02020603050405020304" pitchFamily="18" charset="0"/>
              <a:ea typeface="Times New Roman" panose="02020603050405020304" pitchFamily="18" charset="0"/>
            </a:endParaRPr>
          </a:p>
          <a:p>
            <a:pPr indent="0">
              <a:lnSpc>
                <a:spcPct val="130000"/>
              </a:lnSpc>
              <a:spcBef>
                <a:spcPts val="600"/>
              </a:spcBef>
              <a:spcAft>
                <a:spcPts val="600"/>
              </a:spcAft>
              <a:buNone/>
            </a:pPr>
            <a:endParaRPr lang="en-US" sz="3200" b="0" i="0">
              <a:solidFill>
                <a:schemeClr val="tx1"/>
              </a:solidFill>
              <a:effectLst/>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5FA5AA8B-EB44-F055-62AB-8DA28CF3BEAD}"/>
              </a:ext>
            </a:extLst>
          </p:cNvPr>
          <p:cNvSpPr txBox="1"/>
          <p:nvPr/>
        </p:nvSpPr>
        <p:spPr>
          <a:xfrm>
            <a:off x="228600" y="5697319"/>
            <a:ext cx="3352800" cy="646331"/>
          </a:xfrm>
          <a:prstGeom prst="rect">
            <a:avLst/>
          </a:prstGeom>
          <a:noFill/>
        </p:spPr>
        <p:txBody>
          <a:bodyPr wrap="square" rtlCol="0">
            <a:spAutoFit/>
          </a:bodyPr>
          <a:lstStyle/>
          <a:p>
            <a:r>
              <a:rPr lang="en-US" sz="3600">
                <a:latin typeface="Times New Roman" panose="02020603050405020304" pitchFamily="18" charset="0"/>
                <a:cs typeface="Times New Roman" panose="02020603050405020304" pitchFamily="18" charset="0"/>
              </a:rPr>
              <a:t>Hướng phát triển</a:t>
            </a:r>
          </a:p>
        </p:txBody>
      </p:sp>
      <p:sp>
        <p:nvSpPr>
          <p:cNvPr id="18" name="TextBox 17">
            <a:extLst>
              <a:ext uri="{FF2B5EF4-FFF2-40B4-BE49-F238E27FC236}">
                <a16:creationId xmlns:a16="http://schemas.microsoft.com/office/drawing/2014/main" id="{1C50162C-7436-34E2-8A57-689044972FB3}"/>
              </a:ext>
            </a:extLst>
          </p:cNvPr>
          <p:cNvSpPr txBox="1"/>
          <p:nvPr/>
        </p:nvSpPr>
        <p:spPr>
          <a:xfrm>
            <a:off x="3810000" y="2430905"/>
            <a:ext cx="14249400" cy="3697166"/>
          </a:xfrm>
          <a:prstGeom prst="rect">
            <a:avLst/>
          </a:prstGeom>
          <a:noFill/>
        </p:spPr>
        <p:txBody>
          <a:bodyPr wrap="square" rtlCol="0">
            <a:spAutoFit/>
          </a:bodyPr>
          <a:lstStyle/>
          <a:p>
            <a:pPr marL="342900" lvl="0" indent="-342900" algn="just">
              <a:lnSpc>
                <a:spcPct val="150000"/>
              </a:lnSpc>
              <a:buFont typeface="Times New Roman" panose="02020603050405020304" pitchFamily="18" charset="0"/>
              <a:buChar char="-"/>
            </a:pPr>
            <a:r>
              <a:rPr lang="vi-VN" sz="3200">
                <a:latin typeface="Times New Roman" panose="02020603050405020304" pitchFamily="18" charset="0"/>
                <a:ea typeface="Times New Roman" panose="02020603050405020304" pitchFamily="18" charset="0"/>
              </a:rPr>
              <a:t>Xác thực hai lớp (2FA): Sử dụng mã OTP gửi qua email hoặc SMS để bảo mật tài khoản.</a:t>
            </a:r>
          </a:p>
          <a:p>
            <a:pPr marL="342900" lvl="0" indent="-342900" algn="just">
              <a:lnSpc>
                <a:spcPct val="150000"/>
              </a:lnSpc>
              <a:buFont typeface="Times New Roman" panose="02020603050405020304" pitchFamily="18" charset="0"/>
              <a:buChar char="-"/>
            </a:pPr>
            <a:r>
              <a:rPr lang="vi-VN" sz="3200">
                <a:latin typeface="Times New Roman" panose="02020603050405020304" pitchFamily="18" charset="0"/>
                <a:ea typeface="Times New Roman" panose="02020603050405020304" pitchFamily="18" charset="0"/>
              </a:rPr>
              <a:t>Xác thực OAuth2.0: Cho phép đăng nhập qua Google, Facebook, GitHub.</a:t>
            </a:r>
          </a:p>
          <a:p>
            <a:pPr marL="342900" lvl="0" indent="-342900" algn="just">
              <a:lnSpc>
                <a:spcPct val="150000"/>
              </a:lnSpc>
              <a:buFont typeface="Times New Roman" panose="02020603050405020304" pitchFamily="18" charset="0"/>
              <a:buChar char="-"/>
            </a:pPr>
            <a:r>
              <a:rPr lang="vi-VN" sz="3200">
                <a:latin typeface="Times New Roman" panose="02020603050405020304" pitchFamily="18" charset="0"/>
                <a:ea typeface="Times New Roman" panose="02020603050405020304" pitchFamily="18" charset="0"/>
              </a:rPr>
              <a:t>Thu thập phản hồi: Tích hợp chức năng gửi ý kiến từ app để cải thiện trải nghiệm.</a:t>
            </a:r>
          </a:p>
          <a:p>
            <a:pPr marL="342900" lvl="0" indent="-342900" algn="just">
              <a:lnSpc>
                <a:spcPct val="150000"/>
              </a:lnSpc>
              <a:buFont typeface="Times New Roman" panose="02020603050405020304" pitchFamily="18" charset="0"/>
              <a:buChar char="-"/>
            </a:pPr>
            <a:r>
              <a:rPr lang="vi-VN" sz="3200">
                <a:latin typeface="Times New Roman" panose="02020603050405020304" pitchFamily="18" charset="0"/>
                <a:ea typeface="Times New Roman" panose="02020603050405020304" pitchFamily="18" charset="0"/>
              </a:rPr>
              <a:t>Tối ưu trải nghiệm di động: Nâng cao hiệu năng và khả năng offline.</a:t>
            </a:r>
          </a:p>
        </p:txBody>
      </p:sp>
      <p:grpSp>
        <p:nvGrpSpPr>
          <p:cNvPr id="47" name="Group 46">
            <a:extLst>
              <a:ext uri="{FF2B5EF4-FFF2-40B4-BE49-F238E27FC236}">
                <a16:creationId xmlns:a16="http://schemas.microsoft.com/office/drawing/2014/main" id="{ED19BABB-B2BC-FD41-1E7B-B67E45F0A8AD}"/>
              </a:ext>
            </a:extLst>
          </p:cNvPr>
          <p:cNvGrpSpPr/>
          <p:nvPr/>
        </p:nvGrpSpPr>
        <p:grpSpPr>
          <a:xfrm>
            <a:off x="0" y="0"/>
            <a:ext cx="18360000" cy="1188944"/>
            <a:chOff x="0" y="0"/>
            <a:chExt cx="18360000" cy="1188944"/>
          </a:xfrm>
        </p:grpSpPr>
        <p:sp>
          <p:nvSpPr>
            <p:cNvPr id="48" name="Rectangle 47">
              <a:extLst>
                <a:ext uri="{FF2B5EF4-FFF2-40B4-BE49-F238E27FC236}">
                  <a16:creationId xmlns:a16="http://schemas.microsoft.com/office/drawing/2014/main" id="{D0802C02-31F5-461B-8CC9-AEB6F7DC6191}"/>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9" name="Rectangle 48">
              <a:extLst>
                <a:ext uri="{FF2B5EF4-FFF2-40B4-BE49-F238E27FC236}">
                  <a16:creationId xmlns:a16="http://schemas.microsoft.com/office/drawing/2014/main" id="{6B27BFD4-4020-F391-691D-70D2577BD6ED}"/>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0" name="Rectangle 49">
              <a:extLst>
                <a:ext uri="{FF2B5EF4-FFF2-40B4-BE49-F238E27FC236}">
                  <a16:creationId xmlns:a16="http://schemas.microsoft.com/office/drawing/2014/main" id="{86004BDC-08C2-DECF-3C70-261A9862EC24}"/>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1" name="Rectangle 50">
              <a:extLst>
                <a:ext uri="{FF2B5EF4-FFF2-40B4-BE49-F238E27FC236}">
                  <a16:creationId xmlns:a16="http://schemas.microsoft.com/office/drawing/2014/main" id="{60739424-6BD8-A7AF-BBA1-DF3F4EDA1753}"/>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52" name="Oval 51">
            <a:extLst>
              <a:ext uri="{FF2B5EF4-FFF2-40B4-BE49-F238E27FC236}">
                <a16:creationId xmlns:a16="http://schemas.microsoft.com/office/drawing/2014/main" id="{974089B6-1466-CB0C-6739-88E3D84CBC4C}"/>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53" name="TextBox 52">
            <a:extLst>
              <a:ext uri="{FF2B5EF4-FFF2-40B4-BE49-F238E27FC236}">
                <a16:creationId xmlns:a16="http://schemas.microsoft.com/office/drawing/2014/main" id="{9A712D5D-9C60-779E-461F-F3E810AFE060}"/>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54" name="Picture 53">
            <a:extLst>
              <a:ext uri="{FF2B5EF4-FFF2-40B4-BE49-F238E27FC236}">
                <a16:creationId xmlns:a16="http://schemas.microsoft.com/office/drawing/2014/main" id="{AC6DA044-79FD-C751-40D4-07072D520C38}"/>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sp>
        <p:nvSpPr>
          <p:cNvPr id="2" name="TextBox 1">
            <a:extLst>
              <a:ext uri="{FF2B5EF4-FFF2-40B4-BE49-F238E27FC236}">
                <a16:creationId xmlns:a16="http://schemas.microsoft.com/office/drawing/2014/main" id="{18392500-7BFA-165E-2CD7-863BE6F51099}"/>
              </a:ext>
            </a:extLst>
          </p:cNvPr>
          <p:cNvSpPr txBox="1"/>
          <p:nvPr/>
        </p:nvSpPr>
        <p:spPr>
          <a:xfrm>
            <a:off x="3858222" y="1463633"/>
            <a:ext cx="11534177" cy="646331"/>
          </a:xfrm>
          <a:prstGeom prst="rect">
            <a:avLst/>
          </a:prstGeom>
          <a:noFill/>
        </p:spPr>
        <p:txBody>
          <a:bodyPr wrap="square" rtlCol="0">
            <a:spAutoFit/>
          </a:bodyPr>
          <a:lstStyle/>
          <a:p>
            <a:r>
              <a:rPr lang="en-US" sz="3600">
                <a:solidFill>
                  <a:schemeClr val="bg1"/>
                </a:solidFill>
                <a:latin typeface="Times New Roman" panose="02020603050405020304" pitchFamily="18" charset="0"/>
                <a:cs typeface="Times New Roman" panose="02020603050405020304" pitchFamily="18" charset="0"/>
              </a:rPr>
              <a:t>5. KẾT LUẬN VÀ ĐỀ NGHỊ</a:t>
            </a:r>
          </a:p>
        </p:txBody>
      </p:sp>
    </p:spTree>
    <p:extLst>
      <p:ext uri="{BB962C8B-B14F-4D97-AF65-F5344CB8AC3E}">
        <p14:creationId xmlns:p14="http://schemas.microsoft.com/office/powerpoint/2010/main" val="3476968488"/>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1"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0-#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18">
                                            <p:txEl>
                                              <p:pRg st="0" end="0"/>
                                            </p:txEl>
                                          </p:spTgt>
                                        </p:tgtEl>
                                        <p:attrNameLst>
                                          <p:attrName>style.visibility</p:attrName>
                                        </p:attrNameLst>
                                      </p:cBhvr>
                                      <p:to>
                                        <p:strVal val="visible"/>
                                      </p:to>
                                    </p:set>
                                    <p:anim calcmode="lin" valueType="num">
                                      <p:cBhvr additive="base">
                                        <p:cTn id="11" dur="500" fill="hold"/>
                                        <p:tgtEl>
                                          <p:spTgt spid="18">
                                            <p:txEl>
                                              <p:pRg st="0" end="0"/>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18">
                                            <p:txEl>
                                              <p:pRg st="0" end="0"/>
                                            </p:txEl>
                                          </p:spTgt>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0"/>
                                  </p:stCondLst>
                                  <p:childTnLst>
                                    <p:set>
                                      <p:cBhvr>
                                        <p:cTn id="14" dur="1" fill="hold">
                                          <p:stCondLst>
                                            <p:cond delay="0"/>
                                          </p:stCondLst>
                                        </p:cTn>
                                        <p:tgtEl>
                                          <p:spTgt spid="18">
                                            <p:txEl>
                                              <p:pRg st="1" end="1"/>
                                            </p:txEl>
                                          </p:spTgt>
                                        </p:tgtEl>
                                        <p:attrNameLst>
                                          <p:attrName>style.visibility</p:attrName>
                                        </p:attrNameLst>
                                      </p:cBhvr>
                                      <p:to>
                                        <p:strVal val="visible"/>
                                      </p:to>
                                    </p:set>
                                    <p:anim calcmode="lin" valueType="num">
                                      <p:cBhvr additive="base">
                                        <p:cTn id="15" dur="500" fill="hold"/>
                                        <p:tgtEl>
                                          <p:spTgt spid="18">
                                            <p:txEl>
                                              <p:pRg st="1" end="1"/>
                                            </p:txEl>
                                          </p:spTgt>
                                        </p:tgtEl>
                                        <p:attrNameLst>
                                          <p:attrName>ppt_x</p:attrName>
                                        </p:attrNameLst>
                                      </p:cBhvr>
                                      <p:tavLst>
                                        <p:tav tm="0">
                                          <p:val>
                                            <p:strVal val="#ppt_x"/>
                                          </p:val>
                                        </p:tav>
                                        <p:tav tm="100000">
                                          <p:val>
                                            <p:strVal val="#ppt_x"/>
                                          </p:val>
                                        </p:tav>
                                      </p:tavLst>
                                    </p:anim>
                                    <p:anim calcmode="lin" valueType="num">
                                      <p:cBhvr additive="base">
                                        <p:cTn id="16" dur="500" fill="hold"/>
                                        <p:tgtEl>
                                          <p:spTgt spid="18">
                                            <p:txEl>
                                              <p:pRg st="1" end="1"/>
                                            </p:txEl>
                                          </p:spTgt>
                                        </p:tgtEl>
                                        <p:attrNameLst>
                                          <p:attrName>ppt_y</p:attrName>
                                        </p:attrNameLst>
                                      </p:cBhvr>
                                      <p:tavLst>
                                        <p:tav tm="0">
                                          <p:val>
                                            <p:strVal val="1+#ppt_h/2"/>
                                          </p:val>
                                        </p:tav>
                                        <p:tav tm="100000">
                                          <p:val>
                                            <p:strVal val="#ppt_y"/>
                                          </p:val>
                                        </p:tav>
                                      </p:tavLst>
                                    </p:anim>
                                  </p:childTnLst>
                                </p:cTn>
                              </p:par>
                              <p:par>
                                <p:cTn id="17" presetID="2" presetClass="entr" presetSubtype="4" fill="hold" grpId="0" nodeType="withEffect">
                                  <p:stCondLst>
                                    <p:cond delay="0"/>
                                  </p:stCondLst>
                                  <p:childTnLst>
                                    <p:set>
                                      <p:cBhvr>
                                        <p:cTn id="18" dur="1" fill="hold">
                                          <p:stCondLst>
                                            <p:cond delay="0"/>
                                          </p:stCondLst>
                                        </p:cTn>
                                        <p:tgtEl>
                                          <p:spTgt spid="18">
                                            <p:txEl>
                                              <p:pRg st="2" end="2"/>
                                            </p:txEl>
                                          </p:spTgt>
                                        </p:tgtEl>
                                        <p:attrNameLst>
                                          <p:attrName>style.visibility</p:attrName>
                                        </p:attrNameLst>
                                      </p:cBhvr>
                                      <p:to>
                                        <p:strVal val="visible"/>
                                      </p:to>
                                    </p:set>
                                    <p:anim calcmode="lin" valueType="num">
                                      <p:cBhvr additive="base">
                                        <p:cTn id="19" dur="500" fill="hold"/>
                                        <p:tgtEl>
                                          <p:spTgt spid="18">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18">
                                            <p:txEl>
                                              <p:pRg st="2" end="2"/>
                                            </p:txEl>
                                          </p:spTgt>
                                        </p:tgtEl>
                                        <p:attrNameLst>
                                          <p:attrName>ppt_y</p:attrName>
                                        </p:attrNameLst>
                                      </p:cBhvr>
                                      <p:tavLst>
                                        <p:tav tm="0">
                                          <p:val>
                                            <p:strVal val="1+#ppt_h/2"/>
                                          </p:val>
                                        </p:tav>
                                        <p:tav tm="100000">
                                          <p:val>
                                            <p:strVal val="#ppt_y"/>
                                          </p:val>
                                        </p:tav>
                                      </p:tavLst>
                                    </p:anim>
                                  </p:childTnLst>
                                </p:cTn>
                              </p:par>
                              <p:par>
                                <p:cTn id="21" presetID="2" presetClass="entr" presetSubtype="4" fill="hold" grpId="0" nodeType="withEffect">
                                  <p:stCondLst>
                                    <p:cond delay="0"/>
                                  </p:stCondLst>
                                  <p:childTnLst>
                                    <p:set>
                                      <p:cBhvr>
                                        <p:cTn id="22" dur="1" fill="hold">
                                          <p:stCondLst>
                                            <p:cond delay="0"/>
                                          </p:stCondLst>
                                        </p:cTn>
                                        <p:tgtEl>
                                          <p:spTgt spid="18">
                                            <p:txEl>
                                              <p:pRg st="3" end="3"/>
                                            </p:txEl>
                                          </p:spTgt>
                                        </p:tgtEl>
                                        <p:attrNameLst>
                                          <p:attrName>style.visibility</p:attrName>
                                        </p:attrNameLst>
                                      </p:cBhvr>
                                      <p:to>
                                        <p:strVal val="visible"/>
                                      </p:to>
                                    </p:set>
                                    <p:anim calcmode="lin" valueType="num">
                                      <p:cBhvr additive="base">
                                        <p:cTn id="23" dur="500" fill="hold"/>
                                        <p:tgtEl>
                                          <p:spTgt spid="18">
                                            <p:txEl>
                                              <p:pRg st="3" end="3"/>
                                            </p:txEl>
                                          </p:spTgt>
                                        </p:tgtEl>
                                        <p:attrNameLst>
                                          <p:attrName>ppt_x</p:attrName>
                                        </p:attrNameLst>
                                      </p:cBhvr>
                                      <p:tavLst>
                                        <p:tav tm="0">
                                          <p:val>
                                            <p:strVal val="#ppt_x"/>
                                          </p:val>
                                        </p:tav>
                                        <p:tav tm="100000">
                                          <p:val>
                                            <p:strVal val="#ppt_x"/>
                                          </p:val>
                                        </p:tav>
                                      </p:tavLst>
                                    </p:anim>
                                    <p:anim calcmode="lin" valueType="num">
                                      <p:cBhvr additive="base">
                                        <p:cTn id="24" dur="500" fill="hold"/>
                                        <p:tgtEl>
                                          <p:spTgt spid="18">
                                            <p:txEl>
                                              <p:pRg st="3" end="3"/>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uiExpand="1" build="allAtOnce"/>
    </p:bld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2F19FA-D268-EF91-FD4D-693FA8203370}"/>
            </a:ext>
          </a:extLst>
        </p:cNvPr>
        <p:cNvGrpSpPr/>
        <p:nvPr/>
      </p:nvGrpSpPr>
      <p:grpSpPr>
        <a:xfrm>
          <a:off x="0" y="0"/>
          <a:ext cx="0" cy="0"/>
          <a:chOff x="0" y="0"/>
          <a:chExt cx="0" cy="0"/>
        </a:xfrm>
      </p:grpSpPr>
      <p:grpSp>
        <p:nvGrpSpPr>
          <p:cNvPr id="27" name="Group 26">
            <a:extLst>
              <a:ext uri="{FF2B5EF4-FFF2-40B4-BE49-F238E27FC236}">
                <a16:creationId xmlns:a16="http://schemas.microsoft.com/office/drawing/2014/main" id="{26258D74-D495-0ECF-7D55-A5E5B6F81B4B}"/>
              </a:ext>
            </a:extLst>
          </p:cNvPr>
          <p:cNvGrpSpPr/>
          <p:nvPr/>
        </p:nvGrpSpPr>
        <p:grpSpPr>
          <a:xfrm>
            <a:off x="0" y="0"/>
            <a:ext cx="18360000" cy="1188944"/>
            <a:chOff x="0" y="0"/>
            <a:chExt cx="18360000" cy="1188944"/>
          </a:xfrm>
        </p:grpSpPr>
        <p:sp>
          <p:nvSpPr>
            <p:cNvPr id="28" name="Rectangle 27">
              <a:extLst>
                <a:ext uri="{FF2B5EF4-FFF2-40B4-BE49-F238E27FC236}">
                  <a16:creationId xmlns:a16="http://schemas.microsoft.com/office/drawing/2014/main" id="{E0B4E583-9A7F-BFF7-67EA-CAF0B28E55AE}"/>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29" name="Rectangle 28">
              <a:extLst>
                <a:ext uri="{FF2B5EF4-FFF2-40B4-BE49-F238E27FC236}">
                  <a16:creationId xmlns:a16="http://schemas.microsoft.com/office/drawing/2014/main" id="{A902E67F-EF25-B0F8-3E2F-55C0B59188EB}"/>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0" name="Rectangle 29">
              <a:extLst>
                <a:ext uri="{FF2B5EF4-FFF2-40B4-BE49-F238E27FC236}">
                  <a16:creationId xmlns:a16="http://schemas.microsoft.com/office/drawing/2014/main" id="{27325755-1079-3B89-AA35-45CF6EE003E4}"/>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1" name="Rectangle 30">
              <a:extLst>
                <a:ext uri="{FF2B5EF4-FFF2-40B4-BE49-F238E27FC236}">
                  <a16:creationId xmlns:a16="http://schemas.microsoft.com/office/drawing/2014/main" id="{D0BCF3E6-0AAF-2888-C813-322E4FF8C29E}"/>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32" name="Oval 31">
            <a:extLst>
              <a:ext uri="{FF2B5EF4-FFF2-40B4-BE49-F238E27FC236}">
                <a16:creationId xmlns:a16="http://schemas.microsoft.com/office/drawing/2014/main" id="{DB80DE44-58ED-2CA5-C98A-8AF1C82A820A}"/>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33" name="TextBox 32">
            <a:extLst>
              <a:ext uri="{FF2B5EF4-FFF2-40B4-BE49-F238E27FC236}">
                <a16:creationId xmlns:a16="http://schemas.microsoft.com/office/drawing/2014/main" id="{1F591517-0675-A8D6-FDA3-082DB9173C07}"/>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34" name="Picture 33">
            <a:extLst>
              <a:ext uri="{FF2B5EF4-FFF2-40B4-BE49-F238E27FC236}">
                <a16:creationId xmlns:a16="http://schemas.microsoft.com/office/drawing/2014/main" id="{4183D0BF-5351-50A5-9144-8630F9D2B9F3}"/>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grpSp>
        <p:nvGrpSpPr>
          <p:cNvPr id="11" name="Group 10">
            <a:extLst>
              <a:ext uri="{FF2B5EF4-FFF2-40B4-BE49-F238E27FC236}">
                <a16:creationId xmlns:a16="http://schemas.microsoft.com/office/drawing/2014/main" id="{6D7747C1-F350-05A8-C16A-407403D25E29}"/>
              </a:ext>
            </a:extLst>
          </p:cNvPr>
          <p:cNvGrpSpPr/>
          <p:nvPr/>
        </p:nvGrpSpPr>
        <p:grpSpPr>
          <a:xfrm rot="1545610">
            <a:off x="16074117" y="6800148"/>
            <a:ext cx="3821898" cy="3309783"/>
            <a:chOff x="0" y="0"/>
            <a:chExt cx="3619627" cy="3134614"/>
          </a:xfrm>
          <a:solidFill>
            <a:srgbClr val="FCAF17"/>
          </a:solidFill>
        </p:grpSpPr>
        <p:sp>
          <p:nvSpPr>
            <p:cNvPr id="12" name="Freeform 11">
              <a:extLst>
                <a:ext uri="{FF2B5EF4-FFF2-40B4-BE49-F238E27FC236}">
                  <a16:creationId xmlns:a16="http://schemas.microsoft.com/office/drawing/2014/main" id="{02C20A93-E610-A382-B14C-B4159CE044A0}"/>
                </a:ext>
              </a:extLst>
            </p:cNvPr>
            <p:cNvSpPr/>
            <p:nvPr/>
          </p:nvSpPr>
          <p:spPr>
            <a:xfrm>
              <a:off x="0" y="0"/>
              <a:ext cx="3619627" cy="3134614"/>
            </a:xfrm>
            <a:custGeom>
              <a:avLst/>
              <a:gdLst/>
              <a:ahLst/>
              <a:cxnLst/>
              <a:rect l="l" t="t" r="r" b="b"/>
              <a:pathLst>
                <a:path w="3619627" h="3134614">
                  <a:moveTo>
                    <a:pt x="3619627" y="1567307"/>
                  </a:moveTo>
                  <a:lnTo>
                    <a:pt x="2714752" y="3134614"/>
                  </a:lnTo>
                  <a:lnTo>
                    <a:pt x="904875" y="3134614"/>
                  </a:lnTo>
                  <a:lnTo>
                    <a:pt x="0" y="1567307"/>
                  </a:lnTo>
                  <a:lnTo>
                    <a:pt x="904875" y="0"/>
                  </a:lnTo>
                  <a:lnTo>
                    <a:pt x="2714625" y="0"/>
                  </a:lnTo>
                  <a:lnTo>
                    <a:pt x="3619627" y="1567307"/>
                  </a:lnTo>
                  <a:close/>
                </a:path>
              </a:pathLst>
            </a:custGeom>
            <a:grpFill/>
          </p:spPr>
          <p:txBody>
            <a:bodyPr/>
            <a:lstStyle/>
            <a:p>
              <a:endParaRPr lang="en-US"/>
            </a:p>
          </p:txBody>
        </p:sp>
      </p:grpSp>
      <p:grpSp>
        <p:nvGrpSpPr>
          <p:cNvPr id="13" name="Group 2">
            <a:extLst>
              <a:ext uri="{FF2B5EF4-FFF2-40B4-BE49-F238E27FC236}">
                <a16:creationId xmlns:a16="http://schemas.microsoft.com/office/drawing/2014/main" id="{0F53253A-3C37-FDBA-2C1D-44E35CE0A741}"/>
              </a:ext>
            </a:extLst>
          </p:cNvPr>
          <p:cNvGrpSpPr/>
          <p:nvPr/>
        </p:nvGrpSpPr>
        <p:grpSpPr>
          <a:xfrm>
            <a:off x="1796819" y="3036705"/>
            <a:ext cx="14766361" cy="4525690"/>
            <a:chOff x="770160" y="-108092"/>
            <a:chExt cx="19688479" cy="6034253"/>
          </a:xfrm>
        </p:grpSpPr>
        <p:sp>
          <p:nvSpPr>
            <p:cNvPr id="14" name="TextBox 3">
              <a:extLst>
                <a:ext uri="{FF2B5EF4-FFF2-40B4-BE49-F238E27FC236}">
                  <a16:creationId xmlns:a16="http://schemas.microsoft.com/office/drawing/2014/main" id="{5FDCE334-8BA4-045A-3CDB-FD308E979023}"/>
                </a:ext>
              </a:extLst>
            </p:cNvPr>
            <p:cNvSpPr txBox="1"/>
            <p:nvPr/>
          </p:nvSpPr>
          <p:spPr>
            <a:xfrm>
              <a:off x="8839200" y="4455673"/>
              <a:ext cx="11232775" cy="1470488"/>
            </a:xfrm>
            <a:prstGeom prst="rect">
              <a:avLst/>
            </a:prstGeom>
          </p:spPr>
          <p:txBody>
            <a:bodyPr wrap="square" lIns="0" tIns="0" rIns="0" bIns="0" rtlCol="0" anchor="t">
              <a:spAutoFit/>
            </a:bodyPr>
            <a:lstStyle/>
            <a:p>
              <a:pPr>
                <a:lnSpc>
                  <a:spcPts val="4320"/>
                </a:lnSpc>
                <a:spcBef>
                  <a:spcPct val="0"/>
                </a:spcBef>
              </a:pPr>
              <a:r>
                <a:rPr lang="vi-VN" sz="3600" dirty="0">
                  <a:latin typeface="Times New Roman" panose="02020603050405020304" pitchFamily="18" charset="0"/>
                  <a:cs typeface="Times New Roman" panose="02020603050405020304" pitchFamily="18" charset="0"/>
                </a:rPr>
                <a:t>G</a:t>
              </a:r>
              <a:r>
                <a:rPr lang="en-US" sz="3600" dirty="0" err="1">
                  <a:latin typeface="Times New Roman" panose="02020603050405020304" pitchFamily="18" charset="0"/>
                  <a:cs typeface="Times New Roman" panose="02020603050405020304" pitchFamily="18" charset="0"/>
                </a:rPr>
                <a:t>iảng</a:t>
              </a:r>
              <a:r>
                <a:rPr lang="en-US" sz="3600" dirty="0">
                  <a:latin typeface="Times New Roman" panose="02020603050405020304" pitchFamily="18" charset="0"/>
                  <a:cs typeface="Times New Roman" panose="02020603050405020304" pitchFamily="18" charset="0"/>
                </a:rPr>
                <a:t> </a:t>
              </a:r>
              <a:r>
                <a:rPr lang="en-US" sz="3600" dirty="0" err="1">
                  <a:latin typeface="Times New Roman" panose="02020603050405020304" pitchFamily="18" charset="0"/>
                  <a:cs typeface="Times New Roman" panose="02020603050405020304" pitchFamily="18" charset="0"/>
                </a:rPr>
                <a:t>viên</a:t>
              </a:r>
              <a:r>
                <a:rPr lang="en-US" sz="3600" dirty="0">
                  <a:latin typeface="Times New Roman" panose="02020603050405020304" pitchFamily="18" charset="0"/>
                  <a:cs typeface="Times New Roman" panose="02020603050405020304" pitchFamily="18" charset="0"/>
                </a:rPr>
                <a:t> </a:t>
              </a:r>
              <a:r>
                <a:rPr lang="en-US" sz="3600" dirty="0" err="1">
                  <a:latin typeface="Times New Roman" panose="02020603050405020304" pitchFamily="18" charset="0"/>
                  <a:cs typeface="Times New Roman" panose="02020603050405020304" pitchFamily="18" charset="0"/>
                </a:rPr>
                <a:t>hướng</a:t>
              </a:r>
              <a:r>
                <a:rPr lang="en-US" sz="3600" dirty="0">
                  <a:latin typeface="Times New Roman" panose="02020603050405020304" pitchFamily="18" charset="0"/>
                  <a:cs typeface="Times New Roman" panose="02020603050405020304" pitchFamily="18" charset="0"/>
                </a:rPr>
                <a:t> </a:t>
              </a:r>
              <a:r>
                <a:rPr lang="en-US" sz="3600" dirty="0" err="1">
                  <a:latin typeface="Times New Roman" panose="02020603050405020304" pitchFamily="18" charset="0"/>
                  <a:cs typeface="Times New Roman" panose="02020603050405020304" pitchFamily="18" charset="0"/>
                </a:rPr>
                <a:t>dẫn</a:t>
              </a:r>
              <a:r>
                <a:rPr lang="vi-VN" sz="3600" dirty="0">
                  <a:latin typeface="Times New Roman" panose="02020603050405020304" pitchFamily="18" charset="0"/>
                  <a:cs typeface="Times New Roman" panose="02020603050405020304" pitchFamily="18" charset="0"/>
                </a:rPr>
                <a:t>: ThS </a:t>
              </a:r>
              <a:r>
                <a:rPr lang="en-US" sz="3600" dirty="0">
                  <a:latin typeface="Times New Roman" panose="02020603050405020304" pitchFamily="18" charset="0"/>
                  <a:cs typeface="Times New Roman" panose="02020603050405020304" pitchFamily="18" charset="0"/>
                </a:rPr>
                <a:t>Nguyễn Thị Lan</a:t>
              </a:r>
            </a:p>
            <a:p>
              <a:pPr>
                <a:lnSpc>
                  <a:spcPts val="4320"/>
                </a:lnSpc>
                <a:spcBef>
                  <a:spcPct val="0"/>
                </a:spcBef>
              </a:pPr>
              <a:r>
                <a:rPr lang="en-US" sz="3600" dirty="0">
                  <a:latin typeface="Times New Roman" panose="02020603050405020304" pitchFamily="18" charset="0"/>
                  <a:cs typeface="Times New Roman" panose="02020603050405020304" pitchFamily="18" charset="0"/>
                </a:rPr>
                <a:t>Sinh </a:t>
              </a:r>
              <a:r>
                <a:rPr lang="en-US" sz="3600" dirty="0" err="1">
                  <a:latin typeface="Times New Roman" panose="02020603050405020304" pitchFamily="18" charset="0"/>
                  <a:cs typeface="Times New Roman" panose="02020603050405020304" pitchFamily="18" charset="0"/>
                </a:rPr>
                <a:t>viên</a:t>
              </a:r>
              <a:r>
                <a:rPr lang="en-US" sz="3600" dirty="0">
                  <a:latin typeface="Times New Roman" panose="02020603050405020304" pitchFamily="18" charset="0"/>
                  <a:cs typeface="Times New Roman" panose="02020603050405020304" pitchFamily="18" charset="0"/>
                </a:rPr>
                <a:t>: </a:t>
              </a:r>
              <a:r>
                <a:rPr lang="en-US" sz="3600" dirty="0" err="1">
                  <a:latin typeface="Times New Roman" panose="02020603050405020304" pitchFamily="18" charset="0"/>
                  <a:cs typeface="Times New Roman" panose="02020603050405020304" pitchFamily="18" charset="0"/>
                </a:rPr>
                <a:t>Trần</a:t>
              </a:r>
              <a:r>
                <a:rPr lang="en-US" sz="3600" dirty="0">
                  <a:latin typeface="Times New Roman" panose="02020603050405020304" pitchFamily="18" charset="0"/>
                  <a:cs typeface="Times New Roman" panose="02020603050405020304" pitchFamily="18" charset="0"/>
                </a:rPr>
                <a:t> Nguyễn Minh Hùng</a:t>
              </a:r>
            </a:p>
          </p:txBody>
        </p:sp>
        <p:sp>
          <p:nvSpPr>
            <p:cNvPr id="15" name="TextBox 4">
              <a:extLst>
                <a:ext uri="{FF2B5EF4-FFF2-40B4-BE49-F238E27FC236}">
                  <a16:creationId xmlns:a16="http://schemas.microsoft.com/office/drawing/2014/main" id="{73ED8446-CC80-BE25-C2BF-144064A2FBAE}"/>
                </a:ext>
              </a:extLst>
            </p:cNvPr>
            <p:cNvSpPr txBox="1"/>
            <p:nvPr/>
          </p:nvSpPr>
          <p:spPr>
            <a:xfrm>
              <a:off x="770160" y="-108092"/>
              <a:ext cx="19688479" cy="3564309"/>
            </a:xfrm>
            <a:prstGeom prst="rect">
              <a:avLst/>
            </a:prstGeom>
          </p:spPr>
          <p:txBody>
            <a:bodyPr lIns="0" tIns="0" rIns="0" bIns="0" rtlCol="0" anchor="t">
              <a:spAutoFit/>
            </a:bodyPr>
            <a:lstStyle/>
            <a:p>
              <a:pPr>
                <a:lnSpc>
                  <a:spcPts val="10790"/>
                </a:lnSpc>
              </a:pPr>
              <a:r>
                <a:rPr lang="en-US" sz="8300" dirty="0" err="1">
                  <a:latin typeface="Times New Roman" panose="02020603050405020304" pitchFamily="18" charset="0"/>
                  <a:cs typeface="Times New Roman" panose="02020603050405020304" pitchFamily="18" charset="0"/>
                </a:rPr>
                <a:t>Em</a:t>
              </a:r>
              <a:r>
                <a:rPr lang="en-US" sz="8300" dirty="0">
                  <a:latin typeface="Times New Roman" panose="02020603050405020304" pitchFamily="18" charset="0"/>
                  <a:cs typeface="Times New Roman" panose="02020603050405020304" pitchFamily="18" charset="0"/>
                </a:rPr>
                <a:t> </a:t>
              </a:r>
              <a:r>
                <a:rPr lang="en-US" sz="8300" dirty="0" err="1">
                  <a:latin typeface="Times New Roman" panose="02020603050405020304" pitchFamily="18" charset="0"/>
                  <a:cs typeface="Times New Roman" panose="02020603050405020304" pitchFamily="18" charset="0"/>
                </a:rPr>
                <a:t>xin</a:t>
              </a:r>
              <a:r>
                <a:rPr lang="en-US" sz="8300" dirty="0">
                  <a:latin typeface="Times New Roman" panose="02020603050405020304" pitchFamily="18" charset="0"/>
                  <a:cs typeface="Times New Roman" panose="02020603050405020304" pitchFamily="18" charset="0"/>
                </a:rPr>
                <a:t> </a:t>
              </a:r>
              <a:r>
                <a:rPr lang="en-US" sz="8300" dirty="0" err="1">
                  <a:latin typeface="Times New Roman" panose="02020603050405020304" pitchFamily="18" charset="0"/>
                  <a:cs typeface="Times New Roman" panose="02020603050405020304" pitchFamily="18" charset="0"/>
                </a:rPr>
                <a:t>trân</a:t>
              </a:r>
              <a:r>
                <a:rPr lang="en-US" sz="8300" dirty="0">
                  <a:latin typeface="Times New Roman" panose="02020603050405020304" pitchFamily="18" charset="0"/>
                  <a:cs typeface="Times New Roman" panose="02020603050405020304" pitchFamily="18" charset="0"/>
                </a:rPr>
                <a:t> </a:t>
              </a:r>
              <a:r>
                <a:rPr lang="en-US" sz="8300" dirty="0" err="1">
                  <a:latin typeface="Times New Roman" panose="02020603050405020304" pitchFamily="18" charset="0"/>
                  <a:cs typeface="Times New Roman" panose="02020603050405020304" pitchFamily="18" charset="0"/>
                </a:rPr>
                <a:t>trọng</a:t>
              </a:r>
              <a:r>
                <a:rPr lang="en-US" sz="8300" dirty="0">
                  <a:latin typeface="Times New Roman" panose="02020603050405020304" pitchFamily="18" charset="0"/>
                  <a:cs typeface="Times New Roman" panose="02020603050405020304" pitchFamily="18" charset="0"/>
                </a:rPr>
                <a:t> </a:t>
              </a:r>
              <a:r>
                <a:rPr lang="vi-VN" sz="8300" dirty="0">
                  <a:latin typeface="Times New Roman" panose="02020603050405020304" pitchFamily="18" charset="0"/>
                  <a:cs typeface="Times New Roman" panose="02020603050405020304" pitchFamily="18" charset="0"/>
                </a:rPr>
                <a:t>cảm </a:t>
              </a:r>
              <a:r>
                <a:rPr lang="vi-VN" sz="8300">
                  <a:latin typeface="Times New Roman" panose="02020603050405020304" pitchFamily="18" charset="0"/>
                  <a:cs typeface="Times New Roman" panose="02020603050405020304" pitchFamily="18" charset="0"/>
                </a:rPr>
                <a:t>ơn</a:t>
              </a:r>
              <a:r>
                <a:rPr lang="en-US" sz="8300">
                  <a:latin typeface="Times New Roman" panose="02020603050405020304" pitchFamily="18" charset="0"/>
                  <a:cs typeface="Times New Roman" panose="02020603050405020304" pitchFamily="18" charset="0"/>
                </a:rPr>
                <a:t> sự lắng </a:t>
              </a:r>
              <a:r>
                <a:rPr lang="en-US" sz="8300" dirty="0" err="1">
                  <a:latin typeface="Times New Roman" panose="02020603050405020304" pitchFamily="18" charset="0"/>
                  <a:cs typeface="Times New Roman" panose="02020603050405020304" pitchFamily="18" charset="0"/>
                </a:rPr>
                <a:t>nghe</a:t>
              </a:r>
              <a:r>
                <a:rPr lang="en-US" sz="8300" dirty="0">
                  <a:latin typeface="Times New Roman" panose="02020603050405020304" pitchFamily="18" charset="0"/>
                  <a:cs typeface="Times New Roman" panose="02020603050405020304" pitchFamily="18" charset="0"/>
                </a:rPr>
                <a:t> </a:t>
              </a:r>
              <a:r>
                <a:rPr lang="en-US" sz="8300" dirty="0" err="1">
                  <a:latin typeface="Times New Roman" panose="02020603050405020304" pitchFamily="18" charset="0"/>
                  <a:cs typeface="Times New Roman" panose="02020603050405020304" pitchFamily="18" charset="0"/>
                </a:rPr>
                <a:t>của</a:t>
              </a:r>
              <a:r>
                <a:rPr lang="en-US" sz="8300" dirty="0">
                  <a:latin typeface="Times New Roman" panose="02020603050405020304" pitchFamily="18" charset="0"/>
                  <a:cs typeface="Times New Roman" panose="02020603050405020304" pitchFamily="18" charset="0"/>
                </a:rPr>
                <a:t> </a:t>
              </a:r>
              <a:r>
                <a:rPr lang="en-US" sz="8300" dirty="0" err="1">
                  <a:latin typeface="Times New Roman" panose="02020603050405020304" pitchFamily="18" charset="0"/>
                  <a:cs typeface="Times New Roman" panose="02020603050405020304" pitchFamily="18" charset="0"/>
                </a:rPr>
                <a:t>Thầy</a:t>
              </a:r>
              <a:r>
                <a:rPr lang="en-US" sz="8300" dirty="0">
                  <a:latin typeface="Times New Roman" panose="02020603050405020304" pitchFamily="18" charset="0"/>
                  <a:cs typeface="Times New Roman" panose="02020603050405020304" pitchFamily="18" charset="0"/>
                </a:rPr>
                <a:t> </a:t>
              </a:r>
              <a:r>
                <a:rPr lang="en-US" sz="8300" dirty="0" err="1">
                  <a:latin typeface="Times New Roman" panose="02020603050405020304" pitchFamily="18" charset="0"/>
                  <a:cs typeface="Times New Roman" panose="02020603050405020304" pitchFamily="18" charset="0"/>
                </a:rPr>
                <a:t>Cô</a:t>
              </a:r>
              <a:r>
                <a:rPr lang="en-US" sz="8300" dirty="0">
                  <a:latin typeface="Times New Roman" panose="02020603050405020304" pitchFamily="18" charset="0"/>
                  <a:cs typeface="Times New Roman" panose="02020603050405020304" pitchFamily="18" charset="0"/>
                </a:rPr>
                <a:t> </a:t>
              </a:r>
              <a:r>
                <a:rPr lang="en-US" sz="8300" dirty="0" err="1">
                  <a:latin typeface="Times New Roman" panose="02020603050405020304" pitchFamily="18" charset="0"/>
                  <a:cs typeface="Times New Roman" panose="02020603050405020304" pitchFamily="18" charset="0"/>
                </a:rPr>
                <a:t>và</a:t>
              </a:r>
              <a:r>
                <a:rPr lang="en-US" sz="8300" dirty="0">
                  <a:latin typeface="Times New Roman" panose="02020603050405020304" pitchFamily="18" charset="0"/>
                  <a:cs typeface="Times New Roman" panose="02020603050405020304" pitchFamily="18" charset="0"/>
                </a:rPr>
                <a:t> </a:t>
              </a:r>
              <a:r>
                <a:rPr lang="en-US" sz="8300" dirty="0" err="1">
                  <a:latin typeface="Times New Roman" panose="02020603050405020304" pitchFamily="18" charset="0"/>
                  <a:cs typeface="Times New Roman" panose="02020603050405020304" pitchFamily="18" charset="0"/>
                </a:rPr>
                <a:t>các</a:t>
              </a:r>
              <a:r>
                <a:rPr lang="en-US" sz="8300" dirty="0">
                  <a:latin typeface="Times New Roman" panose="02020603050405020304" pitchFamily="18" charset="0"/>
                  <a:cs typeface="Times New Roman" panose="02020603050405020304" pitchFamily="18" charset="0"/>
                </a:rPr>
                <a:t> </a:t>
              </a:r>
              <a:r>
                <a:rPr lang="en-US" sz="8300" dirty="0" err="1">
                  <a:latin typeface="Times New Roman" panose="02020603050405020304" pitchFamily="18" charset="0"/>
                  <a:cs typeface="Times New Roman" panose="02020603050405020304" pitchFamily="18" charset="0"/>
                </a:rPr>
                <a:t>bạn</a:t>
              </a:r>
              <a:r>
                <a:rPr lang="vi-VN" sz="8300" dirty="0">
                  <a:latin typeface="Times New Roman" panose="02020603050405020304" pitchFamily="18" charset="0"/>
                  <a:cs typeface="Times New Roman" panose="02020603050405020304" pitchFamily="18" charset="0"/>
                </a:rPr>
                <a:t>!</a:t>
              </a:r>
              <a:endParaRPr lang="en-US" sz="8300" dirty="0">
                <a:latin typeface="Times New Roman" panose="02020603050405020304" pitchFamily="18" charset="0"/>
                <a:cs typeface="Times New Roman" panose="02020603050405020304" pitchFamily="18" charset="0"/>
              </a:endParaRPr>
            </a:p>
          </p:txBody>
        </p:sp>
      </p:grpSp>
      <p:grpSp>
        <p:nvGrpSpPr>
          <p:cNvPr id="16" name="Group 6">
            <a:extLst>
              <a:ext uri="{FF2B5EF4-FFF2-40B4-BE49-F238E27FC236}">
                <a16:creationId xmlns:a16="http://schemas.microsoft.com/office/drawing/2014/main" id="{5E5B3D54-7FEC-8624-58C7-BB061E84B982}"/>
              </a:ext>
            </a:extLst>
          </p:cNvPr>
          <p:cNvGrpSpPr/>
          <p:nvPr/>
        </p:nvGrpSpPr>
        <p:grpSpPr>
          <a:xfrm rot="1508008">
            <a:off x="14129092" y="7893231"/>
            <a:ext cx="4724282" cy="3998659"/>
            <a:chOff x="0" y="0"/>
            <a:chExt cx="3619627" cy="3134614"/>
          </a:xfrm>
          <a:solidFill>
            <a:srgbClr val="007A48"/>
          </a:solidFill>
        </p:grpSpPr>
        <p:sp>
          <p:nvSpPr>
            <p:cNvPr id="17" name="Freeform 7">
              <a:extLst>
                <a:ext uri="{FF2B5EF4-FFF2-40B4-BE49-F238E27FC236}">
                  <a16:creationId xmlns:a16="http://schemas.microsoft.com/office/drawing/2014/main" id="{2B494DBE-F778-C7FA-32B4-83C1B7494755}"/>
                </a:ext>
              </a:extLst>
            </p:cNvPr>
            <p:cNvSpPr/>
            <p:nvPr/>
          </p:nvSpPr>
          <p:spPr>
            <a:xfrm>
              <a:off x="0" y="0"/>
              <a:ext cx="3619627" cy="3134614"/>
            </a:xfrm>
            <a:custGeom>
              <a:avLst/>
              <a:gdLst/>
              <a:ahLst/>
              <a:cxnLst/>
              <a:rect l="l" t="t" r="r" b="b"/>
              <a:pathLst>
                <a:path w="3619627" h="3134614">
                  <a:moveTo>
                    <a:pt x="3619627" y="1567307"/>
                  </a:moveTo>
                  <a:lnTo>
                    <a:pt x="2714752" y="3134614"/>
                  </a:lnTo>
                  <a:lnTo>
                    <a:pt x="904875" y="3134614"/>
                  </a:lnTo>
                  <a:lnTo>
                    <a:pt x="0" y="1567307"/>
                  </a:lnTo>
                  <a:lnTo>
                    <a:pt x="904875" y="0"/>
                  </a:lnTo>
                  <a:lnTo>
                    <a:pt x="2714625" y="0"/>
                  </a:lnTo>
                  <a:lnTo>
                    <a:pt x="3619627" y="1567307"/>
                  </a:lnTo>
                  <a:close/>
                </a:path>
              </a:pathLst>
            </a:custGeom>
            <a:grpFill/>
          </p:spPr>
          <p:txBody>
            <a:bodyPr/>
            <a:lstStyle/>
            <a:p>
              <a:endParaRPr lang="en-US"/>
            </a:p>
          </p:txBody>
        </p:sp>
      </p:grpSp>
      <p:grpSp>
        <p:nvGrpSpPr>
          <p:cNvPr id="18" name="Group 8">
            <a:extLst>
              <a:ext uri="{FF2B5EF4-FFF2-40B4-BE49-F238E27FC236}">
                <a16:creationId xmlns:a16="http://schemas.microsoft.com/office/drawing/2014/main" id="{8DAA51C9-C668-FD81-22AA-2E56165EB775}"/>
              </a:ext>
            </a:extLst>
          </p:cNvPr>
          <p:cNvGrpSpPr/>
          <p:nvPr/>
        </p:nvGrpSpPr>
        <p:grpSpPr>
          <a:xfrm rot="1637264">
            <a:off x="11126274" y="9293410"/>
            <a:ext cx="7231083" cy="5869898"/>
            <a:chOff x="0" y="0"/>
            <a:chExt cx="3619627" cy="3134614"/>
          </a:xfrm>
          <a:solidFill>
            <a:srgbClr val="583F3B"/>
          </a:solidFill>
        </p:grpSpPr>
        <p:sp>
          <p:nvSpPr>
            <p:cNvPr id="19" name="Freeform 9">
              <a:extLst>
                <a:ext uri="{FF2B5EF4-FFF2-40B4-BE49-F238E27FC236}">
                  <a16:creationId xmlns:a16="http://schemas.microsoft.com/office/drawing/2014/main" id="{1457ADC0-2BED-39D2-D4CB-5C7BE05FF7D1}"/>
                </a:ext>
              </a:extLst>
            </p:cNvPr>
            <p:cNvSpPr/>
            <p:nvPr/>
          </p:nvSpPr>
          <p:spPr>
            <a:xfrm>
              <a:off x="0" y="0"/>
              <a:ext cx="3619627" cy="3134614"/>
            </a:xfrm>
            <a:custGeom>
              <a:avLst/>
              <a:gdLst/>
              <a:ahLst/>
              <a:cxnLst/>
              <a:rect l="l" t="t" r="r" b="b"/>
              <a:pathLst>
                <a:path w="3619627" h="3134614">
                  <a:moveTo>
                    <a:pt x="3619627" y="1567307"/>
                  </a:moveTo>
                  <a:lnTo>
                    <a:pt x="2714752" y="3134614"/>
                  </a:lnTo>
                  <a:lnTo>
                    <a:pt x="904875" y="3134614"/>
                  </a:lnTo>
                  <a:lnTo>
                    <a:pt x="0" y="1567307"/>
                  </a:lnTo>
                  <a:lnTo>
                    <a:pt x="904875" y="0"/>
                  </a:lnTo>
                  <a:lnTo>
                    <a:pt x="2714625" y="0"/>
                  </a:lnTo>
                  <a:lnTo>
                    <a:pt x="3619627" y="1567307"/>
                  </a:lnTo>
                  <a:close/>
                </a:path>
              </a:pathLst>
            </a:custGeom>
            <a:grpFill/>
          </p:spPr>
          <p:txBody>
            <a:bodyPr/>
            <a:lstStyle/>
            <a:p>
              <a:endParaRPr lang="en-US"/>
            </a:p>
          </p:txBody>
        </p:sp>
      </p:grpSp>
    </p:spTree>
    <p:extLst>
      <p:ext uri="{BB962C8B-B14F-4D97-AF65-F5344CB8AC3E}">
        <p14:creationId xmlns:p14="http://schemas.microsoft.com/office/powerpoint/2010/main" val="1592355993"/>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2604</TotalTime>
  <Words>2597</Words>
  <Application>Microsoft Office PowerPoint</Application>
  <PresentationFormat>Custom</PresentationFormat>
  <Paragraphs>364</Paragraphs>
  <Slides>44</Slides>
  <Notes>44</Notes>
  <HiddenSlides>12</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44</vt:i4>
      </vt:variant>
    </vt:vector>
  </HeadingPairs>
  <TitlesOfParts>
    <vt:vector size="50" baseType="lpstr">
      <vt:lpstr>Muli Bold</vt:lpstr>
      <vt:lpstr>Wingdings</vt:lpstr>
      <vt:lpstr>Arial</vt:lpstr>
      <vt:lpstr>Calibri</vt:lpstr>
      <vt:lpstr>Times New Roman</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Xanh lá đậm Xanh lá nhạt Trắng Doanh nghiệp Hình học Bản trình bày nội bộ của công ty Bản thuyết trình Kinh doanh</dc:title>
  <dc:creator>ThinkPad</dc:creator>
  <cp:lastModifiedBy>Vu Hanh</cp:lastModifiedBy>
  <cp:revision>118</cp:revision>
  <dcterms:created xsi:type="dcterms:W3CDTF">2006-08-16T00:00:00Z</dcterms:created>
  <dcterms:modified xsi:type="dcterms:W3CDTF">2026-06-09T03:49:31Z</dcterms:modified>
  <dc:identifier>DAFyo4urGnA</dc:identifier>
</cp:coreProperties>
</file>