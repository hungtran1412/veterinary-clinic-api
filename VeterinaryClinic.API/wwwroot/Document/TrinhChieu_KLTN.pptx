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70" r:id="rId21"/>
    <p:sldId id="471" r:id="rId22"/>
    <p:sldId id="472" r:id="rId23"/>
    <p:sldId id="448" r:id="rId24"/>
    <p:sldId id="449" r:id="rId25"/>
    <p:sldId id="473" r:id="rId26"/>
    <p:sldId id="455" r:id="rId27"/>
    <p:sldId id="456" r:id="rId28"/>
    <p:sldId id="457" r:id="rId29"/>
    <p:sldId id="458" r:id="rId30"/>
    <p:sldId id="474" r:id="rId31"/>
    <p:sldId id="450" r:id="rId32"/>
    <p:sldId id="451" r:id="rId33"/>
    <p:sldId id="468" r:id="rId34"/>
    <p:sldId id="443" r:id="rId35"/>
    <p:sldId id="444" r:id="rId36"/>
    <p:sldId id="469" r:id="rId37"/>
    <p:sldId id="452" r:id="rId38"/>
    <p:sldId id="453" r:id="rId39"/>
    <p:sldId id="454" r:id="rId40"/>
    <p:sldId id="445" r:id="rId41"/>
  </p:sldIdLst>
  <p:sldSz cx="18288000" cy="10287000"/>
  <p:notesSz cx="6858000" cy="9144000"/>
  <p:embeddedFontLst>
    <p:embeddedFont>
      <p:font typeface="Muli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2" autoAdjust="0"/>
    <p:restoredTop sz="88621" autoAdjust="0"/>
  </p:normalViewPr>
  <p:slideViewPr>
    <p:cSldViewPr>
      <p:cViewPr varScale="1">
        <p:scale>
          <a:sx n="66" d="100"/>
          <a:sy n="66" d="100"/>
        </p:scale>
        <p:origin x="846" y="-84"/>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D1EDF-D778-29AC-619C-179063228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EE0B-0748-B81F-668F-67DC8B310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CDC32-4C09-AC88-85DD-C5219019025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E553E69-47EB-9AD9-E6B9-0C542C883718}"/>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2878353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45EC6-275E-D859-0155-070700758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C4598-191A-FC41-02C3-211294209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1679B-4A29-83C6-4A87-76895F3837B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8C70139-EFDE-CAFA-FEC2-02D783D13814}"/>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27431535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D2247-57A9-23D6-DB3A-09420FFD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8702E-EFD8-2042-7A49-D4A21ADCE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AC83D-70D5-3551-4A3C-03ECB8D555E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1BF6DD2-1925-F458-2FB2-7D7E5C28C422}"/>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3605065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B12E-8C8F-B181-B6AD-41EF11281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9FDD6-5B27-0E1B-61A2-16153250A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D4DB9-3A8D-2A82-2203-A7DA5AEDA07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9363E3-B63A-BC4B-87E9-E83972896C73}"/>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146639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C3650-1C66-E2E0-34B2-550920948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A5C4F-F1F9-D375-9B44-D9633DCF2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8E34D-35A8-3FED-23F8-8C75CCF44E8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086BE11-C82F-02EA-0A40-03D12275C228}"/>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941914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 Swagger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8" name="Picture 7">
            <a:extLst>
              <a:ext uri="{FF2B5EF4-FFF2-40B4-BE49-F238E27FC236}">
                <a16:creationId xmlns:a16="http://schemas.microsoft.com/office/drawing/2014/main" id="{EEEB9749-226B-535E-8420-7E33E05EAFE6}"/>
              </a:ext>
            </a:extLst>
          </p:cNvPr>
          <p:cNvPicPr>
            <a:picLocks noChangeAspect="1"/>
          </p:cNvPicPr>
          <p:nvPr/>
        </p:nvPicPr>
        <p:blipFill>
          <a:blip r:embed="rId5"/>
          <a:stretch>
            <a:fillRect/>
          </a:stretch>
        </p:blipFill>
        <p:spPr>
          <a:xfrm>
            <a:off x="4086823" y="3225516"/>
            <a:ext cx="13806362" cy="6586048"/>
          </a:xfrm>
          <a:prstGeom prst="rect">
            <a:avLst/>
          </a:prstGeom>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4C22C-9D1A-BD3F-9DFC-E8C8A470C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C1914FD-FA35-E228-FFF0-C37CB306906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F6BC302-92DD-B99F-C45F-79DE0D88E6A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CCDA566-9A59-9BF0-12D2-DBED34C58F7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1BF45A4-4FDF-351B-11FA-7E0B8000247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E47441C-A418-45E1-1CF7-286AA0511210}"/>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D99C3F42-0BAE-85FF-12F7-40530F12244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4FF3675-AA1D-18DB-01D8-4016A1AE21B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0B4ADF4-FE18-3FA8-ACA6-227DD23AB2A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537CF34-6B0D-8547-831F-80B40801E74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AEBDE12-293B-6BF0-2336-2DE0A289F3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9422CFB-35E0-0A83-1517-A2FDB41B1A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63B7D29-B0FD-4555-2399-C49D9238B13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B2254C66-C3E2-1C15-C427-8884903042B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391045F-0B18-E2A8-2E5D-753EF13754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6A9952F-82E0-6A95-FD41-100AE30D5CE2}"/>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DA37B5BF-97F6-2D61-40CA-5574F137FCEA}"/>
              </a:ext>
            </a:extLst>
          </p:cNvPr>
          <p:cNvPicPr>
            <a:picLocks noChangeAspect="1"/>
          </p:cNvPicPr>
          <p:nvPr/>
        </p:nvPicPr>
        <p:blipFill>
          <a:blip r:embed="rId5"/>
          <a:stretch>
            <a:fillRect/>
          </a:stretch>
        </p:blipFill>
        <p:spPr>
          <a:xfrm>
            <a:off x="4800600" y="3172115"/>
            <a:ext cx="11658599" cy="5972541"/>
          </a:xfrm>
          <a:prstGeom prst="rect">
            <a:avLst/>
          </a:prstGeom>
        </p:spPr>
      </p:pic>
    </p:spTree>
    <p:extLst>
      <p:ext uri="{BB962C8B-B14F-4D97-AF65-F5344CB8AC3E}">
        <p14:creationId xmlns:p14="http://schemas.microsoft.com/office/powerpoint/2010/main" val="30212781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40023-631C-4B1E-E847-286CD3385D19}"/>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E37F152-5123-F528-CDDD-9BA5F26A6B8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ADC7D53-9E82-2A2A-36CF-A13F284858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D7CDB43A-CB60-C10B-403E-81C37EF6931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28BDE1-BA73-E5CA-4195-A3D0DC6A580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CAE7B83-3624-D976-3FBB-B7BBFA962D73}"/>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1CFDA1-8BD0-709A-1341-81C8A36BE47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E0D591C-606A-AD67-AED2-911FBECBEDD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50D7533-88BC-219D-CF61-2252E9727C6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2DB3653-A98B-4EF8-CC3F-8D47641C3A4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3B49828-EFDA-FD57-218C-E5FAA1067BF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F6A8E4F-E876-6358-260E-80C0D216661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E95B9A5-A682-F386-D33D-7B918247B0E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55204D9-F942-E4FE-9A10-0DB17E2A02B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20EABFD6-018B-C873-BF39-2FFC1F6F35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2E05E404-05BB-4023-70F6-438CE938A2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7A7EEF2-60B4-3B85-9DA7-264BF861A5E9}"/>
              </a:ext>
            </a:extLst>
          </p:cNvPr>
          <p:cNvPicPr>
            <a:picLocks noChangeAspect="1"/>
          </p:cNvPicPr>
          <p:nvPr/>
        </p:nvPicPr>
        <p:blipFill>
          <a:blip r:embed="rId5"/>
          <a:stretch>
            <a:fillRect/>
          </a:stretch>
        </p:blipFill>
        <p:spPr>
          <a:xfrm>
            <a:off x="4572000" y="3130155"/>
            <a:ext cx="12268518" cy="6594950"/>
          </a:xfrm>
          <a:prstGeom prst="rect">
            <a:avLst/>
          </a:prstGeom>
        </p:spPr>
      </p:pic>
    </p:spTree>
    <p:extLst>
      <p:ext uri="{BB962C8B-B14F-4D97-AF65-F5344CB8AC3E}">
        <p14:creationId xmlns:p14="http://schemas.microsoft.com/office/powerpoint/2010/main" val="18426441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8605-C8F9-9429-0A92-2FA9D486C3D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4B14329-632F-39FD-8C52-BCBCD0B60E4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5AB5BFC-3A73-B171-4FDA-FC9C6EA83F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EAA7A3C-61FB-72D0-5665-6301357CDFF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3683D2F-C9C6-DF6E-6223-3942D9A38BC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40063F6-3FAF-97CC-F6A3-5D3501C95C4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F443ED4-AFC8-2BE9-53AD-B3E0C72127D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9EE4DC0-C4B8-1D5D-9E29-66F3881BA1B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49742EC-A506-F206-C113-9431E5B846C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3B96B122-60AB-6682-13FF-04F195CBF5B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32350240-DEB4-F3C2-0F88-9D3D3AD77AC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AF30E0-A394-CB8A-161D-2A437B558A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2C672BF-3638-7858-ED99-F80FC4207C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18DDFCC-5B11-19E8-889D-A9EDBC5E7CE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D694106D-C88C-BE81-E6B9-64502F85B4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0CFF703-E170-BA8F-0BB6-D199B642A575}"/>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60229FD4-768E-355B-839B-12B56195C98B}"/>
              </a:ext>
            </a:extLst>
          </p:cNvPr>
          <p:cNvPicPr>
            <a:picLocks noChangeAspect="1"/>
          </p:cNvPicPr>
          <p:nvPr/>
        </p:nvPicPr>
        <p:blipFill>
          <a:blip r:embed="rId5"/>
          <a:stretch>
            <a:fillRect/>
          </a:stretch>
        </p:blipFill>
        <p:spPr>
          <a:xfrm>
            <a:off x="4114800" y="3099550"/>
            <a:ext cx="13258800" cy="6442416"/>
          </a:xfrm>
          <a:prstGeom prst="rect">
            <a:avLst/>
          </a:prstGeom>
        </p:spPr>
      </p:pic>
    </p:spTree>
    <p:extLst>
      <p:ext uri="{BB962C8B-B14F-4D97-AF65-F5344CB8AC3E}">
        <p14:creationId xmlns:p14="http://schemas.microsoft.com/office/powerpoint/2010/main" val="25383433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dirty="0" err="1">
                <a:latin typeface="Times New Roman" panose="02020603050405020304" pitchFamily="18" charset="0"/>
                <a:ea typeface="SimSun" panose="02010600030101010101" pitchFamily="2" charset="-122"/>
              </a:rPr>
              <a:t>Biểu</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đồ</a:t>
            </a:r>
            <a:r>
              <a:rPr lang="en-US" sz="3200" b="1" dirty="0">
                <a:latin typeface="Times New Roman" panose="02020603050405020304" pitchFamily="18" charset="0"/>
                <a:ea typeface="SimSun" panose="02010600030101010101" pitchFamily="2" charset="-122"/>
              </a:rPr>
              <a:t> Class</a:t>
            </a:r>
            <a:endParaRPr lang="en-US" sz="3200" dirty="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44528E7-CE01-D9A7-0E05-6C75A7162534}"/>
              </a:ext>
            </a:extLst>
          </p:cNvPr>
          <p:cNvPicPr>
            <a:picLocks noChangeAspect="1"/>
          </p:cNvPicPr>
          <p:nvPr/>
        </p:nvPicPr>
        <p:blipFill>
          <a:blip r:embed="rId5"/>
          <a:stretch>
            <a:fillRect/>
          </a:stretch>
        </p:blipFill>
        <p:spPr>
          <a:xfrm>
            <a:off x="6477000" y="2392804"/>
            <a:ext cx="9419220" cy="7886699"/>
          </a:xfrm>
          <a:prstGeom prst="rect">
            <a:avLst/>
          </a:prstGeom>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2C3C451-F42C-B062-7776-75385579A2DC}"/>
              </a:ext>
            </a:extLst>
          </p:cNvPr>
          <p:cNvPicPr>
            <a:picLocks noChangeAspect="1"/>
          </p:cNvPicPr>
          <p:nvPr/>
        </p:nvPicPr>
        <p:blipFill>
          <a:blip r:embed="rId5"/>
          <a:stretch>
            <a:fillRect/>
          </a:stretch>
        </p:blipFill>
        <p:spPr>
          <a:xfrm>
            <a:off x="5410200" y="3271803"/>
            <a:ext cx="11487662" cy="6143693"/>
          </a:xfrm>
          <a:prstGeom prst="rect">
            <a:avLst/>
          </a:prstGeom>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50A23-C7F7-DC1C-5EDB-2E9E02C8142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64527C78-001F-E8BB-A56D-198BD4312C8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3872903-AFF1-11B2-5B9F-735D01E1653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1F7BD3A9-F26A-CACF-5EA8-ED27FFDAE21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5FEB034-2C60-07E1-B878-9CA083E8290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0A7103C-567A-D6D6-E948-9DF97D8E5FF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8B97B6C2-72C5-9CF4-D6FD-300032FA7AD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F1C416E-D754-931E-D37E-C0B2AA961B1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E62A110-D793-5F89-A1E9-72F55B1C495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7882F04-88C5-CBBC-163F-1803598044C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8F62AE-59DA-4587-FFEA-8EF8C24BB74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4583DF2-22D4-FB7E-088F-37FEFD8A05F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CBA8FC6-A325-60FC-0F5E-6584E6BD595D}"/>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EFBD04A1-FE01-C1F7-B277-30B1E3FEE3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0DCE941-6228-8F48-3AAB-C512A65388F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CCD54A7-0EDD-ADAD-D5D9-39F2FF6F12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EBC5640-C702-4419-F682-BEB70D920F1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39000" y="2456992"/>
            <a:ext cx="8686800" cy="7831767"/>
          </a:xfrm>
          <a:prstGeom prst="rect">
            <a:avLst/>
          </a:prstGeom>
          <a:noFill/>
          <a:ln>
            <a:noFill/>
          </a:ln>
        </p:spPr>
      </p:pic>
    </p:spTree>
    <p:extLst>
      <p:ext uri="{BB962C8B-B14F-4D97-AF65-F5344CB8AC3E}">
        <p14:creationId xmlns:p14="http://schemas.microsoft.com/office/powerpoint/2010/main" val="21453621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4B67D96-E220-6EE5-F62B-6C6FADBCFB3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04320" y="2654794"/>
            <a:ext cx="7954758" cy="6984506"/>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DE5DF329-C30F-77D0-67CA-6A2E808755F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10399" y="2441574"/>
            <a:ext cx="9372767" cy="7839852"/>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71688BB5-DEBC-C045-24E1-1666491890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2799" y="2570914"/>
            <a:ext cx="9531203" cy="7525586"/>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F6EB137-9671-AF7C-0056-FF38ADEFEC0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3130155"/>
            <a:ext cx="13461122" cy="6996950"/>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8CFFE-AA09-23D8-2EDD-ECF241C0E21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7307679-C438-9A31-C10F-F86CEF4A416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708234-02B8-10C7-8720-9D754D55065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ED93B5-9E8F-4C98-5834-83EA4665E2FF}"/>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91FF01-923A-1301-13D8-7F48E3E10F6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76436F0-59A6-5EED-ABB2-1486ADEE684A}"/>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A0EF6CA-4FF5-B2FA-9D4F-AA7967F903B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D9D0A12-C0F7-2620-0047-3F136B89103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F22D9796-CFE3-15D0-7A01-1D5F782530E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00CF5F8-DE99-A608-E3DF-004CEEBB703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CFB08529-2A41-CA44-3440-EA6D52473A4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3B3D49-CFDF-6D15-334C-87DE30DF14F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E200B96-8759-70F0-86BD-8293FF5745C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51B7236-DACA-DAAD-9FC6-120AB2A7FA6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B28ABAE-7BD2-5591-9AF9-36C3061836A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48DB48A6-ED66-CCF0-F4A6-A20815F3A97B}"/>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D67556B-C762-A916-B9D3-AF4EB545E1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52682" y="2400300"/>
            <a:ext cx="9097542" cy="7985891"/>
          </a:xfrm>
          <a:prstGeom prst="rect">
            <a:avLst/>
          </a:prstGeom>
        </p:spPr>
      </p:pic>
    </p:spTree>
    <p:extLst>
      <p:ext uri="{BB962C8B-B14F-4D97-AF65-F5344CB8AC3E}">
        <p14:creationId xmlns:p14="http://schemas.microsoft.com/office/powerpoint/2010/main" val="31445888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435A78A-6EFA-AC7A-8C70-22F35B3FEF30}"/>
              </a:ext>
            </a:extLst>
          </p:cNvPr>
          <p:cNvPicPr>
            <a:picLocks noChangeAspect="1"/>
          </p:cNvPicPr>
          <p:nvPr/>
        </p:nvPicPr>
        <p:blipFill>
          <a:blip r:embed="rId5"/>
          <a:stretch>
            <a:fillRect/>
          </a:stretch>
        </p:blipFill>
        <p:spPr>
          <a:xfrm>
            <a:off x="4800600" y="3060675"/>
            <a:ext cx="12712843" cy="7265200"/>
          </a:xfrm>
          <a:prstGeom prst="rect">
            <a:avLst/>
          </a:prstGeom>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F11F6EC5-6C07-BC7E-1710-0A5CDE3F6EDD}"/>
              </a:ext>
            </a:extLst>
          </p:cNvPr>
          <p:cNvPicPr>
            <a:picLocks noChangeAspect="1"/>
          </p:cNvPicPr>
          <p:nvPr/>
        </p:nvPicPr>
        <p:blipFill>
          <a:blip r:embed="rId5"/>
          <a:stretch>
            <a:fillRect/>
          </a:stretch>
        </p:blipFill>
        <p:spPr>
          <a:xfrm>
            <a:off x="3810000" y="3112250"/>
            <a:ext cx="5042431" cy="7593850"/>
          </a:xfrm>
          <a:prstGeom prst="rect">
            <a:avLst/>
          </a:prstGeom>
        </p:spPr>
      </p:pic>
      <p:pic>
        <p:nvPicPr>
          <p:cNvPr id="12" name="Picture 11">
            <a:extLst>
              <a:ext uri="{FF2B5EF4-FFF2-40B4-BE49-F238E27FC236}">
                <a16:creationId xmlns:a16="http://schemas.microsoft.com/office/drawing/2014/main" id="{361CA799-D091-0B62-281B-B98BC38883F0}"/>
              </a:ext>
            </a:extLst>
          </p:cNvPr>
          <p:cNvPicPr>
            <a:picLocks noChangeAspect="1"/>
          </p:cNvPicPr>
          <p:nvPr/>
        </p:nvPicPr>
        <p:blipFill>
          <a:blip r:embed="rId6"/>
          <a:stretch>
            <a:fillRect/>
          </a:stretch>
        </p:blipFill>
        <p:spPr>
          <a:xfrm>
            <a:off x="14041461" y="2479674"/>
            <a:ext cx="4080191" cy="7738320"/>
          </a:xfrm>
          <a:prstGeom prst="rect">
            <a:avLst/>
          </a:prstGeom>
        </p:spPr>
      </p:pic>
      <p:pic>
        <p:nvPicPr>
          <p:cNvPr id="14" name="Picture 13">
            <a:extLst>
              <a:ext uri="{FF2B5EF4-FFF2-40B4-BE49-F238E27FC236}">
                <a16:creationId xmlns:a16="http://schemas.microsoft.com/office/drawing/2014/main" id="{BCE4781D-1071-D184-967B-6EAC5299C054}"/>
              </a:ext>
            </a:extLst>
          </p:cNvPr>
          <p:cNvPicPr>
            <a:picLocks noChangeAspect="1"/>
          </p:cNvPicPr>
          <p:nvPr/>
        </p:nvPicPr>
        <p:blipFill>
          <a:blip r:embed="rId7"/>
          <a:stretch>
            <a:fillRect/>
          </a:stretch>
        </p:blipFill>
        <p:spPr>
          <a:xfrm>
            <a:off x="8871481" y="3083221"/>
            <a:ext cx="5150930" cy="7134773"/>
          </a:xfrm>
          <a:prstGeom prst="rect">
            <a:avLst/>
          </a:prstGeom>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người dung</a:t>
            </a:r>
            <a:r>
              <a:rPr lang="en-US" sz="3200" b="1">
                <a:latin typeface="Times New Roman" panose="02020603050405020304" pitchFamily="18" charset="0"/>
                <a:ea typeface="Times New Roman" panose="02020603050405020304" pitchFamily="18" charset="0"/>
              </a:rPr>
              <a:t>:</a:t>
            </a:r>
            <a:endParaRPr lang="vi-VN"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ký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xuất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danh sách bài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Làm bài thi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kết quả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Ôn tập</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Tạo danh sách yêu thích cá nhân</a:t>
            </a: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quản trị viên</a:t>
            </a:r>
            <a:r>
              <a:rPr lang="en-US" sz="3200" b="1">
                <a:latin typeface="Times New Roman" panose="02020603050405020304" pitchFamily="18" charset="0"/>
                <a:ea typeface="Times New Roman" panose="02020603050405020304" pitchFamily="18" charset="0"/>
              </a:rPr>
              <a:t>:</a:t>
            </a:r>
            <a:r>
              <a:rPr lang="vi-VN" sz="3200" b="1">
                <a:latin typeface="Times New Roman" panose="02020603050405020304" pitchFamily="18" charset="0"/>
                <a:ea typeface="Times New Roman" panose="02020603050405020304" pitchFamily="18" charset="0"/>
              </a:rPr>
              <a:t> </a:t>
            </a:r>
            <a:endParaRPr lang="vi-VN"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bài thi của người dùng</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người dùng</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thông báo</a:t>
            </a:r>
          </a:p>
          <a:p>
            <a:pPr marL="457200" lvl="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khoa</a:t>
            </a: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môn học </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chương học</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câu hỏi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đề thi</a:t>
            </a: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Một số tính năng trợ năng chưa được tích hợp</a:t>
            </a:r>
            <a:endParaRPr lang="en-US" sz="320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hỗ trợ đăng nhập bằng các tài khoản nền tảng hỗ trợ Oauth</a:t>
            </a: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xác thực email người dung khi đăng ký</a:t>
            </a:r>
            <a:endParaRPr lang="vi-VN"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hai lớp (2FA): Sử dụng mã OTP gửi qua email hoặc SMS để bảo mật tài khoản.</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OAuth2.0: Cho phép đăng nhập qua Google, Facebook, GitHub.</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Thu thập phản hồi: Tích hợp chức năng gửi ý kiến từ app để cải thiện trải nghiệm.</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Tối ưu trải nghiệm di động: Nâng cao hiệu năng và khả năng offline.</a:t>
            </a: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2675</TotalTime>
  <Words>2485</Words>
  <Application>Microsoft Office PowerPoint</Application>
  <PresentationFormat>Custom</PresentationFormat>
  <Paragraphs>340</Paragraphs>
  <Slides>40</Slides>
  <Notes>40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Times New Roman</vt:lpstr>
      <vt:lpstr>Muli Bold</vt:lpstr>
      <vt:lpstr>Calibri</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Trần Nguyễn Minh Hùng</cp:lastModifiedBy>
  <cp:revision>136</cp:revision>
  <dcterms:created xsi:type="dcterms:W3CDTF">2006-08-16T00:00:00Z</dcterms:created>
  <dcterms:modified xsi:type="dcterms:W3CDTF">2026-06-09T07:29:38Z</dcterms:modified>
  <dc:identifier>DAFyo4urGnA</dc:identifier>
</cp:coreProperties>
</file>